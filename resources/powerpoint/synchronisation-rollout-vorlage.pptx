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84" r:id="rId1"/>
  </p:sldMasterIdLst>
  <p:notesMasterIdLst>
    <p:notesMasterId r:id="rId7"/>
  </p:notesMasterIdLst>
  <p:sldIdLst>
    <p:sldId id="256" r:id="rId2"/>
    <p:sldId id="257" r:id="rId3"/>
    <p:sldId id="261" r:id="rId4"/>
    <p:sldId id="262" r:id="rId5"/>
    <p:sldId id="260" r:id="rId6"/>
  </p:sldIdLst>
  <p:sldSz cx="12192000" cy="6858000"/>
  <p:notesSz cx="6858000" cy="9144000"/>
  <p:embeddedFontLst>
    <p:embeddedFont>
      <p:font typeface="Sparkasse Head" panose="020B0804050602020204" pitchFamily="34" charset="0"/>
      <p:bold r:id="rId8"/>
    </p:embeddedFont>
    <p:embeddedFont>
      <p:font typeface="Sparkasse Lt" panose="020B0500050602020204" pitchFamily="34" charset="0"/>
      <p:regular r:id="rId9"/>
      <p:italic r:id="rId10"/>
    </p:embeddedFont>
    <p:embeddedFont>
      <p:font typeface="Sparkasse Medium" panose="020B0604050602020204" pitchFamily="34" charset="0"/>
      <p:regular r:id="rId11"/>
    </p:embeddedFont>
    <p:embeddedFont>
      <p:font typeface="Sparkasse Rg" panose="020B0504050602020204" pitchFamily="34" charset="0"/>
      <p:regular r:id="rId12"/>
      <p:bold r:id="rId13"/>
      <p:italic r:id="rId14"/>
      <p:boldItalic r:id="rId15"/>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97" autoAdjust="0"/>
  </p:normalViewPr>
  <p:slideViewPr>
    <p:cSldViewPr snapToGrid="0" showGuides="1">
      <p:cViewPr varScale="1">
        <p:scale>
          <a:sx n="107" d="100"/>
          <a:sy n="107" d="100"/>
        </p:scale>
        <p:origin x="672" y="102"/>
      </p:cViewPr>
      <p:guideLst/>
    </p:cSldViewPr>
  </p:slideViewPr>
  <p:notesTextViewPr>
    <p:cViewPr>
      <p:scale>
        <a:sx n="1" d="1"/>
        <a:sy n="1" d="1"/>
      </p:scale>
      <p:origin x="0" y="0"/>
    </p:cViewPr>
  </p:notesTextViewPr>
  <p:sorterViewPr>
    <p:cViewPr varScale="1">
      <p:scale>
        <a:sx n="1" d="1"/>
        <a:sy n="1" d="1"/>
      </p:scale>
      <p:origin x="0" y="-303"/>
    </p:cViewPr>
  </p:sorterViewPr>
  <p:notesViewPr>
    <p:cSldViewPr snapToGrid="0" showGuides="1">
      <p:cViewPr varScale="1">
        <p:scale>
          <a:sx n="97" d="100"/>
          <a:sy n="97" d="100"/>
        </p:scale>
        <p:origin x="2295" y="4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556492" y="1070264"/>
            <a:ext cx="5615708" cy="3158836"/>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556491" y="4473285"/>
            <a:ext cx="5615707" cy="3667991"/>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354878" y="8685213"/>
            <a:ext cx="5666187" cy="238991"/>
          </a:xfrm>
          <a:prstGeom prst="rect">
            <a:avLst/>
          </a:prstGeom>
        </p:spPr>
        <p:txBody>
          <a:bodyPr vert="horz" lIns="0" tIns="0" rIns="0" bIns="0" rtlCol="0" anchor="b"/>
          <a:lstStyle>
            <a:lvl1pPr algn="l">
              <a:defRPr sz="900"/>
            </a:lvl1pPr>
          </a:lstStyle>
          <a:p>
            <a:endParaRPr lang="de-DE" dirty="0"/>
          </a:p>
        </p:txBody>
      </p:sp>
      <p:sp>
        <p:nvSpPr>
          <p:cNvPr id="7" name="Foliennummernplatzhalter 6"/>
          <p:cNvSpPr>
            <a:spLocks noGrp="1"/>
          </p:cNvSpPr>
          <p:nvPr>
            <p:ph type="sldNum" sz="quarter" idx="5"/>
          </p:nvPr>
        </p:nvSpPr>
        <p:spPr>
          <a:xfrm>
            <a:off x="6172198" y="8685213"/>
            <a:ext cx="330924" cy="238991"/>
          </a:xfrm>
          <a:prstGeom prst="rect">
            <a:avLst/>
          </a:prstGeom>
        </p:spPr>
        <p:txBody>
          <a:bodyPr vert="horz" lIns="0" tIns="0" rIns="0" bIns="0" rtlCol="0" anchor="b"/>
          <a:lstStyle>
            <a:lvl1pPr algn="r">
              <a:defRPr sz="900"/>
            </a:lvl1pPr>
          </a:lstStyle>
          <a:p>
            <a:fld id="{5F531A46-3CCD-4569-9A59-E8B96D6A7D4C}" type="slidenum">
              <a:rPr lang="de-DE" smtClean="0"/>
              <a:pPr/>
              <a:t>‹Nr.›</a:t>
            </a:fld>
            <a:endParaRPr lang="de-DE"/>
          </a:p>
        </p:txBody>
      </p:sp>
    </p:spTree>
    <p:extLst>
      <p:ext uri="{BB962C8B-B14F-4D97-AF65-F5344CB8AC3E}">
        <p14:creationId xmlns:p14="http://schemas.microsoft.com/office/powerpoint/2010/main" val="302845170"/>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113000"/>
      </a:lnSpc>
      <a:defRPr sz="1200" kern="1200">
        <a:solidFill>
          <a:schemeClr val="tx1"/>
        </a:solidFill>
        <a:latin typeface="+mn-lt"/>
        <a:ea typeface="+mn-ea"/>
        <a:cs typeface="+mn-cs"/>
      </a:defRPr>
    </a:lvl1pPr>
    <a:lvl2pPr marL="216000" indent="-216000" algn="l" defTabSz="914400" rtl="0" eaLnBrk="1" latinLnBrk="0" hangingPunct="1">
      <a:lnSpc>
        <a:spcPct val="113000"/>
      </a:lnSpc>
      <a:buFontTx/>
      <a:buBlip>
        <a:blip r:embed="rId2">
          <a:extLst>
            <a:ext uri="{96DAC541-7B7A-43D3-8B79-37D633B846F1}">
              <asvg:svgBlip xmlns:asvg="http://schemas.microsoft.com/office/drawing/2016/SVG/main" r:embed="rId3"/>
            </a:ext>
          </a:extLst>
        </a:blip>
      </a:buBlip>
      <a:defRPr sz="1200" kern="1200">
        <a:solidFill>
          <a:schemeClr val="tx1"/>
        </a:solidFill>
        <a:latin typeface="+mn-lt"/>
        <a:ea typeface="+mn-ea"/>
        <a:cs typeface="+mn-cs"/>
      </a:defRPr>
    </a:lvl2pPr>
    <a:lvl3pPr marL="432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3pPr>
    <a:lvl4pPr marL="648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4pPr>
    <a:lvl5pPr marL="864000" indent="-216000" algn="l" defTabSz="914400" rtl="0" eaLnBrk="1" latinLnBrk="0" hangingPunct="1">
      <a:lnSpc>
        <a:spcPct val="113000"/>
      </a:lnSpc>
      <a:buClr>
        <a:schemeClr val="tx2"/>
      </a:buClr>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1">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1152525" y="1189428"/>
            <a:ext cx="10488613" cy="2376000"/>
          </a:xfrm>
        </p:spPr>
        <p:txBody>
          <a:bodyPr anchor="b" anchorCtr="0"/>
          <a:lstStyle>
            <a:lvl1pPr algn="ctr">
              <a:defRPr sz="4800">
                <a:solidFill>
                  <a:schemeClr val="bg1"/>
                </a:solidFill>
              </a:defRPr>
            </a:lvl1pPr>
          </a:lstStyle>
          <a:p>
            <a:r>
              <a:rPr lang="de-DE" dirty="0"/>
              <a:t>Titel #1 Sparkasse Head 48pt </a:t>
            </a:r>
            <a:br>
              <a:rPr lang="de-DE" dirty="0"/>
            </a:br>
            <a:r>
              <a:rPr lang="de-DE" dirty="0"/>
              <a:t>zentriert ein- bis dreizeilig</a:t>
            </a:r>
          </a:p>
        </p:txBody>
      </p:sp>
      <p:sp>
        <p:nvSpPr>
          <p:cNvPr id="3" name="Untertitel 2">
            <a:extLst>
              <a:ext uri="{FF2B5EF4-FFF2-40B4-BE49-F238E27FC236}">
                <a16:creationId xmlns:a16="http://schemas.microsoft.com/office/drawing/2014/main" id="{47C4F625-5994-40E2-A7F6-DEFBD05E874F}"/>
              </a:ext>
            </a:extLst>
          </p:cNvPr>
          <p:cNvSpPr>
            <a:spLocks noGrp="1"/>
          </p:cNvSpPr>
          <p:nvPr>
            <p:ph type="subTitle" idx="1" hasCustomPrompt="1"/>
          </p:nvPr>
        </p:nvSpPr>
        <p:spPr>
          <a:xfrm>
            <a:off x="1152525" y="3716850"/>
            <a:ext cx="10488612" cy="396000"/>
          </a:xfrm>
        </p:spPr>
        <p:txBody>
          <a:bodyPr/>
          <a:lstStyle>
            <a:lvl1pPr marL="0" indent="0" algn="ctr">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A7A7EE83-79EA-460F-89C1-5479B11B3B09}"/>
              </a:ext>
            </a:extLst>
          </p:cNvPr>
          <p:cNvSpPr>
            <a:spLocks noGrp="1"/>
          </p:cNvSpPr>
          <p:nvPr>
            <p:ph type="body" idx="13" hasCustomPrompt="1"/>
          </p:nvPr>
        </p:nvSpPr>
        <p:spPr>
          <a:xfrm>
            <a:off x="1152525" y="4918479"/>
            <a:ext cx="10490400" cy="180000"/>
          </a:xfrm>
        </p:spPr>
        <p:txBody>
          <a:bodyPr/>
          <a:lstStyle>
            <a:lvl1pPr marL="0" indent="0" algn="ctr">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4" name="Rechteck 3">
            <a:extLst>
              <a:ext uri="{FF2B5EF4-FFF2-40B4-BE49-F238E27FC236}">
                <a16:creationId xmlns:a16="http://schemas.microsoft.com/office/drawing/2014/main" id="{B908447A-A357-FD7A-74E2-53CCB1D69DB2}"/>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BB5A85AC-1722-A12F-ED20-9FF7FB04AF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EB60B4A9-FB37-D1CF-44F6-7D5E9D2107E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320203" y="5480725"/>
            <a:ext cx="5019958" cy="1062275"/>
          </a:xfrm>
          <a:prstGeom prst="rect">
            <a:avLst/>
          </a:prstGeom>
        </p:spPr>
      </p:pic>
    </p:spTree>
    <p:extLst>
      <p:ext uri="{BB962C8B-B14F-4D97-AF65-F5344CB8AC3E}">
        <p14:creationId xmlns:p14="http://schemas.microsoft.com/office/powerpoint/2010/main" val="2796176847"/>
      </p:ext>
    </p:extLst>
  </p:cSld>
  <p:clrMapOvr>
    <a:masterClrMapping/>
  </p:clrMapOvr>
  <p:extLst>
    <p:ext uri="{DCECCB84-F9BA-43D5-87BE-67443E8EF086}">
      <p15:sldGuideLst xmlns:p15="http://schemas.microsoft.com/office/powerpoint/2012/main">
        <p15:guide id="1" pos="3514" userDrawn="1">
          <p15:clr>
            <a:srgbClr val="FBAE40"/>
          </p15:clr>
        </p15:guide>
        <p15:guide id="2" pos="3686" userDrawn="1">
          <p15:clr>
            <a:srgbClr val="FBAE40"/>
          </p15:clr>
        </p15:guide>
        <p15:guide id="3" orient="horz" pos="3640" userDrawn="1">
          <p15:clr>
            <a:srgbClr val="FBAE40"/>
          </p15:clr>
        </p15:guide>
        <p15:guide id="4" orient="horz" pos="378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2">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612775" y="0"/>
            <a:ext cx="115792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Bildplatzhalter 4">
            <a:extLst>
              <a:ext uri="{FF2B5EF4-FFF2-40B4-BE49-F238E27FC236}">
                <a16:creationId xmlns:a16="http://schemas.microsoft.com/office/drawing/2014/main" id="{770A8487-9BC7-7696-CEC0-6A15DDD60D36}"/>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spcBef>
                <a:spcPts val="0"/>
              </a:spcBef>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
        <p:nvSpPr>
          <p:cNvPr id="6" name="Untertitel 2">
            <a:extLst>
              <a:ext uri="{FF2B5EF4-FFF2-40B4-BE49-F238E27FC236}">
                <a16:creationId xmlns:a16="http://schemas.microsoft.com/office/drawing/2014/main" id="{C6F23CE8-BDF6-85CC-B3F3-066A79865DE3}"/>
              </a:ext>
            </a:extLst>
          </p:cNvPr>
          <p:cNvSpPr>
            <a:spLocks noGrp="1"/>
          </p:cNvSpPr>
          <p:nvPr>
            <p:ph type="subTitle" idx="1" hasCustomPrompt="1"/>
          </p:nvPr>
        </p:nvSpPr>
        <p:spPr>
          <a:xfrm>
            <a:off x="1152525"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9" name="Textplatzhalter 2">
            <a:extLst>
              <a:ext uri="{FF2B5EF4-FFF2-40B4-BE49-F238E27FC236}">
                <a16:creationId xmlns:a16="http://schemas.microsoft.com/office/drawing/2014/main" id="{4BF9713A-E657-42CE-094B-DDA0F740F2F8}"/>
              </a:ext>
            </a:extLst>
          </p:cNvPr>
          <p:cNvSpPr>
            <a:spLocks noGrp="1"/>
          </p:cNvSpPr>
          <p:nvPr>
            <p:ph type="body" idx="14" hasCustomPrompt="1"/>
          </p:nvPr>
        </p:nvSpPr>
        <p:spPr>
          <a:xfrm>
            <a:off x="1152000"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sp>
        <p:nvSpPr>
          <p:cNvPr id="10" name="Titel 1">
            <a:extLst>
              <a:ext uri="{FF2B5EF4-FFF2-40B4-BE49-F238E27FC236}">
                <a16:creationId xmlns:a16="http://schemas.microsoft.com/office/drawing/2014/main" id="{4A6EAB25-F5EE-6677-9E08-889DD7C709C3}"/>
              </a:ext>
            </a:extLst>
          </p:cNvPr>
          <p:cNvSpPr>
            <a:spLocks noGrp="1"/>
          </p:cNvSpPr>
          <p:nvPr>
            <p:ph type="ctrTitle" hasCustomPrompt="1"/>
          </p:nvPr>
        </p:nvSpPr>
        <p:spPr>
          <a:xfrm>
            <a:off x="1152000" y="1189428"/>
            <a:ext cx="6224270" cy="2376000"/>
          </a:xfrm>
        </p:spPr>
        <p:txBody>
          <a:bodyPr anchor="b" anchorCtr="0"/>
          <a:lstStyle>
            <a:lvl1pPr algn="l">
              <a:defRPr sz="4800">
                <a:solidFill>
                  <a:schemeClr val="bg1"/>
                </a:solidFill>
              </a:defRPr>
            </a:lvl1pPr>
          </a:lstStyle>
          <a:p>
            <a:r>
              <a:rPr lang="de-DE" dirty="0"/>
              <a:t>Titel #2 Sparkasse Head 48pt linksbündig</a:t>
            </a:r>
          </a:p>
        </p:txBody>
      </p:sp>
      <p:sp>
        <p:nvSpPr>
          <p:cNvPr id="2" name="Rechteck 1">
            <a:extLst>
              <a:ext uri="{FF2B5EF4-FFF2-40B4-BE49-F238E27FC236}">
                <a16:creationId xmlns:a16="http://schemas.microsoft.com/office/drawing/2014/main" id="{B9059D5D-2102-883F-0C67-F7D34EAAA684}"/>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a:extLst>
              <a:ext uri="{FF2B5EF4-FFF2-40B4-BE49-F238E27FC236}">
                <a16:creationId xmlns:a16="http://schemas.microsoft.com/office/drawing/2014/main" id="{C68611AC-84AF-26B0-633C-F477D40F4FE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7540" y="162000"/>
            <a:ext cx="232930" cy="302400"/>
          </a:xfrm>
          <a:prstGeom prst="rect">
            <a:avLst/>
          </a:prstGeom>
        </p:spPr>
      </p:pic>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Grafik 4">
            <a:extLst>
              <a:ext uri="{FF2B5EF4-FFF2-40B4-BE49-F238E27FC236}">
                <a16:creationId xmlns:a16="http://schemas.microsoft.com/office/drawing/2014/main" id="{D0400462-6AB0-2E58-8726-5780E908FD0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88983" y="5486551"/>
            <a:ext cx="5019958" cy="1062275"/>
          </a:xfrm>
          <a:prstGeom prst="rect">
            <a:avLst/>
          </a:prstGeom>
        </p:spPr>
      </p:pic>
    </p:spTree>
    <p:extLst>
      <p:ext uri="{BB962C8B-B14F-4D97-AF65-F5344CB8AC3E}">
        <p14:creationId xmlns:p14="http://schemas.microsoft.com/office/powerpoint/2010/main" val="1184806477"/>
      </p:ext>
    </p:extLst>
  </p:cSld>
  <p:clrMapOvr>
    <a:masterClrMapping/>
  </p:clrMapOvr>
  <p:extLst>
    <p:ext uri="{DCECCB84-F9BA-43D5-87BE-67443E8EF086}">
      <p15:sldGuideLst xmlns:p15="http://schemas.microsoft.com/office/powerpoint/2012/main">
        <p15:guide id="2" pos="725" userDrawn="1">
          <p15:clr>
            <a:srgbClr val="FBAE40"/>
          </p15:clr>
        </p15:guide>
        <p15:guide id="3" pos="895" userDrawn="1">
          <p15:clr>
            <a:srgbClr val="FBAE40"/>
          </p15:clr>
        </p15:guide>
        <p15:guide id="4" orient="horz" pos="3640" userDrawn="1">
          <p15:clr>
            <a:srgbClr val="FBAE40"/>
          </p15:clr>
        </p15:guide>
        <p15:guide id="5" orient="horz" pos="378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3">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576ED1B6-A371-D1FB-6641-D1D7FBAACEDF}"/>
              </a:ext>
            </a:extLst>
          </p:cNvPr>
          <p:cNvSpPr>
            <a:spLocks noGrp="1" noRot="1" noMove="1" noResize="1" noEditPoints="1" noAdjustHandles="1" noChangeArrowheads="1" noChangeShapeType="1"/>
          </p:cNvSpPr>
          <p:nvPr userDrawn="1"/>
        </p:nvSpPr>
        <p:spPr>
          <a:xfrm>
            <a:off x="-1"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8FC456E9-F73F-1273-6E5A-6EDDEE4BBAE2}"/>
              </a:ext>
            </a:extLst>
          </p:cNvPr>
          <p:cNvSpPr>
            <a:spLocks noGrp="1"/>
          </p:cNvSpPr>
          <p:nvPr>
            <p:ph type="ctrTitle" hasCustomPrompt="1"/>
          </p:nvPr>
        </p:nvSpPr>
        <p:spPr>
          <a:xfrm>
            <a:off x="5416869" y="1200125"/>
            <a:ext cx="6224270" cy="2376000"/>
          </a:xfrm>
        </p:spPr>
        <p:txBody>
          <a:bodyPr anchor="b" anchorCtr="0"/>
          <a:lstStyle>
            <a:lvl1pPr algn="l">
              <a:defRPr sz="4800">
                <a:solidFill>
                  <a:schemeClr val="bg1"/>
                </a:solidFill>
              </a:defRPr>
            </a:lvl1pPr>
          </a:lstStyle>
          <a:p>
            <a:r>
              <a:rPr lang="de-DE" dirty="0"/>
              <a:t>Titel #3 Sparkasse Head 48pt linksbündig</a:t>
            </a:r>
          </a:p>
        </p:txBody>
      </p:sp>
      <p:cxnSp>
        <p:nvCxnSpPr>
          <p:cNvPr id="7" name="Gerader Verbinder 6">
            <a:extLst>
              <a:ext uri="{FF2B5EF4-FFF2-40B4-BE49-F238E27FC236}">
                <a16:creationId xmlns:a16="http://schemas.microsoft.com/office/drawing/2014/main" id="{7228F538-1968-80DD-8787-E24CE0649BC5}"/>
              </a:ext>
            </a:extLst>
          </p:cNvPr>
          <p:cNvCxnSpPr>
            <a:cxnSpLocks noGrp="1" noRot="1" noMove="1" noResize="1" noEditPoints="1" noAdjustHandles="1" noChangeArrowheads="1" noChangeShapeType="1"/>
          </p:cNvCxnSpPr>
          <p:nvPr userDrawn="1"/>
        </p:nvCxnSpPr>
        <p:spPr>
          <a:xfrm>
            <a:off x="5062268"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35" name="Grafik 34">
            <a:extLst>
              <a:ext uri="{FF2B5EF4-FFF2-40B4-BE49-F238E27FC236}">
                <a16:creationId xmlns:a16="http://schemas.microsoft.com/office/drawing/2014/main" id="{CE2210D0-05BF-B262-B3CF-2FF9A965C9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18174" y="1798538"/>
            <a:ext cx="2001600" cy="2598565"/>
          </a:xfrm>
          <a:prstGeom prst="rect">
            <a:avLst/>
          </a:prstGeom>
        </p:spPr>
      </p:pic>
      <p:sp>
        <p:nvSpPr>
          <p:cNvPr id="5" name="Untertitel 2">
            <a:extLst>
              <a:ext uri="{FF2B5EF4-FFF2-40B4-BE49-F238E27FC236}">
                <a16:creationId xmlns:a16="http://schemas.microsoft.com/office/drawing/2014/main" id="{6C4724CA-3CFE-5EC8-1ED3-F455ACB1A143}"/>
              </a:ext>
            </a:extLst>
          </p:cNvPr>
          <p:cNvSpPr>
            <a:spLocks noGrp="1"/>
          </p:cNvSpPr>
          <p:nvPr>
            <p:ph type="subTitle" idx="1" hasCustomPrompt="1"/>
          </p:nvPr>
        </p:nvSpPr>
        <p:spPr>
          <a:xfrm>
            <a:off x="5417394" y="3716850"/>
            <a:ext cx="6281737" cy="396000"/>
          </a:xfrm>
        </p:spPr>
        <p:txBody>
          <a:bodyPr/>
          <a:lstStyle>
            <a:lvl1pPr marL="0" indent="0" algn="l">
              <a:spcBef>
                <a:spcPts val="0"/>
              </a:spcBef>
              <a:buNone/>
              <a:tabLst>
                <a:tab pos="3857625" algn="l"/>
              </a:tabLst>
              <a:defRPr sz="2000">
                <a:solidFill>
                  <a:schemeClr val="bg1"/>
                </a:solidFill>
                <a:latin typeface="Sparkasse Medium" panose="020B060308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Optionale </a:t>
            </a:r>
            <a:r>
              <a:rPr lang="de-DE" dirty="0" err="1"/>
              <a:t>Subline</a:t>
            </a:r>
            <a:r>
              <a:rPr lang="de-DE" dirty="0"/>
              <a:t> Sparkasse Medium 20pt</a:t>
            </a:r>
          </a:p>
        </p:txBody>
      </p:sp>
      <p:sp>
        <p:nvSpPr>
          <p:cNvPr id="6" name="Textplatzhalter 2">
            <a:extLst>
              <a:ext uri="{FF2B5EF4-FFF2-40B4-BE49-F238E27FC236}">
                <a16:creationId xmlns:a16="http://schemas.microsoft.com/office/drawing/2014/main" id="{D9CF29AC-CF56-E19D-71E8-BF0E6ED34A64}"/>
              </a:ext>
            </a:extLst>
          </p:cNvPr>
          <p:cNvSpPr>
            <a:spLocks noGrp="1"/>
          </p:cNvSpPr>
          <p:nvPr>
            <p:ph type="body" idx="14" hasCustomPrompt="1"/>
          </p:nvPr>
        </p:nvSpPr>
        <p:spPr>
          <a:xfrm>
            <a:off x="5416869" y="4918479"/>
            <a:ext cx="6282808"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de-DE" dirty="0"/>
              <a:t>Vorname Nachname Sparkasse Regular 12pt | Ort, Datum</a:t>
            </a:r>
          </a:p>
        </p:txBody>
      </p:sp>
      <p:pic>
        <p:nvPicPr>
          <p:cNvPr id="3" name="Grafik 2">
            <a:extLst>
              <a:ext uri="{FF2B5EF4-FFF2-40B4-BE49-F238E27FC236}">
                <a16:creationId xmlns:a16="http://schemas.microsoft.com/office/drawing/2014/main" id="{32E9B652-513C-D84E-F65A-D8AFC84AC1D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152864" y="5486551"/>
            <a:ext cx="5019958" cy="1062275"/>
          </a:xfrm>
          <a:prstGeom prst="rect">
            <a:avLst/>
          </a:prstGeom>
        </p:spPr>
      </p:pic>
    </p:spTree>
    <p:extLst>
      <p:ext uri="{BB962C8B-B14F-4D97-AF65-F5344CB8AC3E}">
        <p14:creationId xmlns:p14="http://schemas.microsoft.com/office/powerpoint/2010/main" val="2967733024"/>
      </p:ext>
    </p:extLst>
  </p:cSld>
  <p:clrMapOvr>
    <a:masterClrMapping/>
  </p:clrMapOvr>
  <p:extLst>
    <p:ext uri="{DCECCB84-F9BA-43D5-87BE-67443E8EF086}">
      <p15:sldGuideLst xmlns:p15="http://schemas.microsoft.com/office/powerpoint/2012/main">
        <p15:guide id="1" orient="horz" pos="3640" userDrawn="1">
          <p15:clr>
            <a:srgbClr val="FBAE40"/>
          </p15:clr>
        </p15:guide>
        <p15:guide id="2" pos="3412" userDrawn="1">
          <p15:clr>
            <a:srgbClr val="FBAE40"/>
          </p15:clr>
        </p15:guide>
        <p15:guide id="3" pos="3582" userDrawn="1">
          <p15:clr>
            <a:srgbClr val="FBAE40"/>
          </p15:clr>
        </p15:guide>
        <p15:guide id="4" orient="horz" pos="378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5" y="0"/>
            <a:ext cx="391489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000" y="2159999"/>
            <a:ext cx="2836800" cy="2459380"/>
          </a:xfrm>
        </p:spPr>
        <p:txBody>
          <a:bodyPr anchor="ctr" anchorCtr="0"/>
          <a:lstStyle>
            <a:lvl1pPr algn="l">
              <a:lnSpc>
                <a:spcPct val="100000"/>
              </a:lnSpc>
              <a:defRPr sz="4800">
                <a:solidFill>
                  <a:schemeClr val="bg1"/>
                </a:solidFill>
              </a:defRPr>
            </a:lvl1pPr>
          </a:lstStyle>
          <a:p>
            <a:r>
              <a:rPr lang="de-DE" dirty="0"/>
              <a:t>Inhalt #1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6" name="Textplatzhalter 2">
            <a:extLst>
              <a:ext uri="{FF2B5EF4-FFF2-40B4-BE49-F238E27FC236}">
                <a16:creationId xmlns:a16="http://schemas.microsoft.com/office/drawing/2014/main" id="{B47B5461-A8FF-CC0C-3FEE-C5447276F4D5}"/>
              </a:ext>
            </a:extLst>
          </p:cNvPr>
          <p:cNvSpPr>
            <a:spLocks noGrp="1"/>
          </p:cNvSpPr>
          <p:nvPr>
            <p:ph idx="1" hasCustomPrompt="1"/>
          </p:nvPr>
        </p:nvSpPr>
        <p:spPr>
          <a:xfrm>
            <a:off x="5418000" y="792000"/>
            <a:ext cx="6224399" cy="5507201"/>
          </a:xfrm>
          <a:prstGeom prst="rect">
            <a:avLst/>
          </a:prstGeom>
        </p:spPr>
        <p:txBody>
          <a:bodyPr vert="horz" lIns="0" tIns="0" rIns="0" bIns="0" rtlCol="0" anchor="ctr" anchorCtr="0">
            <a:noAutofit/>
          </a:bodyPr>
          <a:lstStyle>
            <a:lvl1pPr marL="324000" indent="-324000">
              <a:lnSpc>
                <a:spcPct val="100000"/>
              </a:lnSpc>
              <a:spcBef>
                <a:spcPts val="2200"/>
              </a:spcBef>
              <a:buFont typeface="+mj-lt"/>
              <a:buAutoNum type="arabicPeriod"/>
              <a:tabLst>
                <a:tab pos="324000" algn="l"/>
              </a:tabLst>
              <a:defRPr sz="2000">
                <a:latin typeface="Sparkasse Medium" panose="020B0603080202020204" pitchFamily="34" charset="0"/>
              </a:defRPr>
            </a:lvl1pPr>
            <a:lvl2pPr marL="324000" indent="0">
              <a:spcBef>
                <a:spcPts val="0"/>
              </a:spcBef>
              <a:buFontTx/>
              <a:buNone/>
              <a:defRPr sz="1600"/>
            </a:lvl2pPr>
            <a:lvl3pPr marL="324000" indent="0">
              <a:spcBef>
                <a:spcPts val="0"/>
              </a:spcBef>
              <a:buFontTx/>
              <a:buNone/>
              <a:defRPr sz="1600"/>
            </a:lvl3pPr>
            <a:lvl4pPr marL="324000" indent="0">
              <a:spcBef>
                <a:spcPts val="0"/>
              </a:spcBef>
              <a:buFontTx/>
              <a:buNone/>
              <a:defRPr sz="1600"/>
            </a:lvl4pPr>
            <a:lvl5pPr marL="324000" indent="0">
              <a:spcBef>
                <a:spcPts val="0"/>
              </a:spcBef>
              <a:buFontTx/>
              <a:buNone/>
              <a:defRPr sz="1600"/>
            </a:lvl5pPr>
          </a:lstStyle>
          <a:p>
            <a:pPr lvl="0"/>
            <a:r>
              <a:rPr lang="de-DE" dirty="0" err="1"/>
              <a:t>Agendapunkt</a:t>
            </a:r>
            <a:r>
              <a:rPr lang="de-DE" dirty="0"/>
              <a:t> Sparkasse Md 20pt</a:t>
            </a:r>
          </a:p>
          <a:p>
            <a:pPr lvl="1"/>
            <a:r>
              <a:rPr lang="de-DE" dirty="0"/>
              <a:t>1.1 Zweite Ebene</a:t>
            </a:r>
          </a:p>
          <a:p>
            <a:pPr lvl="2"/>
            <a:r>
              <a:rPr lang="de-DE" dirty="0"/>
              <a:t>Dritte Ebene</a:t>
            </a:r>
          </a:p>
          <a:p>
            <a:pPr lvl="3"/>
            <a:r>
              <a:rPr lang="de-DE" dirty="0"/>
              <a:t>Vierte Ebene</a:t>
            </a:r>
          </a:p>
          <a:p>
            <a:pPr lvl="4"/>
            <a:r>
              <a:rPr lang="de-DE" dirty="0"/>
              <a:t>Fünfte Ebene</a:t>
            </a:r>
          </a:p>
        </p:txBody>
      </p:sp>
      <p:sp>
        <p:nvSpPr>
          <p:cNvPr id="5" name="Fußzeilenplatzhalter 4">
            <a:extLst>
              <a:ext uri="{FF2B5EF4-FFF2-40B4-BE49-F238E27FC236}">
                <a16:creationId xmlns:a16="http://schemas.microsoft.com/office/drawing/2014/main" id="{E51B1FE4-8CBE-D228-3388-3997A119D9BA}"/>
              </a:ext>
            </a:extLst>
          </p:cNvPr>
          <p:cNvSpPr>
            <a:spLocks noGrp="1"/>
          </p:cNvSpPr>
          <p:nvPr>
            <p:ph type="ftr" sz="quarter" idx="13"/>
          </p:nvPr>
        </p:nvSpPr>
        <p:spPr/>
        <p:txBody>
          <a:bodyPr/>
          <a:lstStyle/>
          <a:p>
            <a:r>
              <a:rPr lang="de-DE"/>
              <a:t>Titel der Präsentation | Name | Ort, Datum</a:t>
            </a:r>
          </a:p>
        </p:txBody>
      </p:sp>
    </p:spTree>
    <p:extLst>
      <p:ext uri="{BB962C8B-B14F-4D97-AF65-F5344CB8AC3E}">
        <p14:creationId xmlns:p14="http://schemas.microsoft.com/office/powerpoint/2010/main" val="3068088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p:txBody>
          <a:bodyPr/>
          <a:lstStyle>
            <a:lvl1pPr>
              <a:defRPr/>
            </a:lvl1pPr>
          </a:lstStyle>
          <a:p>
            <a:r>
              <a:rPr lang="de-DE" dirty="0"/>
              <a:t>Inhalt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Textplatzhalter 2">
            <a:extLst>
              <a:ext uri="{FF2B5EF4-FFF2-40B4-BE49-F238E27FC236}">
                <a16:creationId xmlns:a16="http://schemas.microsoft.com/office/drawing/2014/main" id="{1C6106C1-ACC7-8651-56FC-9C4D79721FBD}"/>
              </a:ext>
            </a:extLst>
          </p:cNvPr>
          <p:cNvSpPr>
            <a:spLocks noGrp="1"/>
          </p:cNvSpPr>
          <p:nvPr>
            <p:ph idx="1" hasCustomPrompt="1"/>
          </p:nvPr>
        </p:nvSpPr>
        <p:spPr>
          <a:xfrm>
            <a:off x="1150866" y="1566000"/>
            <a:ext cx="10488613" cy="4734000"/>
          </a:xfrm>
          <a:prstGeom prst="rect">
            <a:avLst/>
          </a:prstGeom>
        </p:spPr>
        <p:txBody>
          <a:bodyPr vert="horz" lIns="0" tIns="0" rIns="0" bIns="0" numCol="3" spcCol="180000" rtlCol="0" anchor="t" anchorCtr="0">
            <a:noAutofit/>
          </a:bodyPr>
          <a:lstStyle>
            <a:lvl1pPr marL="324000" indent="-324000">
              <a:lnSpc>
                <a:spcPct val="100000"/>
              </a:lnSpc>
              <a:spcBef>
                <a:spcPts val="2200"/>
              </a:spcBef>
              <a:buFont typeface="+mj-lt"/>
              <a:buAutoNum type="arabicPeriod"/>
              <a:tabLst>
                <a:tab pos="324000" algn="l"/>
              </a:tabLst>
              <a:defRPr sz="1600">
                <a:latin typeface="Sparkasse Medium" panose="020B0603080202020204" pitchFamily="34" charset="0"/>
                <a:ea typeface="Aero Medium" pitchFamily="2" charset="0"/>
              </a:defRPr>
            </a:lvl1pPr>
            <a:lvl2pPr marL="324000" indent="0">
              <a:lnSpc>
                <a:spcPct val="113000"/>
              </a:lnSpc>
              <a:spcBef>
                <a:spcPts val="0"/>
              </a:spcBef>
              <a:buFontTx/>
              <a:buNone/>
              <a:defRPr sz="1600"/>
            </a:lvl2pPr>
            <a:lvl3pPr marL="324000" indent="0">
              <a:lnSpc>
                <a:spcPct val="113000"/>
              </a:lnSpc>
              <a:spcBef>
                <a:spcPts val="0"/>
              </a:spcBef>
              <a:buFontTx/>
              <a:buNone/>
              <a:defRPr sz="1600"/>
            </a:lvl3pPr>
            <a:lvl4pPr marL="324000" indent="0">
              <a:lnSpc>
                <a:spcPct val="113000"/>
              </a:lnSpc>
              <a:spcBef>
                <a:spcPts val="0"/>
              </a:spcBef>
              <a:buFontTx/>
              <a:buNone/>
              <a:defRPr sz="1600"/>
            </a:lvl4pPr>
            <a:lvl5pPr marL="324000" indent="0">
              <a:lnSpc>
                <a:spcPct val="113000"/>
              </a:lnSpc>
              <a:spcBef>
                <a:spcPts val="0"/>
              </a:spcBef>
              <a:buFontTx/>
              <a:buNone/>
              <a:defRPr sz="1600"/>
            </a:lvl5pPr>
          </a:lstStyle>
          <a:p>
            <a:pPr lvl="0"/>
            <a:r>
              <a:rPr lang="de-DE" dirty="0" err="1"/>
              <a:t>Agendapunkt</a:t>
            </a:r>
            <a:r>
              <a:rPr lang="de-DE" dirty="0"/>
              <a:t> Sparkasse Md 16pt</a:t>
            </a:r>
          </a:p>
          <a:p>
            <a:pPr lvl="1"/>
            <a:r>
              <a:rPr lang="de-DE" dirty="0"/>
              <a:t>1.1 Zweite Ebene</a:t>
            </a:r>
          </a:p>
          <a:p>
            <a:pPr lvl="2"/>
            <a:r>
              <a:rPr lang="de-DE" dirty="0"/>
              <a:t>Dritte Ebene</a:t>
            </a:r>
          </a:p>
          <a:p>
            <a:pPr lvl="3"/>
            <a:r>
              <a:rPr lang="de-DE" dirty="0"/>
              <a:t>Vierte Ebene</a:t>
            </a:r>
          </a:p>
          <a:p>
            <a:pPr lvl="4"/>
            <a:r>
              <a:rPr lang="de-DE" dirty="0"/>
              <a:t>Fünfte Ebene</a:t>
            </a:r>
          </a:p>
        </p:txBody>
      </p:sp>
      <p:cxnSp>
        <p:nvCxnSpPr>
          <p:cNvPr id="33" name="Gerader Verbinder 32">
            <a:extLst>
              <a:ext uri="{FF2B5EF4-FFF2-40B4-BE49-F238E27FC236}">
                <a16:creationId xmlns:a16="http://schemas.microsoft.com/office/drawing/2014/main" id="{3D8AD20F-582F-905F-CD69-8556B9254432}"/>
              </a:ext>
            </a:extLst>
          </p:cNvPr>
          <p:cNvCxnSpPr>
            <a:cxnSpLocks/>
          </p:cNvCxnSpPr>
          <p:nvPr userDrawn="1"/>
        </p:nvCxnSpPr>
        <p:spPr>
          <a:xfrm>
            <a:off x="1150868" y="1401763"/>
            <a:ext cx="1049027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ußzeilenplatzhalter 6">
            <a:extLst>
              <a:ext uri="{FF2B5EF4-FFF2-40B4-BE49-F238E27FC236}">
                <a16:creationId xmlns:a16="http://schemas.microsoft.com/office/drawing/2014/main" id="{1CE48883-AA48-234A-87C5-6A89A76C900D}"/>
              </a:ext>
            </a:extLst>
          </p:cNvPr>
          <p:cNvSpPr>
            <a:spLocks noGrp="1"/>
          </p:cNvSpPr>
          <p:nvPr>
            <p:ph type="ftr" sz="quarter" idx="13"/>
          </p:nvPr>
        </p:nvSpPr>
        <p:spPr/>
        <p:txBody>
          <a:bodyPr/>
          <a:lstStyle/>
          <a:p>
            <a:r>
              <a:rPr lang="de-DE"/>
              <a:t>Titel der Präsentation | Name | Ort, Datum</a:t>
            </a:r>
          </a:p>
        </p:txBody>
      </p:sp>
    </p:spTree>
    <p:extLst>
      <p:ext uri="{BB962C8B-B14F-4D97-AF65-F5344CB8AC3E}">
        <p14:creationId xmlns:p14="http://schemas.microsoft.com/office/powerpoint/2010/main" val="1374611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Kapiteltrenner-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a:cxnSpLocks noGrp="1" noRot="1" noMove="1" noResize="1" noEditPoints="1" noAdjustHandles="1" noChangeArrowheads="1" noChangeShapeType="1"/>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692400"/>
            <a:ext cx="10488614" cy="3619616"/>
          </a:xfrm>
        </p:spPr>
        <p:txBody>
          <a:bodyPr anchor="t" anchorCtr="0"/>
          <a:lstStyle>
            <a:lvl1pPr algn="ctr">
              <a:defRPr sz="6000">
                <a:solidFill>
                  <a:schemeClr val="bg1"/>
                </a:solidFill>
              </a:defRPr>
            </a:lvl1pPr>
          </a:lstStyle>
          <a:p>
            <a:r>
              <a:rPr lang="de-DE" dirty="0" err="1"/>
              <a:t>Kapiteltrenner</a:t>
            </a:r>
            <a:r>
              <a:rPr lang="de-DE" dirty="0"/>
              <a:t> #1 </a:t>
            </a:r>
            <a:br>
              <a:rPr lang="de-DE" dirty="0"/>
            </a:br>
            <a:r>
              <a:rPr lang="de-DE" dirty="0"/>
              <a:t>Sparkasse Head 60pt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052000"/>
            <a:ext cx="10490400" cy="640400"/>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506877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Kapiteltrenner-Folie #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000" y="0"/>
            <a:ext cx="11581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#2 Sparkasse </a:t>
            </a:r>
            <a:r>
              <a:rPr lang="de-DE" dirty="0" err="1"/>
              <a:t>Rg</a:t>
            </a:r>
            <a:r>
              <a:rPr lang="de-DE" dirty="0"/>
              <a:t>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890273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Kapiteltrenner-Folie #3">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080800"/>
            <a:ext cx="10488614" cy="2160000"/>
          </a:xfrm>
        </p:spPr>
        <p:txBody>
          <a:bodyPr anchor="t" anchorCtr="0"/>
          <a:lstStyle>
            <a:lvl1pPr algn="ctr">
              <a:lnSpc>
                <a:spcPct val="80000"/>
              </a:lnSpc>
              <a:defRPr sz="20000">
                <a:solidFill>
                  <a:schemeClr val="tx2"/>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377747"/>
            <a:ext cx="10490400" cy="663295"/>
          </a:xfrm>
        </p:spPr>
        <p:txBody>
          <a:bodyPr/>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#3 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2470044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Kapiteltrenner-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080000" y="2159998"/>
            <a:ext cx="2836800" cy="2573083"/>
          </a:xfrm>
        </p:spPr>
        <p:txBody>
          <a:bodyPr anchor="ctr" anchorCtr="0"/>
          <a:lstStyle>
            <a:lvl1pPr algn="ctr">
              <a:lnSpc>
                <a:spcPct val="80000"/>
              </a:lnSpc>
              <a:defRPr sz="10000">
                <a:solidFill>
                  <a:schemeClr val="bg1"/>
                </a:solidFill>
              </a:defRPr>
            </a:lvl1pPr>
          </a:lstStyle>
          <a:p>
            <a:r>
              <a:rPr lang="de-DE" dirty="0"/>
              <a:t>1.1</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4685344" y="2159999"/>
            <a:ext cx="6957056" cy="2402516"/>
          </a:xfrm>
        </p:spPr>
        <p:txBody>
          <a:bodyPr anchor="ctr" anchorCtr="0"/>
          <a:lstStyle>
            <a:lvl1pPr marL="0" indent="0" algn="ctr">
              <a:spcBef>
                <a:spcPts val="0"/>
              </a:spcBef>
              <a:buNone/>
              <a:defRPr sz="3000">
                <a:solidFill>
                  <a:schemeClr val="tx1"/>
                </a:solidFill>
                <a:latin typeface="Sparkasse Medium" panose="020B0603080202020204"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err="1"/>
              <a:t>Kapiteltrenner</a:t>
            </a:r>
            <a:r>
              <a:rPr lang="de-DE" dirty="0"/>
              <a:t> #4 </a:t>
            </a:r>
            <a:br>
              <a:rPr lang="de-DE" dirty="0"/>
            </a:br>
            <a:r>
              <a:rPr lang="de-DE" dirty="0"/>
              <a:t>Sparkasse Md 30pt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7319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apiteltrenner-Folie #5">
    <p:spTree>
      <p:nvGrpSpPr>
        <p:cNvPr id="1" name=""/>
        <p:cNvGrpSpPr/>
        <p:nvPr/>
      </p:nvGrpSpPr>
      <p:grpSpPr>
        <a:xfrm>
          <a:off x="0" y="0"/>
          <a:ext cx="0" cy="0"/>
          <a:chOff x="0" y="0"/>
          <a:chExt cx="0" cy="0"/>
        </a:xfrm>
      </p:grpSpPr>
      <p:sp>
        <p:nvSpPr>
          <p:cNvPr id="10" name="Bildplatzhalter 4">
            <a:extLst>
              <a:ext uri="{FF2B5EF4-FFF2-40B4-BE49-F238E27FC236}">
                <a16:creationId xmlns:a16="http://schemas.microsoft.com/office/drawing/2014/main" id="{F33785CD-D20E-FB23-4874-64E658A300D3}"/>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3129280"/>
            <a:ext cx="10488614" cy="1339722"/>
          </a:xfrm>
        </p:spPr>
        <p:txBody>
          <a:bodyPr anchor="t" anchorCtr="0"/>
          <a:lstStyle>
            <a:lvl1pPr algn="ctr">
              <a:defRPr sz="4800">
                <a:solidFill>
                  <a:schemeClr val="bg1"/>
                </a:solidFill>
              </a:defRPr>
            </a:lvl1pPr>
          </a:lstStyle>
          <a:p>
            <a:r>
              <a:rPr lang="de-DE" dirty="0" err="1"/>
              <a:t>Kapiteltrenner</a:t>
            </a:r>
            <a:r>
              <a:rPr lang="de-DE" dirty="0"/>
              <a:t> #5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2326640"/>
            <a:ext cx="10490400" cy="639237"/>
          </a:xfrm>
        </p:spPr>
        <p:txBody>
          <a:bodyPr/>
          <a:lstStyle>
            <a:lvl1pPr marL="0" indent="0" algn="ctr">
              <a:lnSpc>
                <a:spcPct val="100000"/>
              </a:lnSpc>
              <a:spcBef>
                <a:spcPts val="0"/>
              </a:spcBef>
              <a:buNone/>
              <a:defRPr sz="4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Tree>
    <p:extLst>
      <p:ext uri="{BB962C8B-B14F-4D97-AF65-F5344CB8AC3E}">
        <p14:creationId xmlns:p14="http://schemas.microsoft.com/office/powerpoint/2010/main" val="3960054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apiteltrenner-Folie #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07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2388740"/>
            <a:ext cx="6733618" cy="3910459"/>
          </a:xfrm>
        </p:spPr>
        <p:txBody>
          <a:bodyPr anchor="t" anchorCtr="0"/>
          <a:lstStyle>
            <a:lvl1pPr algn="l">
              <a:defRPr sz="4800">
                <a:solidFill>
                  <a:schemeClr val="bg1"/>
                </a:solidFill>
              </a:defRPr>
            </a:lvl1pPr>
          </a:lstStyle>
          <a:p>
            <a:r>
              <a:rPr lang="de-DE" dirty="0" err="1"/>
              <a:t>Kapiteltrenner</a:t>
            </a:r>
            <a:r>
              <a:rPr lang="de-DE" dirty="0"/>
              <a:t> #6 </a:t>
            </a:r>
            <a:br>
              <a:rPr lang="de-DE" dirty="0"/>
            </a:br>
            <a:r>
              <a:rPr lang="de-DE" dirty="0"/>
              <a:t>Sparkasse Head 48pt</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1699621"/>
            <a:ext cx="6734765" cy="360000"/>
          </a:xfrm>
        </p:spPr>
        <p:txBody>
          <a:bodyPr/>
          <a:lstStyle>
            <a:lvl1pPr marL="0" indent="0" algn="l">
              <a:lnSpc>
                <a:spcPct val="100000"/>
              </a:lnSpc>
              <a:spcBef>
                <a:spcPts val="0"/>
              </a:spcBef>
              <a:buNone/>
              <a:defRPr sz="30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1.1.1.</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Bildplatzhalter 4">
            <a:extLst>
              <a:ext uri="{FF2B5EF4-FFF2-40B4-BE49-F238E27FC236}">
                <a16:creationId xmlns:a16="http://schemas.microsoft.com/office/drawing/2014/main" id="{8C2D2830-9194-FB31-E576-D3CCF216298C}"/>
              </a:ext>
            </a:extLst>
          </p:cNvPr>
          <p:cNvSpPr>
            <a:spLocks noGrp="1"/>
          </p:cNvSpPr>
          <p:nvPr>
            <p:ph type="pic" sz="quarter" idx="13" hasCustomPrompt="1"/>
          </p:nvPr>
        </p:nvSpPr>
        <p:spPr>
          <a:xfrm>
            <a:off x="8085470" y="0"/>
            <a:ext cx="4106530" cy="6858000"/>
          </a:xfrm>
          <a:solidFill>
            <a:schemeClr val="bg1">
              <a:lumMod val="95000"/>
            </a:schemeClr>
          </a:solidFill>
        </p:spPr>
        <p:txBody>
          <a:bodyPr lIns="72000" tIns="72000"/>
          <a:lstStyle>
            <a:lvl1pPr>
              <a:defRPr sz="1000"/>
            </a:lvl1pPr>
          </a:lstStyle>
          <a:p>
            <a:pPr marL="0" marR="0" lvl="0" indent="0" algn="l" defTabSz="914400" rtl="0" eaLnBrk="1" fontAlgn="auto" latinLnBrk="0" hangingPunct="1">
              <a:lnSpc>
                <a:spcPct val="114000"/>
              </a:lnSpc>
              <a:spcBef>
                <a:spcPts val="1800"/>
              </a:spcBef>
              <a:spcAft>
                <a:spcPts val="0"/>
              </a:spcAft>
              <a:buClrTx/>
              <a:buSzTx/>
              <a:buFontTx/>
              <a:buNone/>
              <a:tabLst/>
              <a:defRPr/>
            </a:pPr>
            <a:r>
              <a:rPr lang="de-DE" noProof="0" dirty="0"/>
              <a:t>Bitte fügen Sie ein Bild über Klick auf das Symbol im Platzhalter ein </a:t>
            </a:r>
            <a:r>
              <a:rPr lang="de-DE" dirty="0"/>
              <a:t>und stellen sie es über Anordnen &gt; In den Hintergrund</a:t>
            </a:r>
            <a:r>
              <a:rPr lang="de-DE" noProof="0" dirty="0"/>
              <a:t>. Oder mit Klick auf den Platzhalter und der rechten Maustaste den Befehl „Bild einfügen“ auswählen. Oder ein Bild aus der Zwischenablage in den angeklickten Platzhalter einfügen. Format </a:t>
            </a:r>
            <a:r>
              <a:rPr lang="de-DE" dirty="0"/>
              <a:t>11,41 x 19,05 cm.</a:t>
            </a:r>
          </a:p>
        </p:txBody>
      </p:sp>
    </p:spTree>
    <p:extLst>
      <p:ext uri="{BB962C8B-B14F-4D97-AF65-F5344CB8AC3E}">
        <p14:creationId xmlns:p14="http://schemas.microsoft.com/office/powerpoint/2010/main" val="699501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tement-Folie #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1226" y="0"/>
            <a:ext cx="115819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#1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6147F71F-55B1-B29B-00C3-246FD7E20937}"/>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14083331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tement-Folie #2">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350000"/>
            <a:ext cx="10488614" cy="2880000"/>
          </a:xfrm>
        </p:spPr>
        <p:txBody>
          <a:bodyPr anchor="b" anchorCtr="0"/>
          <a:lstStyle>
            <a:lvl1pPr algn="ctr">
              <a:lnSpc>
                <a:spcPct val="100000"/>
              </a:lnSpc>
              <a:defRPr sz="4800">
                <a:solidFill>
                  <a:schemeClr val="tx1"/>
                </a:solidFill>
              </a:defRPr>
            </a:lvl1pPr>
          </a:lstStyle>
          <a:p>
            <a:r>
              <a:rPr lang="de-DE" dirty="0"/>
              <a:t>»Statement #2 </a:t>
            </a:r>
            <a:br>
              <a:rPr lang="de-DE" dirty="0"/>
            </a:br>
            <a:r>
              <a:rPr lang="de-DE" dirty="0"/>
              <a:t>Sparkasse Head 48pt zentriert </a:t>
            </a:r>
            <a:br>
              <a:rPr lang="de-DE" dirty="0"/>
            </a:br>
            <a:r>
              <a:rPr lang="de-DE" dirty="0"/>
              <a:t>ein- bis vierzeilig«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4" name="Untertitel 2">
            <a:extLst>
              <a:ext uri="{FF2B5EF4-FFF2-40B4-BE49-F238E27FC236}">
                <a16:creationId xmlns:a16="http://schemas.microsoft.com/office/drawing/2014/main" id="{86EDD31A-D279-36DE-532B-AD75F4472DDD}"/>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2366773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tement-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Titel 1">
            <a:extLst>
              <a:ext uri="{FF2B5EF4-FFF2-40B4-BE49-F238E27FC236}">
                <a16:creationId xmlns:a16="http://schemas.microsoft.com/office/drawing/2014/main" id="{A662E445-3F9C-1689-9EF8-97665E237461}"/>
              </a:ext>
            </a:extLst>
          </p:cNvPr>
          <p:cNvSpPr>
            <a:spLocks noGrp="1"/>
          </p:cNvSpPr>
          <p:nvPr>
            <p:ph type="title" hasCustomPrompt="1"/>
          </p:nvPr>
        </p:nvSpPr>
        <p:spPr>
          <a:xfrm>
            <a:off x="1152524" y="1350000"/>
            <a:ext cx="10488614" cy="2880000"/>
          </a:xfrm>
        </p:spPr>
        <p:txBody>
          <a:bodyPr anchor="b" anchorCtr="0"/>
          <a:lstStyle>
            <a:lvl1pPr algn="ctr">
              <a:lnSpc>
                <a:spcPct val="100000"/>
              </a:lnSpc>
              <a:tabLst/>
              <a:defRPr sz="4800">
                <a:solidFill>
                  <a:schemeClr val="bg1"/>
                </a:solidFill>
              </a:defRPr>
            </a:lvl1pPr>
          </a:lstStyle>
          <a:p>
            <a:r>
              <a:rPr lang="de-DE" dirty="0"/>
              <a:t>»Statement #3 </a:t>
            </a:r>
            <a:br>
              <a:rPr lang="de-DE" dirty="0"/>
            </a:br>
            <a:r>
              <a:rPr lang="de-DE" dirty="0"/>
              <a:t>Sparkasse Head 48pt zentriert </a:t>
            </a:r>
            <a:br>
              <a:rPr lang="de-DE" dirty="0"/>
            </a:br>
            <a:r>
              <a:rPr lang="de-DE" dirty="0"/>
              <a:t>ein- bis vierzeilig«</a:t>
            </a:r>
          </a:p>
        </p:txBody>
      </p:sp>
      <p:sp>
        <p:nvSpPr>
          <p:cNvPr id="7" name="Textplatzhalter 2">
            <a:extLst>
              <a:ext uri="{FF2B5EF4-FFF2-40B4-BE49-F238E27FC236}">
                <a16:creationId xmlns:a16="http://schemas.microsoft.com/office/drawing/2014/main" id="{DADA7B2C-BB1E-E5CF-F561-56B80F14261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4094416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Folie #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612774" y="0"/>
            <a:ext cx="1158042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#4 70pt </a:t>
            </a:r>
            <a:br>
              <a:rPr lang="de-DE" dirty="0"/>
            </a:br>
            <a:r>
              <a:rPr lang="de-DE" dirty="0"/>
              <a:t>ein- bis zweizeilig«</a:t>
            </a:r>
          </a:p>
        </p:txBody>
      </p:sp>
      <p:sp>
        <p:nvSpPr>
          <p:cNvPr id="3" name="Textplatzhalter 2">
            <a:extLst>
              <a:ext uri="{FF2B5EF4-FFF2-40B4-BE49-F238E27FC236}">
                <a16:creationId xmlns:a16="http://schemas.microsoft.com/office/drawing/2014/main" id="{CE686EEC-439A-FD3B-7819-F26F9256AE84}"/>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5" name="Untertitel 2">
            <a:extLst>
              <a:ext uri="{FF2B5EF4-FFF2-40B4-BE49-F238E27FC236}">
                <a16:creationId xmlns:a16="http://schemas.microsoft.com/office/drawing/2014/main" id="{7F4BE844-4F8F-9FF2-E0D2-49CF96E7D397}"/>
              </a:ext>
            </a:extLst>
          </p:cNvPr>
          <p:cNvSpPr>
            <a:spLocks noGrp="1"/>
          </p:cNvSpPr>
          <p:nvPr>
            <p:ph type="subTitle" idx="13" hasCustomPrompt="1"/>
          </p:nvPr>
        </p:nvSpPr>
        <p:spPr>
          <a:xfrm>
            <a:off x="1152000" y="486000"/>
            <a:ext cx="10488613" cy="468000"/>
          </a:xfrm>
        </p:spPr>
        <p:txBody>
          <a:bodyPr/>
          <a:lstStyle>
            <a:lvl1pPr marL="0" indent="0" algn="l">
              <a:spcBef>
                <a:spcPts val="0"/>
              </a:spcBef>
              <a:buNone/>
              <a:tabLst>
                <a:tab pos="3857625" algn="l"/>
              </a:tabLst>
              <a:defRPr sz="2800">
                <a:solidFill>
                  <a:schemeClr val="bg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792682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Folie #5">
    <p:spTree>
      <p:nvGrpSpPr>
        <p:cNvPr id="1" name=""/>
        <p:cNvGrpSpPr/>
        <p:nvPr/>
      </p:nvGrpSpPr>
      <p:grpSpPr>
        <a:xfrm>
          <a:off x="0" y="0"/>
          <a:ext cx="0" cy="0"/>
          <a:chOff x="0" y="0"/>
          <a:chExt cx="0" cy="0"/>
        </a:xfrm>
      </p:grpSpPr>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7EF46AA4-776F-67D3-9248-1E350A7CEBC2}"/>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tx1"/>
                </a:solidFill>
              </a:defRPr>
            </a:lvl1pPr>
          </a:lstStyle>
          <a:p>
            <a:r>
              <a:rPr lang="de-DE" dirty="0"/>
              <a:t>»Statement #5 70pt </a:t>
            </a:r>
            <a:br>
              <a:rPr lang="de-DE" dirty="0"/>
            </a:br>
            <a:r>
              <a:rPr lang="de-DE" dirty="0"/>
              <a:t>ein- bis zweizeilig«</a:t>
            </a:r>
          </a:p>
        </p:txBody>
      </p:sp>
      <p:sp>
        <p:nvSpPr>
          <p:cNvPr id="3" name="Textplatzhalter 2">
            <a:extLst>
              <a:ext uri="{FF2B5EF4-FFF2-40B4-BE49-F238E27FC236}">
                <a16:creationId xmlns:a16="http://schemas.microsoft.com/office/drawing/2014/main" id="{4F51F540-12FB-2C90-93EE-729F79EF2EA8}"/>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tx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
        <p:nvSpPr>
          <p:cNvPr id="4" name="Untertitel 2">
            <a:extLst>
              <a:ext uri="{FF2B5EF4-FFF2-40B4-BE49-F238E27FC236}">
                <a16:creationId xmlns:a16="http://schemas.microsoft.com/office/drawing/2014/main" id="{342D12E8-8E0A-5EB8-B4D3-7F64A54EBEC8}"/>
              </a:ext>
            </a:extLst>
          </p:cNvPr>
          <p:cNvSpPr>
            <a:spLocks noGrp="1"/>
          </p:cNvSpPr>
          <p:nvPr>
            <p:ph type="subTitle" idx="13" hasCustomPrompt="1"/>
          </p:nvPr>
        </p:nvSpPr>
        <p:spPr>
          <a:xfrm>
            <a:off x="1152000" y="489600"/>
            <a:ext cx="10488613" cy="468000"/>
          </a:xfrm>
        </p:spPr>
        <p:txBody>
          <a:bodyPr/>
          <a:lstStyle>
            <a:lvl1pPr marL="0" indent="0" algn="l">
              <a:spcBef>
                <a:spcPts val="0"/>
              </a:spcBef>
              <a:buNone/>
              <a:tabLst>
                <a:tab pos="3857625" algn="l"/>
              </a:tabLst>
              <a:defRPr sz="2800">
                <a:solidFill>
                  <a:schemeClr val="tx1"/>
                </a:solidFill>
                <a:latin typeface="Sparkasse Head" panose="020B08040506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7343019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Folie #6">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2482AC49-68BF-CEC7-D064-DFB55C825189}"/>
              </a:ext>
            </a:extLst>
          </p:cNvPr>
          <p:cNvSpPr>
            <a:spLocks noGrp="1"/>
          </p:cNvSpPr>
          <p:nvPr>
            <p:ph type="pic" sz="quarter" idx="13" hasCustomPrompt="1"/>
          </p:nvPr>
        </p:nvSpPr>
        <p:spPr>
          <a:xfrm>
            <a:off x="619200" y="0"/>
            <a:ext cx="11572800"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a:t>
            </a:r>
            <a:r>
              <a:rPr lang="de-DE" dirty="0"/>
              <a:t>und stellen sie es über Anordnen &gt; In den Hintergrund</a:t>
            </a:r>
            <a:r>
              <a:rPr lang="de-DE" noProof="0" dirty="0"/>
              <a:t>.</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32,15 x 19,05 cm.</a:t>
            </a:r>
          </a:p>
        </p:txBody>
      </p:sp>
      <p:cxnSp>
        <p:nvCxnSpPr>
          <p:cNvPr id="9" name="Gerader Verbinder 8">
            <a:extLst>
              <a:ext uri="{FF2B5EF4-FFF2-40B4-BE49-F238E27FC236}">
                <a16:creationId xmlns:a16="http://schemas.microsoft.com/office/drawing/2014/main" id="{A5CBBF42-C429-1410-51A4-1140F276B4DA}"/>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liennummernplatzhalter 5">
            <a:extLst>
              <a:ext uri="{FF2B5EF4-FFF2-40B4-BE49-F238E27FC236}">
                <a16:creationId xmlns:a16="http://schemas.microsoft.com/office/drawing/2014/main" id="{B90D4FD8-989A-C130-044E-326FCFA4F478}"/>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2" name="Titel 1">
            <a:extLst>
              <a:ext uri="{FF2B5EF4-FFF2-40B4-BE49-F238E27FC236}">
                <a16:creationId xmlns:a16="http://schemas.microsoft.com/office/drawing/2014/main" id="{CB7D770E-8DC5-6983-D02A-F082507E200D}"/>
              </a:ext>
            </a:extLst>
          </p:cNvPr>
          <p:cNvSpPr>
            <a:spLocks noGrp="1"/>
          </p:cNvSpPr>
          <p:nvPr>
            <p:ph type="title" hasCustomPrompt="1"/>
          </p:nvPr>
        </p:nvSpPr>
        <p:spPr>
          <a:xfrm>
            <a:off x="1152524" y="1620839"/>
            <a:ext cx="10488614" cy="2641600"/>
          </a:xfrm>
        </p:spPr>
        <p:txBody>
          <a:bodyPr anchor="b" anchorCtr="0"/>
          <a:lstStyle>
            <a:lvl1pPr algn="ctr">
              <a:lnSpc>
                <a:spcPct val="100000"/>
              </a:lnSpc>
              <a:defRPr sz="7000">
                <a:solidFill>
                  <a:schemeClr val="bg1"/>
                </a:solidFill>
              </a:defRPr>
            </a:lvl1pPr>
          </a:lstStyle>
          <a:p>
            <a:r>
              <a:rPr lang="de-DE" dirty="0"/>
              <a:t>»Statement #6 70pt </a:t>
            </a:r>
            <a:br>
              <a:rPr lang="de-DE" dirty="0"/>
            </a:br>
            <a:r>
              <a:rPr lang="de-DE" dirty="0"/>
              <a:t>ein- bis zweizeilig«</a:t>
            </a:r>
          </a:p>
        </p:txBody>
      </p:sp>
      <p:sp>
        <p:nvSpPr>
          <p:cNvPr id="3" name="Textplatzhalter 2">
            <a:extLst>
              <a:ext uri="{FF2B5EF4-FFF2-40B4-BE49-F238E27FC236}">
                <a16:creationId xmlns:a16="http://schemas.microsoft.com/office/drawing/2014/main" id="{50A7BA38-3926-531B-83E5-3A0D394F17F3}"/>
              </a:ext>
            </a:extLst>
          </p:cNvPr>
          <p:cNvSpPr>
            <a:spLocks noGrp="1"/>
          </p:cNvSpPr>
          <p:nvPr>
            <p:ph type="body" idx="1" hasCustomPrompt="1"/>
          </p:nvPr>
        </p:nvSpPr>
        <p:spPr>
          <a:xfrm>
            <a:off x="1152000" y="4680000"/>
            <a:ext cx="10490400" cy="360000"/>
          </a:xfrm>
        </p:spPr>
        <p:txBody>
          <a:bodyPr/>
          <a:lstStyle>
            <a:lvl1pPr marL="0" indent="0" algn="ctr">
              <a:spcBef>
                <a:spcPts val="0"/>
              </a:spcBef>
              <a:buNone/>
              <a:defRPr sz="14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Autor oder Quelle Sparkasse Medium 14pt</a:t>
            </a:r>
          </a:p>
        </p:txBody>
      </p:sp>
    </p:spTree>
    <p:extLst>
      <p:ext uri="{BB962C8B-B14F-4D97-AF65-F5344CB8AC3E}">
        <p14:creationId xmlns:p14="http://schemas.microsoft.com/office/powerpoint/2010/main" val="3105365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567298"/>
            <a:ext cx="10490399" cy="4731902"/>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525"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extplatzhalter 2">
            <a:extLst>
              <a:ext uri="{FF2B5EF4-FFF2-40B4-BE49-F238E27FC236}">
                <a16:creationId xmlns:a16="http://schemas.microsoft.com/office/drawing/2014/main" id="{AF94ACF5-E151-671E-5405-AF5ED2F70F7F}"/>
              </a:ext>
            </a:extLst>
          </p:cNvPr>
          <p:cNvSpPr>
            <a:spLocks noGrp="1"/>
          </p:cNvSpPr>
          <p:nvPr>
            <p:ph type="body" idx="15" hasCustomPrompt="1"/>
          </p:nvPr>
        </p:nvSpPr>
        <p:spPr>
          <a:xfrm>
            <a:off x="1152000" y="6181612"/>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E1B9ADAC-4953-A414-5F44-15432B379475}"/>
              </a:ext>
            </a:extLst>
          </p:cNvPr>
          <p:cNvSpPr>
            <a:spLocks noGrp="1"/>
          </p:cNvSpPr>
          <p:nvPr>
            <p:ph type="ftr" sz="quarter" idx="16"/>
          </p:nvPr>
        </p:nvSpPr>
        <p:spPr/>
        <p:txBody>
          <a:bodyPr/>
          <a:lstStyle/>
          <a:p>
            <a:r>
              <a:rPr lang="de-DE"/>
              <a:t>Titel der Präsentation | Name | Ort, Datum</a:t>
            </a:r>
          </a:p>
        </p:txBody>
      </p:sp>
    </p:spTree>
    <p:extLst>
      <p:ext uri="{BB962C8B-B14F-4D97-AF65-F5344CB8AC3E}">
        <p14:creationId xmlns:p14="http://schemas.microsoft.com/office/powerpoint/2010/main" val="36488139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487204" y="1565999"/>
            <a:ext cx="5155198"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FDFC7014-5E7D-BE9E-F249-054FBAED7792}"/>
              </a:ext>
            </a:extLst>
          </p:cNvPr>
          <p:cNvSpPr>
            <a:spLocks noGrp="1"/>
          </p:cNvSpPr>
          <p:nvPr>
            <p:ph type="body" idx="16"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p:txBody>
          <a:bodyPr/>
          <a:lstStyle/>
          <a:p>
            <a:r>
              <a:rPr lang="de-DE"/>
              <a:t>Titel der Präsentation | Name | Ort, Datum</a:t>
            </a:r>
          </a:p>
        </p:txBody>
      </p:sp>
    </p:spTree>
    <p:extLst>
      <p:ext uri="{BB962C8B-B14F-4D97-AF65-F5344CB8AC3E}">
        <p14:creationId xmlns:p14="http://schemas.microsoft.com/office/powerpoint/2010/main" val="489291536"/>
      </p:ext>
    </p:extLst>
  </p:cSld>
  <p:clrMapOvr>
    <a:masterClrMapping/>
  </p:clrMapOvr>
  <p:extLst>
    <p:ext uri="{DCECCB84-F9BA-43D5-87BE-67443E8EF086}">
      <p15:sldGuideLst xmlns:p15="http://schemas.microsoft.com/office/powerpoint/2012/main">
        <p15:guide id="1" pos="3973" userDrawn="1">
          <p15:clr>
            <a:srgbClr val="FBAE40"/>
          </p15:clr>
        </p15:guide>
        <p15:guide id="2" pos="408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#3</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377138"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4706606" y="1565999"/>
            <a:ext cx="337713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334D0129-0806-256C-6F30-6B5E99E79E7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p>
            <a:r>
              <a:rPr lang="de-DE"/>
              <a:t>Titel der Präsentation | Name | Ort, Datum</a:t>
            </a:r>
          </a:p>
        </p:txBody>
      </p:sp>
    </p:spTree>
    <p:extLst>
      <p:ext uri="{BB962C8B-B14F-4D97-AF65-F5344CB8AC3E}">
        <p14:creationId xmlns:p14="http://schemas.microsoft.com/office/powerpoint/2010/main" val="147404996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#4</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2" y="1565999"/>
            <a:ext cx="2486466"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4172650" y="1565999"/>
            <a:ext cx="7469751"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2">
            <a:extLst>
              <a:ext uri="{FF2B5EF4-FFF2-40B4-BE49-F238E27FC236}">
                <a16:creationId xmlns:a16="http://schemas.microsoft.com/office/drawing/2014/main" id="{89C4115B-C0CB-09D1-A1FA-1947589EDEE4}"/>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3BB826EB-6448-19DD-B2C8-2271AB5A6342}"/>
              </a:ext>
            </a:extLst>
          </p:cNvPr>
          <p:cNvSpPr>
            <a:spLocks noGrp="1"/>
          </p:cNvSpPr>
          <p:nvPr>
            <p:ph type="ftr" sz="quarter" idx="18"/>
          </p:nvPr>
        </p:nvSpPr>
        <p:spPr/>
        <p:txBody>
          <a:bodyPr/>
          <a:lstStyle/>
          <a:p>
            <a:r>
              <a:rPr lang="de-DE" dirty="0"/>
              <a:t>Titel der Präsentation | Name | Ort, Datum</a:t>
            </a:r>
          </a:p>
        </p:txBody>
      </p:sp>
    </p:spTree>
    <p:extLst>
      <p:ext uri="{BB962C8B-B14F-4D97-AF65-F5344CB8AC3E}">
        <p14:creationId xmlns:p14="http://schemas.microsoft.com/office/powerpoint/2010/main" val="1182916904"/>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Folie #5">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39BA2681-781F-5257-1717-6FB8C8A710D7}"/>
              </a:ext>
            </a:extLst>
          </p:cNvPr>
          <p:cNvSpPr/>
          <p:nvPr userDrawn="1"/>
        </p:nvSpPr>
        <p:spPr>
          <a:xfrm>
            <a:off x="611226" y="0"/>
            <a:ext cx="39164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tx1"/>
                </a:solidFill>
              </a:defRPr>
            </a:lvl1pPr>
          </a:lstStyle>
          <a:p>
            <a:r>
              <a:rPr lang="de-DE"/>
              <a:t>Titel der Präsentation | Name | Ort, Datum</a:t>
            </a:r>
            <a:endParaRPr lang="de-DE" dirty="0"/>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6" y="486000"/>
            <a:ext cx="2903618" cy="913979"/>
          </a:xfrm>
        </p:spPr>
        <p:txBody>
          <a:bodyPr/>
          <a:lstStyle>
            <a:lvl1pPr>
              <a:defRPr>
                <a:solidFill>
                  <a:schemeClr val="bg1"/>
                </a:solidFill>
              </a:defRPr>
            </a:lvl1pPr>
          </a:lstStyle>
          <a:p>
            <a:r>
              <a:rPr lang="de-DE" dirty="0"/>
              <a:t>Headline ein- bis max. zweizeilig #5</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Inhaltsplatzhalter 2">
            <a:extLst>
              <a:ext uri="{FF2B5EF4-FFF2-40B4-BE49-F238E27FC236}">
                <a16:creationId xmlns:a16="http://schemas.microsoft.com/office/drawing/2014/main" id="{79BBDAF3-00BF-92A5-5327-3DAD4438D671}"/>
              </a:ext>
            </a:extLst>
          </p:cNvPr>
          <p:cNvSpPr>
            <a:spLocks noGrp="1"/>
          </p:cNvSpPr>
          <p:nvPr>
            <p:ph idx="19" hasCustomPrompt="1"/>
          </p:nvPr>
        </p:nvSpPr>
        <p:spPr>
          <a:xfrm>
            <a:off x="1163874" y="1565999"/>
            <a:ext cx="290362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2">
            <a:extLst>
              <a:ext uri="{FF2B5EF4-FFF2-40B4-BE49-F238E27FC236}">
                <a16:creationId xmlns:a16="http://schemas.microsoft.com/office/drawing/2014/main" id="{0BC48F0D-C190-3DFD-9B5F-FD791FAAFC07}"/>
              </a:ext>
            </a:extLst>
          </p:cNvPr>
          <p:cNvSpPr>
            <a:spLocks noGrp="1"/>
          </p:cNvSpPr>
          <p:nvPr>
            <p:ph idx="15" hasCustomPrompt="1"/>
          </p:nvPr>
        </p:nvSpPr>
        <p:spPr>
          <a:xfrm>
            <a:off x="5025224" y="1565999"/>
            <a:ext cx="66171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Untertitel 2">
            <a:extLst>
              <a:ext uri="{FF2B5EF4-FFF2-40B4-BE49-F238E27FC236}">
                <a16:creationId xmlns:a16="http://schemas.microsoft.com/office/drawing/2014/main" id="{BE40D2CD-E823-35DE-F24B-6E3F18272D57}"/>
              </a:ext>
            </a:extLst>
          </p:cNvPr>
          <p:cNvSpPr>
            <a:spLocks noGrp="1"/>
          </p:cNvSpPr>
          <p:nvPr>
            <p:ph type="subTitle" idx="1" hasCustomPrompt="1"/>
          </p:nvPr>
        </p:nvSpPr>
        <p:spPr>
          <a:xfrm>
            <a:off x="5022954" y="486000"/>
            <a:ext cx="661717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Sparkasse Head 28pt ein- bis max. zweizeilig</a:t>
            </a:r>
          </a:p>
        </p:txBody>
      </p:sp>
    </p:spTree>
    <p:extLst>
      <p:ext uri="{BB962C8B-B14F-4D97-AF65-F5344CB8AC3E}">
        <p14:creationId xmlns:p14="http://schemas.microsoft.com/office/powerpoint/2010/main" val="378530362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Folie #6">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57863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6825669" y="1565999"/>
            <a:ext cx="4618733" cy="4733201"/>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6" y="486000"/>
            <a:ext cx="4821736" cy="913979"/>
          </a:xfrm>
        </p:spPr>
        <p:txBody>
          <a:bodyPr/>
          <a:lstStyle>
            <a:lvl1pPr>
              <a:defRPr>
                <a:solidFill>
                  <a:schemeClr val="bg1"/>
                </a:solidFill>
              </a:defRPr>
            </a:lvl1pPr>
          </a:lstStyle>
          <a:p>
            <a:r>
              <a:rPr lang="de-DE" dirty="0"/>
              <a:t>Pro Sparkasse Head 28pt </a:t>
            </a:r>
            <a:br>
              <a:rPr lang="de-DE" dirty="0"/>
            </a:br>
            <a:r>
              <a:rPr lang="de-DE" dirty="0"/>
              <a:t>ein- bis max. zweizeilig #6</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1" name="Inhaltsplatzhalter 2">
            <a:extLst>
              <a:ext uri="{FF2B5EF4-FFF2-40B4-BE49-F238E27FC236}">
                <a16:creationId xmlns:a16="http://schemas.microsoft.com/office/drawing/2014/main" id="{494C1307-15E1-9CE2-05C0-CB5BC31E71F2}"/>
              </a:ext>
            </a:extLst>
          </p:cNvPr>
          <p:cNvSpPr>
            <a:spLocks noGrp="1"/>
          </p:cNvSpPr>
          <p:nvPr>
            <p:ph idx="18"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4" name="Untertitel 2">
            <a:extLst>
              <a:ext uri="{FF2B5EF4-FFF2-40B4-BE49-F238E27FC236}">
                <a16:creationId xmlns:a16="http://schemas.microsoft.com/office/drawing/2014/main" id="{C1D3B3DC-27BA-BFDD-C894-90643AF38824}"/>
              </a:ext>
            </a:extLst>
          </p:cNvPr>
          <p:cNvSpPr>
            <a:spLocks noGrp="1"/>
          </p:cNvSpPr>
          <p:nvPr>
            <p:ph type="subTitle" idx="1" hasCustomPrompt="1"/>
          </p:nvPr>
        </p:nvSpPr>
        <p:spPr>
          <a:xfrm>
            <a:off x="6825668" y="486000"/>
            <a:ext cx="4814463"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Contra Sparkasse Head 28pt ein- bis max. zweizeilig</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Fußzeilenplatzhalter 6">
            <a:extLst>
              <a:ext uri="{FF2B5EF4-FFF2-40B4-BE49-F238E27FC236}">
                <a16:creationId xmlns:a16="http://schemas.microsoft.com/office/drawing/2014/main" id="{6A5068BE-DCF4-49FF-0FB1-1510B08C8E21}"/>
              </a:ext>
            </a:extLst>
          </p:cNvPr>
          <p:cNvSpPr>
            <a:spLocks noGrp="1"/>
          </p:cNvSpPr>
          <p:nvPr>
            <p:ph type="ftr" sz="quarter" idx="19"/>
          </p:nvPr>
        </p:nvSpPr>
        <p:spPr>
          <a:xfrm>
            <a:off x="4528800" y="6408000"/>
            <a:ext cx="7113600" cy="180000"/>
          </a:xfrm>
        </p:spPr>
        <p:txBody>
          <a:bodyPr/>
          <a:lstStyle/>
          <a:p>
            <a:r>
              <a:rPr lang="de-DE" dirty="0"/>
              <a:t>Titel der Präsentation | Name | Ort, Datum</a:t>
            </a:r>
          </a:p>
        </p:txBody>
      </p:sp>
    </p:spTree>
    <p:extLst>
      <p:ext uri="{BB962C8B-B14F-4D97-AF65-F5344CB8AC3E}">
        <p14:creationId xmlns:p14="http://schemas.microsoft.com/office/powerpoint/2010/main" val="2558209452"/>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Folie #7">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9DE4B712-CDB7-A636-436C-B6CB4A110A27}"/>
              </a:ext>
            </a:extLst>
          </p:cNvPr>
          <p:cNvSpPr/>
          <p:nvPr userDrawn="1"/>
        </p:nvSpPr>
        <p:spPr>
          <a:xfrm>
            <a:off x="611226" y="0"/>
            <a:ext cx="76532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C32D2C30-2C10-8E46-D2B3-2EED3216570B}"/>
              </a:ext>
            </a:extLst>
          </p:cNvPr>
          <p:cNvSpPr>
            <a:spLocks noGrp="1"/>
          </p:cNvSpPr>
          <p:nvPr>
            <p:ph type="ftr" sz="quarter" idx="17"/>
          </p:nvPr>
        </p:nvSpPr>
        <p:spPr>
          <a:xfrm>
            <a:off x="6486524" y="6408000"/>
            <a:ext cx="5155875" cy="180000"/>
          </a:xfrm>
        </p:spPr>
        <p:txBody>
          <a:bodyPr/>
          <a:lstStyle/>
          <a:p>
            <a:r>
              <a:rPr lang="de-DE"/>
              <a:t>Titel der Präsentation | Name | Ort, Datum</a:t>
            </a:r>
          </a:p>
        </p:txBody>
      </p:sp>
      <p:sp>
        <p:nvSpPr>
          <p:cNvPr id="8" name="Titel 1">
            <a:extLst>
              <a:ext uri="{FF2B5EF4-FFF2-40B4-BE49-F238E27FC236}">
                <a16:creationId xmlns:a16="http://schemas.microsoft.com/office/drawing/2014/main" id="{D6A52F28-CFC0-51FA-6722-FA76EDD0BF6C}"/>
              </a:ext>
            </a:extLst>
          </p:cNvPr>
          <p:cNvSpPr>
            <a:spLocks noGrp="1"/>
          </p:cNvSpPr>
          <p:nvPr>
            <p:ph type="title" hasCustomPrompt="1"/>
          </p:nvPr>
        </p:nvSpPr>
        <p:spPr>
          <a:xfrm>
            <a:off x="1163875" y="486000"/>
            <a:ext cx="6570703" cy="913979"/>
          </a:xfrm>
        </p:spPr>
        <p:txBody>
          <a:bodyPr/>
          <a:lstStyle>
            <a:lvl1pPr>
              <a:defRPr>
                <a:solidFill>
                  <a:schemeClr val="bg1"/>
                </a:solidFill>
              </a:defRPr>
            </a:lvl1pPr>
          </a:lstStyle>
          <a:p>
            <a:r>
              <a:rPr lang="de-DE" dirty="0"/>
              <a:t>Headline Sparkasse Head 28pt ein- bis max. zweizeilig #7</a:t>
            </a:r>
          </a:p>
        </p:txBody>
      </p:sp>
      <p:sp>
        <p:nvSpPr>
          <p:cNvPr id="10" name="Textplatzhalter 2">
            <a:extLst>
              <a:ext uri="{FF2B5EF4-FFF2-40B4-BE49-F238E27FC236}">
                <a16:creationId xmlns:a16="http://schemas.microsoft.com/office/drawing/2014/main" id="{72E937B1-2E31-42ED-94C8-C3FEE3E72039}"/>
              </a:ext>
            </a:extLst>
          </p:cNvPr>
          <p:cNvSpPr>
            <a:spLocks noGrp="1"/>
          </p:cNvSpPr>
          <p:nvPr>
            <p:ph type="body" idx="13" hasCustomPrompt="1"/>
          </p:nvPr>
        </p:nvSpPr>
        <p:spPr>
          <a:xfrm>
            <a:off x="1163875" y="266400"/>
            <a:ext cx="6570703"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cxnSp>
        <p:nvCxnSpPr>
          <p:cNvPr id="45" name="Gerader Verbinder 44">
            <a:extLst>
              <a:ext uri="{FF2B5EF4-FFF2-40B4-BE49-F238E27FC236}">
                <a16:creationId xmlns:a16="http://schemas.microsoft.com/office/drawing/2014/main" id="{122F2780-EE98-A4D5-8965-551BFBB07197}"/>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Inhaltsplatzhalter 2">
            <a:extLst>
              <a:ext uri="{FF2B5EF4-FFF2-40B4-BE49-F238E27FC236}">
                <a16:creationId xmlns:a16="http://schemas.microsoft.com/office/drawing/2014/main" id="{F0523207-EAF6-17C4-33FA-CD9F05972EAF}"/>
              </a:ext>
            </a:extLst>
          </p:cNvPr>
          <p:cNvSpPr>
            <a:spLocks noGrp="1"/>
          </p:cNvSpPr>
          <p:nvPr>
            <p:ph idx="18" hasCustomPrompt="1"/>
          </p:nvPr>
        </p:nvSpPr>
        <p:spPr>
          <a:xfrm>
            <a:off x="1163874" y="1565999"/>
            <a:ext cx="6570698"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2">
            <a:extLst>
              <a:ext uri="{FF2B5EF4-FFF2-40B4-BE49-F238E27FC236}">
                <a16:creationId xmlns:a16="http://schemas.microsoft.com/office/drawing/2014/main" id="{BCF12E4F-B39F-1744-CA17-F2F6CAFCB5D3}"/>
              </a:ext>
            </a:extLst>
          </p:cNvPr>
          <p:cNvSpPr>
            <a:spLocks noGrp="1"/>
          </p:cNvSpPr>
          <p:nvPr>
            <p:ph type="body" idx="19"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9" name="Inhaltsplatzhalter 2">
            <a:extLst>
              <a:ext uri="{FF2B5EF4-FFF2-40B4-BE49-F238E27FC236}">
                <a16:creationId xmlns:a16="http://schemas.microsoft.com/office/drawing/2014/main" id="{C62C37C3-0CF2-FC4F-DEB9-6F51E5D2810B}"/>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E0C4CF1C-F6DA-AB47-B706-32E5DBAC00FC}"/>
              </a:ext>
            </a:extLst>
          </p:cNvPr>
          <p:cNvSpPr>
            <a:spLocks noGrp="1"/>
          </p:cNvSpPr>
          <p:nvPr>
            <p:ph type="body" idx="20"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Untertitel 2">
            <a:extLst>
              <a:ext uri="{FF2B5EF4-FFF2-40B4-BE49-F238E27FC236}">
                <a16:creationId xmlns:a16="http://schemas.microsoft.com/office/drawing/2014/main" id="{1DD2113F-15F5-BEFB-6FD6-4045847FF3A1}"/>
              </a:ext>
            </a:extLst>
          </p:cNvPr>
          <p:cNvSpPr>
            <a:spLocks noGrp="1"/>
          </p:cNvSpPr>
          <p:nvPr>
            <p:ph type="subTitle" idx="1" hasCustomPrompt="1"/>
          </p:nvPr>
        </p:nvSpPr>
        <p:spPr>
          <a:xfrm>
            <a:off x="8593394" y="486000"/>
            <a:ext cx="3046737" cy="913975"/>
          </a:xfrm>
        </p:spPr>
        <p:txBody>
          <a:bodyPr/>
          <a:lstStyle>
            <a:lvl1pPr marL="0" indent="0" algn="l" defTabSz="914400" rtl="0" eaLnBrk="1" latinLnBrk="0" hangingPunct="1">
              <a:lnSpc>
                <a:spcPct val="100000"/>
              </a:lnSpc>
              <a:spcBef>
                <a:spcPct val="0"/>
              </a:spcBef>
              <a:buNone/>
              <a:tabLst>
                <a:tab pos="3857625" algn="l"/>
              </a:tabLst>
              <a:defRPr lang="de-DE" sz="2800" kern="1200" dirty="0">
                <a:solidFill>
                  <a:srgbClr val="FF0000"/>
                </a:solidFill>
                <a:latin typeface="+mj-lt"/>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Headline Head 28pt</a:t>
            </a:r>
          </a:p>
        </p:txBody>
      </p:sp>
    </p:spTree>
    <p:extLst>
      <p:ext uri="{BB962C8B-B14F-4D97-AF65-F5344CB8AC3E}">
        <p14:creationId xmlns:p14="http://schemas.microsoft.com/office/powerpoint/2010/main" val="189570236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Folie #8">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726EB777-3FD1-DB6D-DA35-C1560064AC7B}"/>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7" name="Fußzeilenplatzhalter 6">
            <a:extLst>
              <a:ext uri="{FF2B5EF4-FFF2-40B4-BE49-F238E27FC236}">
                <a16:creationId xmlns:a16="http://schemas.microsoft.com/office/drawing/2014/main" id="{724C2656-08D6-6EBC-263E-AA9613A70AA8}"/>
              </a:ext>
            </a:extLst>
          </p:cNvPr>
          <p:cNvSpPr>
            <a:spLocks noGrp="1"/>
          </p:cNvSpPr>
          <p:nvPr>
            <p:ph type="ftr" sz="quarter" idx="18"/>
          </p:nvPr>
        </p:nvSpPr>
        <p:spPr/>
        <p:txBody>
          <a:bodyPr/>
          <a:lstStyle>
            <a:lvl1pPr>
              <a:defRPr>
                <a:solidFill>
                  <a:schemeClr val="bg1"/>
                </a:solidFill>
              </a:defRPr>
            </a:lvl1pPr>
          </a:lstStyle>
          <a:p>
            <a:r>
              <a:rPr lang="de-DE" dirty="0"/>
              <a:t>Titel der Präsentation | Name | Ort, Datum</a:t>
            </a:r>
          </a:p>
        </p:txBody>
      </p:sp>
      <p:sp>
        <p:nvSpPr>
          <p:cNvPr id="5" name="Titel 1">
            <a:extLst>
              <a:ext uri="{FF2B5EF4-FFF2-40B4-BE49-F238E27FC236}">
                <a16:creationId xmlns:a16="http://schemas.microsoft.com/office/drawing/2014/main" id="{20138EA7-8454-0FD4-2F08-66C93DC5A1BB}"/>
              </a:ext>
            </a:extLst>
          </p:cNvPr>
          <p:cNvSpPr>
            <a:spLocks noGrp="1"/>
          </p:cNvSpPr>
          <p:nvPr>
            <p:ph type="title" hasCustomPrompt="1"/>
          </p:nvPr>
        </p:nvSpPr>
        <p:spPr>
          <a:xfrm>
            <a:off x="1163875" y="486000"/>
            <a:ext cx="10490395" cy="913979"/>
          </a:xfrm>
        </p:spPr>
        <p:txBody>
          <a:bodyPr/>
          <a:lstStyle>
            <a:lvl1pPr>
              <a:defRPr>
                <a:solidFill>
                  <a:schemeClr val="bg1"/>
                </a:solidFill>
              </a:defRPr>
            </a:lvl1pPr>
          </a:lstStyle>
          <a:p>
            <a:r>
              <a:rPr lang="de-DE" dirty="0"/>
              <a:t>Headline ein- bis max. zweizeilig #8</a:t>
            </a:r>
          </a:p>
        </p:txBody>
      </p:sp>
      <p:sp>
        <p:nvSpPr>
          <p:cNvPr id="8" name="Textplatzhalter 2">
            <a:extLst>
              <a:ext uri="{FF2B5EF4-FFF2-40B4-BE49-F238E27FC236}">
                <a16:creationId xmlns:a16="http://schemas.microsoft.com/office/drawing/2014/main" id="{5E9DE5B5-B745-CB7C-A84D-FB53CA7759F3}"/>
              </a:ext>
            </a:extLst>
          </p:cNvPr>
          <p:cNvSpPr>
            <a:spLocks noGrp="1"/>
          </p:cNvSpPr>
          <p:nvPr>
            <p:ph type="body" idx="13" hasCustomPrompt="1"/>
          </p:nvPr>
        </p:nvSpPr>
        <p:spPr>
          <a:xfrm>
            <a:off x="1163876" y="266400"/>
            <a:ext cx="2903615"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10" name="Inhaltsplatzhalter 2">
            <a:extLst>
              <a:ext uri="{FF2B5EF4-FFF2-40B4-BE49-F238E27FC236}">
                <a16:creationId xmlns:a16="http://schemas.microsoft.com/office/drawing/2014/main" id="{D82E6976-3C82-B3CC-BF59-C9BA9FA22935}"/>
              </a:ext>
            </a:extLst>
          </p:cNvPr>
          <p:cNvSpPr>
            <a:spLocks noGrp="1"/>
          </p:cNvSpPr>
          <p:nvPr>
            <p:ph idx="19" hasCustomPrompt="1"/>
          </p:nvPr>
        </p:nvSpPr>
        <p:spPr>
          <a:xfrm>
            <a:off x="1163873" y="1565999"/>
            <a:ext cx="1049039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Textplatzhalter 2">
            <a:extLst>
              <a:ext uri="{FF2B5EF4-FFF2-40B4-BE49-F238E27FC236}">
                <a16:creationId xmlns:a16="http://schemas.microsoft.com/office/drawing/2014/main" id="{7FB2F0E7-5CDA-6115-A50E-3845A8C39626}"/>
              </a:ext>
            </a:extLst>
          </p:cNvPr>
          <p:cNvSpPr>
            <a:spLocks noGrp="1"/>
          </p:cNvSpPr>
          <p:nvPr>
            <p:ph type="body" idx="16" hasCustomPrompt="1"/>
          </p:nvPr>
        </p:nvSpPr>
        <p:spPr>
          <a:xfrm>
            <a:off x="1151998" y="6181200"/>
            <a:ext cx="10490395"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cxnSp>
        <p:nvCxnSpPr>
          <p:cNvPr id="13" name="Gerader Verbinder 12">
            <a:extLst>
              <a:ext uri="{FF2B5EF4-FFF2-40B4-BE49-F238E27FC236}">
                <a16:creationId xmlns:a16="http://schemas.microsoft.com/office/drawing/2014/main" id="{90DA1AD2-8476-8986-E68E-91F811800359}"/>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616756"/>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Bild-Folie #1">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3909939"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10,86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5040000" y="486000"/>
            <a:ext cx="6602399" cy="913979"/>
          </a:xfrm>
        </p:spPr>
        <p:txBody>
          <a:bodyPr/>
          <a:lstStyle>
            <a:lvl1pPr>
              <a:defRPr/>
            </a:lvl1pPr>
          </a:lstStyle>
          <a:p>
            <a:r>
              <a:rPr lang="de-DE" dirty="0"/>
              <a:t>Headline Sparkasse Head 28pt Bild 1/3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5040000" y="266400"/>
            <a:ext cx="6602400" cy="180000"/>
          </a:xfrm>
        </p:spPr>
        <p:txBody>
          <a:bodyPr/>
          <a:lstStyle>
            <a:lvl1pPr marL="0" indent="0" algn="l">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DD96BFA2-5140-928B-6020-D78E10A24B84}"/>
              </a:ext>
            </a:extLst>
          </p:cNvPr>
          <p:cNvSpPr>
            <a:spLocks noGrp="1"/>
          </p:cNvSpPr>
          <p:nvPr>
            <p:ph idx="15" hasCustomPrompt="1"/>
          </p:nvPr>
        </p:nvSpPr>
        <p:spPr>
          <a:xfrm>
            <a:off x="8265263" y="1565999"/>
            <a:ext cx="3045600"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5040001"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435F1FB0-6482-1DB6-9691-6EB5DADB0EF4}"/>
              </a:ext>
            </a:extLst>
          </p:cNvPr>
          <p:cNvSpPr>
            <a:spLocks noGrp="1"/>
          </p:cNvSpPr>
          <p:nvPr>
            <p:ph type="body" idx="18" hasCustomPrompt="1"/>
          </p:nvPr>
        </p:nvSpPr>
        <p:spPr>
          <a:xfrm>
            <a:off x="5040000" y="6181200"/>
            <a:ext cx="6602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ACB6F49B-8810-CC9F-312B-76D26F0C6D26}"/>
              </a:ext>
            </a:extLst>
          </p:cNvPr>
          <p:cNvSpPr>
            <a:spLocks noGrp="1"/>
          </p:cNvSpPr>
          <p:nvPr>
            <p:ph type="ftr" sz="quarter" idx="19"/>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2407548714"/>
      </p:ext>
    </p:extLst>
  </p:cSld>
  <p:clrMapOvr>
    <a:masterClrMapping/>
  </p:clrMapOvr>
  <p:extLst>
    <p:ext uri="{DCECCB84-F9BA-43D5-87BE-67443E8EF086}">
      <p15:sldGuideLst xmlns:p15="http://schemas.microsoft.com/office/powerpoint/2012/main">
        <p15:guide id="1" pos="5093" userDrawn="1">
          <p15:clr>
            <a:srgbClr val="FBAE40"/>
          </p15:clr>
        </p15:guide>
        <p15:guide id="2" pos="3175" userDrawn="1">
          <p15:clr>
            <a:srgbClr val="FBAE40"/>
          </p15:clr>
        </p15:guide>
        <p15:guide id="3" pos="712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Bild-Folie #2">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6818401" y="486000"/>
            <a:ext cx="4821736" cy="913979"/>
          </a:xfrm>
        </p:spPr>
        <p:txBody>
          <a:bodyPr/>
          <a:lstStyle>
            <a:lvl1pPr>
              <a:defRPr/>
            </a:lvl1pPr>
          </a:lstStyle>
          <a:p>
            <a:r>
              <a:rPr lang="de-DE" dirty="0"/>
              <a:t>Headline Sparkasse Head 28pt Bild 1/2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6818401" y="266400"/>
            <a:ext cx="4821736"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6818399" y="1565999"/>
            <a:ext cx="4821735"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6818400" y="6181200"/>
            <a:ext cx="482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6818398" y="6408000"/>
            <a:ext cx="4824001" cy="180000"/>
          </a:xfrm>
        </p:spPr>
        <p:txBody>
          <a:bodyPr/>
          <a:lstStyle/>
          <a:p>
            <a:r>
              <a:rPr lang="de-DE"/>
              <a:t>Titel der Präsentation | Name | Ort, Datum</a:t>
            </a:r>
            <a:endParaRPr lang="de-DE" dirty="0"/>
          </a:p>
        </p:txBody>
      </p:sp>
    </p:spTree>
    <p:extLst>
      <p:ext uri="{BB962C8B-B14F-4D97-AF65-F5344CB8AC3E}">
        <p14:creationId xmlns:p14="http://schemas.microsoft.com/office/powerpoint/2010/main" val="3430002082"/>
      </p:ext>
    </p:extLst>
  </p:cSld>
  <p:clrMapOvr>
    <a:masterClrMapping/>
  </p:clrMapOvr>
  <p:extLst>
    <p:ext uri="{DCECCB84-F9BA-43D5-87BE-67443E8EF086}">
      <p15:sldGuideLst xmlns:p15="http://schemas.microsoft.com/office/powerpoint/2012/main">
        <p15:guide id="1" pos="6213" userDrawn="1">
          <p15:clr>
            <a:srgbClr val="FBAE40"/>
          </p15:clr>
        </p15:guide>
        <p15:guide id="2" pos="4294"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Bild-Folie #3">
    <p:spTree>
      <p:nvGrpSpPr>
        <p:cNvPr id="1" name=""/>
        <p:cNvGrpSpPr/>
        <p:nvPr/>
      </p:nvGrpSpPr>
      <p:grpSpPr>
        <a:xfrm>
          <a:off x="0" y="0"/>
          <a:ext cx="0" cy="0"/>
          <a:chOff x="0" y="0"/>
          <a:chExt cx="0" cy="0"/>
        </a:xfrm>
      </p:grpSpPr>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19199" y="0"/>
            <a:ext cx="7466397"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20,74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8596800" y="486000"/>
            <a:ext cx="3044338" cy="913979"/>
          </a:xfrm>
        </p:spPr>
        <p:txBody>
          <a:bodyPr/>
          <a:lstStyle>
            <a:lvl1pPr>
              <a:defRPr/>
            </a:lvl1pPr>
          </a:lstStyle>
          <a:p>
            <a:r>
              <a:rPr lang="de-DE" dirty="0"/>
              <a:t>Headline Head 28pt Bild 2/3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8596800" y="266400"/>
            <a:ext cx="3043331"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8595663" y="1565999"/>
            <a:ext cx="3044468" cy="4734000"/>
          </a:xfrm>
        </p:spPr>
        <p:txBody>
          <a:bodyPr/>
          <a:lstStyle>
            <a:lvl1pPr>
              <a:defRPr/>
            </a:lvl1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a:extLst>
              <a:ext uri="{FF2B5EF4-FFF2-40B4-BE49-F238E27FC236}">
                <a16:creationId xmlns:a16="http://schemas.microsoft.com/office/drawing/2014/main" id="{3C2088F0-2C54-A429-9FE8-EA49ED5AE317}"/>
              </a:ext>
            </a:extLst>
          </p:cNvPr>
          <p:cNvSpPr>
            <a:spLocks noGrp="1"/>
          </p:cNvSpPr>
          <p:nvPr>
            <p:ph type="body" idx="18" hasCustomPrompt="1"/>
          </p:nvPr>
        </p:nvSpPr>
        <p:spPr>
          <a:xfrm>
            <a:off x="8595663" y="6181200"/>
            <a:ext cx="3046737"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7" name="Fußzeilenplatzhalter 6">
            <a:extLst>
              <a:ext uri="{FF2B5EF4-FFF2-40B4-BE49-F238E27FC236}">
                <a16:creationId xmlns:a16="http://schemas.microsoft.com/office/drawing/2014/main" id="{40CCEEBE-C86E-C932-CA39-98C71756DE6F}"/>
              </a:ext>
            </a:extLst>
          </p:cNvPr>
          <p:cNvSpPr>
            <a:spLocks noGrp="1"/>
          </p:cNvSpPr>
          <p:nvPr>
            <p:ph type="ftr" sz="quarter" idx="19"/>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2588121864"/>
      </p:ext>
    </p:extLst>
  </p:cSld>
  <p:clrMapOvr>
    <a:masterClrMapping/>
  </p:clrMapOvr>
  <p:extLst>
    <p:ext uri="{DCECCB84-F9BA-43D5-87BE-67443E8EF086}">
      <p15:sldGuideLst xmlns:p15="http://schemas.microsoft.com/office/powerpoint/2012/main">
        <p15:guide id="2" pos="5414"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Bild-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Head 28pt Bild 3/3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10490400"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Format </a:t>
            </a:r>
            <a:r>
              <a:rPr lang="de-DE" dirty="0"/>
              <a:t>29,14 x 13 cm.</a:t>
            </a:r>
          </a:p>
        </p:txBody>
      </p:sp>
      <p:sp>
        <p:nvSpPr>
          <p:cNvPr id="3" name="Fußzeilenplatzhalter 2">
            <a:extLst>
              <a:ext uri="{FF2B5EF4-FFF2-40B4-BE49-F238E27FC236}">
                <a16:creationId xmlns:a16="http://schemas.microsoft.com/office/drawing/2014/main" id="{969C1E98-4FFE-FA3E-5B86-D26EFB960F2E}"/>
              </a:ext>
            </a:extLst>
          </p:cNvPr>
          <p:cNvSpPr>
            <a:spLocks noGrp="1"/>
          </p:cNvSpPr>
          <p:nvPr>
            <p:ph type="ftr" sz="quarter" idx="19"/>
          </p:nvPr>
        </p:nvSpPr>
        <p:spPr/>
        <p:txBody>
          <a:bodyPr/>
          <a:lstStyle/>
          <a:p>
            <a:r>
              <a:rPr lang="de-DE"/>
              <a:t>Titel der Präsentation | Name | Ort, Datum</a:t>
            </a:r>
          </a:p>
        </p:txBody>
      </p:sp>
    </p:spTree>
    <p:extLst>
      <p:ext uri="{BB962C8B-B14F-4D97-AF65-F5344CB8AC3E}">
        <p14:creationId xmlns:p14="http://schemas.microsoft.com/office/powerpoint/2010/main" val="34394650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Bild-Folie #5">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#5</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727824" y="1565999"/>
            <a:ext cx="4914577"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Titel der Präsentation | Name | Ort, Datum</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6727146" y="6181200"/>
            <a:ext cx="4914578"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542413264"/>
      </p:ext>
    </p:extLst>
  </p:cSld>
  <p:clrMapOvr>
    <a:masterClrMapping/>
  </p:clrMapOvr>
  <p:extLst>
    <p:ext uri="{DCECCB84-F9BA-43D5-87BE-67443E8EF086}">
      <p15:sldGuideLst xmlns:p15="http://schemas.microsoft.com/office/powerpoint/2012/main">
        <p15:guide id="1" pos="3974" userDrawn="1">
          <p15:clr>
            <a:srgbClr val="FBAE40"/>
          </p15:clr>
        </p15:guide>
        <p15:guide id="2" pos="408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Bild-Folie #6">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#6</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6484809" y="1620838"/>
            <a:ext cx="5154673" cy="4678362"/>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13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Titel der Präsentation | Name | Ort, Datum</a:t>
            </a:r>
            <a:endParaRPr lang="de-DE" dirty="0"/>
          </a:p>
        </p:txBody>
      </p:sp>
      <p:sp>
        <p:nvSpPr>
          <p:cNvPr id="10" name="Textplatzhalter 2">
            <a:extLst>
              <a:ext uri="{FF2B5EF4-FFF2-40B4-BE49-F238E27FC236}">
                <a16:creationId xmlns:a16="http://schemas.microsoft.com/office/drawing/2014/main" id="{1DE0584D-CDB4-3668-E7A5-454C9450B8DE}"/>
              </a:ext>
            </a:extLst>
          </p:cNvPr>
          <p:cNvSpPr>
            <a:spLocks noGrp="1"/>
          </p:cNvSpPr>
          <p:nvPr>
            <p:ph type="body" idx="18" hasCustomPrompt="1"/>
          </p:nvPr>
        </p:nvSpPr>
        <p:spPr>
          <a:xfrm>
            <a:off x="1153525" y="6181200"/>
            <a:ext cx="51552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Tree>
    <p:extLst>
      <p:ext uri="{BB962C8B-B14F-4D97-AF65-F5344CB8AC3E}">
        <p14:creationId xmlns:p14="http://schemas.microsoft.com/office/powerpoint/2010/main" val="2749004958"/>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Bild-Folie #7">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9" y="486000"/>
            <a:ext cx="4914000" cy="995415"/>
          </a:xfrm>
        </p:spPr>
        <p:txBody>
          <a:bodyPr/>
          <a:lstStyle>
            <a:lvl1pPr>
              <a:defRPr/>
            </a:lvl1pPr>
          </a:lstStyle>
          <a:p>
            <a:r>
              <a:rPr lang="de-DE" dirty="0"/>
              <a:t>Headline Sparkasse Head 28pt ein- bis max. zweizeilig #7</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49140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1153527" y="1565999"/>
            <a:ext cx="4914000"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Fußzeilenplatzhalter 2">
            <a:extLst>
              <a:ext uri="{FF2B5EF4-FFF2-40B4-BE49-F238E27FC236}">
                <a16:creationId xmlns:a16="http://schemas.microsoft.com/office/drawing/2014/main" id="{5815A2F3-23E4-5FFF-037E-27042109663B}"/>
              </a:ext>
            </a:extLst>
          </p:cNvPr>
          <p:cNvSpPr>
            <a:spLocks noGrp="1"/>
          </p:cNvSpPr>
          <p:nvPr>
            <p:ph type="ftr" sz="quarter" idx="19"/>
          </p:nvPr>
        </p:nvSpPr>
        <p:spPr/>
        <p:txBody>
          <a:bodyPr/>
          <a:lstStyle/>
          <a:p>
            <a:r>
              <a:rPr lang="de-DE"/>
              <a:t>Titel der Präsentation | Name | Ort, Datum</a:t>
            </a:r>
            <a:endParaRPr lang="de-DE" dirty="0"/>
          </a:p>
        </p:txBody>
      </p:sp>
      <p:sp>
        <p:nvSpPr>
          <p:cNvPr id="7" name="Textplatzhalter 2">
            <a:extLst>
              <a:ext uri="{FF2B5EF4-FFF2-40B4-BE49-F238E27FC236}">
                <a16:creationId xmlns:a16="http://schemas.microsoft.com/office/drawing/2014/main" id="{7E3B6766-42F4-9F3A-A650-84CCE13C1EC3}"/>
              </a:ext>
            </a:extLst>
          </p:cNvPr>
          <p:cNvSpPr>
            <a:spLocks noGrp="1"/>
          </p:cNvSpPr>
          <p:nvPr>
            <p:ph type="body" idx="21" hasCustomPrompt="1"/>
          </p:nvPr>
        </p:nvSpPr>
        <p:spPr>
          <a:xfrm>
            <a:off x="1152000" y="6181200"/>
            <a:ext cx="4914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36" name="Bildplatzhalter 4">
            <a:extLst>
              <a:ext uri="{FF2B5EF4-FFF2-40B4-BE49-F238E27FC236}">
                <a16:creationId xmlns:a16="http://schemas.microsoft.com/office/drawing/2014/main" id="{AA1E9442-964E-2BB8-FC0D-FBE22288FAC1}"/>
              </a:ext>
            </a:extLst>
          </p:cNvPr>
          <p:cNvSpPr>
            <a:spLocks noGrp="1"/>
          </p:cNvSpPr>
          <p:nvPr>
            <p:ph type="pic" sz="quarter" idx="17" hasCustomPrompt="1"/>
          </p:nvPr>
        </p:nvSpPr>
        <p:spPr>
          <a:xfrm>
            <a:off x="6484809" y="300038"/>
            <a:ext cx="5154673" cy="5994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16,65 cm.</a:t>
            </a:r>
          </a:p>
        </p:txBody>
      </p:sp>
    </p:spTree>
    <p:extLst>
      <p:ext uri="{BB962C8B-B14F-4D97-AF65-F5344CB8AC3E}">
        <p14:creationId xmlns:p14="http://schemas.microsoft.com/office/powerpoint/2010/main" val="1684912876"/>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Bild-Folie #8">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6000"/>
            <a:ext cx="10488614" cy="468000"/>
          </a:xfrm>
        </p:spPr>
        <p:txBody>
          <a:bodyPr/>
          <a:lstStyle>
            <a:lvl1pPr>
              <a:defRPr/>
            </a:lvl1pPr>
          </a:lstStyle>
          <a:p>
            <a:r>
              <a:rPr lang="de-DE" dirty="0"/>
              <a:t>Headline Sparkasse Head 28pt ein- bis max. zweizeilig #8</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4" y="1620000"/>
            <a:ext cx="5154673" cy="288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a:t>
            </a:r>
            <a:br>
              <a:rPr lang="de-DE" noProof="0" dirty="0"/>
            </a:br>
            <a:r>
              <a:rPr lang="de-DE" noProof="0" dirty="0"/>
              <a:t>Format </a:t>
            </a:r>
            <a:r>
              <a:rPr lang="de-DE" dirty="0"/>
              <a:t>14,32 x 8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7204"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4809" y="1620000"/>
            <a:ext cx="5154673" cy="2880000"/>
          </a:xfrm>
          <a:solidFill>
            <a:schemeClr val="bg1">
              <a:lumMod val="95000"/>
            </a:schemeClr>
          </a:solidFill>
        </p:spPr>
        <p:txBody>
          <a:bodyPr lIns="72000" tIns="72000"/>
          <a:lstStyle>
            <a:lvl1pPr>
              <a:spcBef>
                <a:spcPts val="0"/>
              </a:spcBef>
              <a:defRPr sz="1000"/>
            </a:lvl1pPr>
          </a:lstStyle>
          <a:p>
            <a:r>
              <a:rPr lang="de-DE" dirty="0"/>
              <a:t>Bild einfügen (14,32 x 8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4762712"/>
            <a:ext cx="5155198" cy="1536487"/>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4D2E656C-B4A0-7271-8A65-0120FE9AAF6B}"/>
              </a:ext>
            </a:extLst>
          </p:cNvPr>
          <p:cNvSpPr>
            <a:spLocks noGrp="1"/>
          </p:cNvSpPr>
          <p:nvPr>
            <p:ph type="body" idx="20"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E49D17-41A1-5573-C008-DB1B87AFBC72}"/>
              </a:ext>
            </a:extLst>
          </p:cNvPr>
          <p:cNvSpPr>
            <a:spLocks noGrp="1"/>
          </p:cNvSpPr>
          <p:nvPr>
            <p:ph type="ftr" sz="quarter" idx="21"/>
          </p:nvPr>
        </p:nvSpPr>
        <p:spPr/>
        <p:txBody>
          <a:bodyPr/>
          <a:lstStyle/>
          <a:p>
            <a:r>
              <a:rPr lang="de-DE"/>
              <a:t>Titel der Präsentation | Name | Ort, Datum</a:t>
            </a:r>
          </a:p>
        </p:txBody>
      </p:sp>
    </p:spTree>
    <p:extLst>
      <p:ext uri="{BB962C8B-B14F-4D97-AF65-F5344CB8AC3E}">
        <p14:creationId xmlns:p14="http://schemas.microsoft.com/office/powerpoint/2010/main" val="2542214445"/>
      </p:ext>
    </p:extLst>
  </p:cSld>
  <p:clrMapOvr>
    <a:masterClrMapping/>
  </p:clrMapOvr>
  <p:extLst>
    <p:ext uri="{DCECCB84-F9BA-43D5-87BE-67443E8EF086}">
      <p15:sldGuideLst xmlns:p15="http://schemas.microsoft.com/office/powerpoint/2012/main">
        <p15:guide id="1" pos="3974">
          <p15:clr>
            <a:srgbClr val="FBAE40"/>
          </p15:clr>
        </p15:guide>
        <p15:guide id="2" pos="408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Bild-Folie #9">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#9</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3374490"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9,37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8264526" y="3773550"/>
            <a:ext cx="3377875"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8264527" y="1620838"/>
            <a:ext cx="3374955"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4715335" y="1620838"/>
            <a:ext cx="3374490" cy="1890000"/>
          </a:xfrm>
          <a:solidFill>
            <a:schemeClr val="bg1">
              <a:lumMod val="95000"/>
            </a:schemeClr>
          </a:solidFill>
        </p:spPr>
        <p:txBody>
          <a:bodyPr lIns="72000" tIns="72000"/>
          <a:lstStyle>
            <a:lvl1pPr>
              <a:spcBef>
                <a:spcPts val="0"/>
              </a:spcBef>
              <a:defRPr sz="1000"/>
            </a:lvl1pPr>
          </a:lstStyle>
          <a:p>
            <a:r>
              <a:rPr lang="de-DE" dirty="0"/>
              <a:t>Bild einfügen (9,37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4715335" y="3773550"/>
            <a:ext cx="337713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2">
            <a:extLst>
              <a:ext uri="{FF2B5EF4-FFF2-40B4-BE49-F238E27FC236}">
                <a16:creationId xmlns:a16="http://schemas.microsoft.com/office/drawing/2014/main" id="{AD9231C4-E0A8-0BC2-92D2-3BF848893565}"/>
              </a:ext>
            </a:extLst>
          </p:cNvPr>
          <p:cNvSpPr>
            <a:spLocks noGrp="1"/>
          </p:cNvSpPr>
          <p:nvPr>
            <p:ph type="body" idx="22"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CA2D1CEE-9F83-665E-E734-C6E196FD4284}"/>
              </a:ext>
            </a:extLst>
          </p:cNvPr>
          <p:cNvSpPr>
            <a:spLocks noGrp="1"/>
          </p:cNvSpPr>
          <p:nvPr>
            <p:ph type="ftr" sz="quarter" idx="23"/>
          </p:nvPr>
        </p:nvSpPr>
        <p:spPr/>
        <p:txBody>
          <a:bodyPr/>
          <a:lstStyle/>
          <a:p>
            <a:r>
              <a:rPr lang="de-DE"/>
              <a:t>Titel der Präsentation | Name | Ort, Datum</a:t>
            </a:r>
          </a:p>
        </p:txBody>
      </p:sp>
    </p:spTree>
    <p:extLst>
      <p:ext uri="{BB962C8B-B14F-4D97-AF65-F5344CB8AC3E}">
        <p14:creationId xmlns:p14="http://schemas.microsoft.com/office/powerpoint/2010/main" val="4265085204"/>
      </p:ext>
    </p:extLst>
  </p:cSld>
  <p:clrMapOvr>
    <a:masterClrMapping/>
  </p:clrMapOvr>
  <p:extLst>
    <p:ext uri="{DCECCB84-F9BA-43D5-87BE-67443E8EF086}">
      <p15:sldGuideLst xmlns:p15="http://schemas.microsoft.com/office/powerpoint/2012/main">
        <p15:guide id="1" pos="2969" userDrawn="1">
          <p15:clr>
            <a:srgbClr val="FBAE40"/>
          </p15:clr>
        </p15:guide>
        <p15:guide id="2" pos="509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Bild-Folie #10">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2480541" cy="1890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 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Bild einfügen (</a:t>
            </a:r>
            <a:r>
              <a:rPr lang="de-DE" dirty="0"/>
              <a:t>6,89 x 5,25 cm).</a:t>
            </a:r>
          </a:p>
        </p:txBody>
      </p:sp>
      <p:sp>
        <p:nvSpPr>
          <p:cNvPr id="33" name="Inhaltsplatzhalter 2">
            <a:extLst>
              <a:ext uri="{FF2B5EF4-FFF2-40B4-BE49-F238E27FC236}">
                <a16:creationId xmlns:a16="http://schemas.microsoft.com/office/drawing/2014/main" id="{B2C36136-3852-82E1-3A42-4F3DC18106BC}"/>
              </a:ext>
            </a:extLst>
          </p:cNvPr>
          <p:cNvSpPr>
            <a:spLocks noGrp="1"/>
          </p:cNvSpPr>
          <p:nvPr>
            <p:ph idx="15" hasCustomPrompt="1"/>
          </p:nvPr>
        </p:nvSpPr>
        <p:spPr>
          <a:xfrm>
            <a:off x="648612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648612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10" name="Inhaltsplatzhalter 2">
            <a:extLst>
              <a:ext uri="{FF2B5EF4-FFF2-40B4-BE49-F238E27FC236}">
                <a16:creationId xmlns:a16="http://schemas.microsoft.com/office/drawing/2014/main" id="{9F971567-1F94-5B5B-83D7-DF74BCFC0FBE}"/>
              </a:ext>
            </a:extLst>
          </p:cNvPr>
          <p:cNvSpPr>
            <a:spLocks noGrp="1"/>
          </p:cNvSpPr>
          <p:nvPr>
            <p:ph idx="19" hasCustomPrompt="1"/>
          </p:nvPr>
        </p:nvSpPr>
        <p:spPr>
          <a:xfrm>
            <a:off x="1152000" y="3773550"/>
            <a:ext cx="2487598"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3820587" y="1620838"/>
            <a:ext cx="2485481" cy="1890000"/>
          </a:xfrm>
          <a:solidFill>
            <a:schemeClr val="bg1">
              <a:lumMod val="95000"/>
            </a:schemeClr>
          </a:solidFill>
        </p:spPr>
        <p:txBody>
          <a:bodyPr lIns="72000" tIns="72000"/>
          <a:lstStyle>
            <a:lvl1pPr>
              <a:defRPr sz="1000"/>
            </a:lvl1pPr>
          </a:lstStyle>
          <a:p>
            <a:r>
              <a:rPr lang="de-DE" dirty="0"/>
              <a:t>Bild einfügen (6,89 x 5,25 cm)</a:t>
            </a:r>
          </a:p>
        </p:txBody>
      </p:sp>
      <p:sp>
        <p:nvSpPr>
          <p:cNvPr id="38" name="Inhaltsplatzhalter 2">
            <a:extLst>
              <a:ext uri="{FF2B5EF4-FFF2-40B4-BE49-F238E27FC236}">
                <a16:creationId xmlns:a16="http://schemas.microsoft.com/office/drawing/2014/main" id="{7E6A3215-77EF-6717-5438-0EBDE0D94F8C}"/>
              </a:ext>
            </a:extLst>
          </p:cNvPr>
          <p:cNvSpPr>
            <a:spLocks noGrp="1"/>
          </p:cNvSpPr>
          <p:nvPr>
            <p:ph idx="21" hasCustomPrompt="1"/>
          </p:nvPr>
        </p:nvSpPr>
        <p:spPr>
          <a:xfrm>
            <a:off x="3820587" y="3773550"/>
            <a:ext cx="248743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7" name="Inhaltsplatzhalter 2">
            <a:extLst>
              <a:ext uri="{FF2B5EF4-FFF2-40B4-BE49-F238E27FC236}">
                <a16:creationId xmlns:a16="http://schemas.microsoft.com/office/drawing/2014/main" id="{CE2DF2CE-6F57-A903-269A-3453EA660ED2}"/>
              </a:ext>
            </a:extLst>
          </p:cNvPr>
          <p:cNvSpPr>
            <a:spLocks noGrp="1"/>
          </p:cNvSpPr>
          <p:nvPr>
            <p:ph idx="22" hasCustomPrompt="1"/>
          </p:nvPr>
        </p:nvSpPr>
        <p:spPr>
          <a:xfrm>
            <a:off x="9152534" y="3773550"/>
            <a:ext cx="2488561" cy="252565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9152536" y="1620838"/>
            <a:ext cx="2486410" cy="1890000"/>
          </a:xfrm>
          <a:solidFill>
            <a:schemeClr val="bg1">
              <a:lumMod val="95000"/>
            </a:schemeClr>
          </a:solidFill>
        </p:spPr>
        <p:txBody>
          <a:bodyPr lIns="72000" tIns="72000"/>
          <a:lstStyle>
            <a:lvl1pPr>
              <a:defRPr sz="1000"/>
            </a:lvl1pPr>
          </a:lstStyle>
          <a:p>
            <a:r>
              <a:rPr lang="de-DE" dirty="0"/>
              <a:t>Bild einfügen (6,89 x 5,25 cm)</a:t>
            </a:r>
          </a:p>
        </p:txBody>
      </p:sp>
      <p:sp>
        <p:nvSpPr>
          <p:cNvPr id="2" name="Titel 1">
            <a:extLst>
              <a:ext uri="{FF2B5EF4-FFF2-40B4-BE49-F238E27FC236}">
                <a16:creationId xmlns:a16="http://schemas.microsoft.com/office/drawing/2014/main" id="{79BA389D-CC20-74E5-BDA2-DC4642BC9C86}"/>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#10</a:t>
            </a:r>
          </a:p>
        </p:txBody>
      </p:sp>
      <p:sp>
        <p:nvSpPr>
          <p:cNvPr id="7" name="Textplatzhalter 2">
            <a:extLst>
              <a:ext uri="{FF2B5EF4-FFF2-40B4-BE49-F238E27FC236}">
                <a16:creationId xmlns:a16="http://schemas.microsoft.com/office/drawing/2014/main" id="{D7A93B81-A5A6-66CB-DF5C-C931F783AC07}"/>
              </a:ext>
            </a:extLst>
          </p:cNvPr>
          <p:cNvSpPr>
            <a:spLocks noGrp="1"/>
          </p:cNvSpPr>
          <p:nvPr>
            <p:ph type="body" idx="24"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3FACDDF5-3522-17F8-9242-48C6A4072214}"/>
              </a:ext>
            </a:extLst>
          </p:cNvPr>
          <p:cNvSpPr>
            <a:spLocks noGrp="1"/>
          </p:cNvSpPr>
          <p:nvPr>
            <p:ph type="ftr" sz="quarter" idx="25"/>
          </p:nvPr>
        </p:nvSpPr>
        <p:spPr/>
        <p:txBody>
          <a:bodyPr/>
          <a:lstStyle/>
          <a:p>
            <a:r>
              <a:rPr lang="de-DE"/>
              <a:t>Titel der Präsentation | Name | Ort, Datum</a:t>
            </a:r>
          </a:p>
        </p:txBody>
      </p:sp>
      <p:sp>
        <p:nvSpPr>
          <p:cNvPr id="5" name="Textfeld 4">
            <a:extLst>
              <a:ext uri="{FF2B5EF4-FFF2-40B4-BE49-F238E27FC236}">
                <a16:creationId xmlns:a16="http://schemas.microsoft.com/office/drawing/2014/main" id="{389D7411-8100-5CE2-C28C-C913354D8E08}"/>
              </a:ext>
            </a:extLst>
          </p:cNvPr>
          <p:cNvSpPr txBox="1"/>
          <p:nvPr userDrawn="1"/>
        </p:nvSpPr>
        <p:spPr>
          <a:xfrm>
            <a:off x="10196623" y="680484"/>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014990232"/>
      </p:ext>
    </p:extLst>
  </p:cSld>
  <p:clrMapOvr>
    <a:masterClrMapping/>
  </p:clrMapOvr>
  <p:extLst>
    <p:ext uri="{DCECCB84-F9BA-43D5-87BE-67443E8EF086}">
      <p15:sldGuideLst xmlns:p15="http://schemas.microsoft.com/office/powerpoint/2012/main">
        <p15:guide id="1" pos="2406" userDrawn="1">
          <p15:clr>
            <a:srgbClr val="FBAE40"/>
          </p15:clr>
        </p15:guide>
        <p15:guide id="2" pos="5765" userDrawn="1">
          <p15:clr>
            <a:srgbClr val="FBAE40"/>
          </p15:clr>
        </p15:guide>
        <p15:guide id="3" pos="5654" userDrawn="1">
          <p15:clr>
            <a:srgbClr val="FBAE40"/>
          </p15:clr>
        </p15:guide>
        <p15:guide id="4" pos="3976" userDrawn="1">
          <p15:clr>
            <a:srgbClr val="FBAE40"/>
          </p15:clr>
        </p15:guide>
        <p15:guide id="5" pos="4085" userDrawn="1">
          <p15:clr>
            <a:srgbClr val="FBAE40"/>
          </p15:clr>
        </p15:guide>
        <p15:guide id="6" pos="2291"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Bild-Folie #1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Bildplatzhalter 4">
            <a:extLst>
              <a:ext uri="{FF2B5EF4-FFF2-40B4-BE49-F238E27FC236}">
                <a16:creationId xmlns:a16="http://schemas.microsoft.com/office/drawing/2014/main" id="{3AF2AF31-F982-2627-5C6C-BC47108C12F3}"/>
              </a:ext>
            </a:extLst>
          </p:cNvPr>
          <p:cNvSpPr>
            <a:spLocks noGrp="1"/>
          </p:cNvSpPr>
          <p:nvPr>
            <p:ph type="pic" sz="quarter" idx="17" hasCustomPrompt="1"/>
          </p:nvPr>
        </p:nvSpPr>
        <p:spPr>
          <a:xfrm>
            <a:off x="1152525" y="1620838"/>
            <a:ext cx="4265469" cy="3003799"/>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Oder ein Bild aus der Zwischenablage in den angeklickten Platzhalter einfügen. Format </a:t>
            </a:r>
            <a:r>
              <a:rPr lang="de-DE" dirty="0"/>
              <a:t>11,85 x 8,34 cm.</a:t>
            </a:r>
          </a:p>
        </p:txBody>
      </p:sp>
      <p:sp>
        <p:nvSpPr>
          <p:cNvPr id="3" name="Bildplatzhalter 4">
            <a:extLst>
              <a:ext uri="{FF2B5EF4-FFF2-40B4-BE49-F238E27FC236}">
                <a16:creationId xmlns:a16="http://schemas.microsoft.com/office/drawing/2014/main" id="{050F96AD-24E4-8CC1-5C51-9913B26B35F2}"/>
              </a:ext>
            </a:extLst>
          </p:cNvPr>
          <p:cNvSpPr>
            <a:spLocks noGrp="1"/>
          </p:cNvSpPr>
          <p:nvPr>
            <p:ph type="pic" sz="quarter" idx="18" hasCustomPrompt="1"/>
          </p:nvPr>
        </p:nvSpPr>
        <p:spPr>
          <a:xfrm>
            <a:off x="5599387" y="1620839"/>
            <a:ext cx="2486410" cy="2391560"/>
          </a:xfrm>
          <a:solidFill>
            <a:schemeClr val="bg1">
              <a:lumMod val="95000"/>
            </a:schemeClr>
          </a:solidFill>
        </p:spPr>
        <p:txBody>
          <a:bodyPr lIns="72000" tIns="72000"/>
          <a:lstStyle>
            <a:lvl1pPr>
              <a:defRPr sz="1000"/>
            </a:lvl1pPr>
          </a:lstStyle>
          <a:p>
            <a:r>
              <a:rPr lang="de-DE" dirty="0"/>
              <a:t>Bild einfügen (6,91 x 6,64 cm)</a:t>
            </a:r>
          </a:p>
        </p:txBody>
      </p:sp>
      <p:sp>
        <p:nvSpPr>
          <p:cNvPr id="36" name="Bildplatzhalter 4">
            <a:extLst>
              <a:ext uri="{FF2B5EF4-FFF2-40B4-BE49-F238E27FC236}">
                <a16:creationId xmlns:a16="http://schemas.microsoft.com/office/drawing/2014/main" id="{0F466E7A-633F-5D0B-87D7-546786CD3ED9}"/>
              </a:ext>
            </a:extLst>
          </p:cNvPr>
          <p:cNvSpPr>
            <a:spLocks noGrp="1"/>
          </p:cNvSpPr>
          <p:nvPr>
            <p:ph type="pic" sz="quarter" idx="20" hasCustomPrompt="1"/>
          </p:nvPr>
        </p:nvSpPr>
        <p:spPr>
          <a:xfrm>
            <a:off x="5596722" y="4226400"/>
            <a:ext cx="3378077" cy="2072800"/>
          </a:xfrm>
          <a:solidFill>
            <a:schemeClr val="bg1">
              <a:lumMod val="95000"/>
            </a:schemeClr>
          </a:solidFill>
        </p:spPr>
        <p:txBody>
          <a:bodyPr lIns="72000" tIns="72000"/>
          <a:lstStyle>
            <a:lvl1pPr>
              <a:defRPr sz="1000"/>
            </a:lvl1pPr>
          </a:lstStyle>
          <a:p>
            <a:r>
              <a:rPr lang="de-DE" dirty="0"/>
              <a:t>Bild einfügen (9,38 x 5,76 cm)</a:t>
            </a:r>
          </a:p>
        </p:txBody>
      </p:sp>
      <p:sp>
        <p:nvSpPr>
          <p:cNvPr id="39" name="Bildplatzhalter 4">
            <a:extLst>
              <a:ext uri="{FF2B5EF4-FFF2-40B4-BE49-F238E27FC236}">
                <a16:creationId xmlns:a16="http://schemas.microsoft.com/office/drawing/2014/main" id="{44CEE810-7814-3E74-9A2E-6468C03FF587}"/>
              </a:ext>
            </a:extLst>
          </p:cNvPr>
          <p:cNvSpPr>
            <a:spLocks noGrp="1"/>
          </p:cNvSpPr>
          <p:nvPr>
            <p:ph type="pic" sz="quarter" idx="23" hasCustomPrompt="1"/>
          </p:nvPr>
        </p:nvSpPr>
        <p:spPr>
          <a:xfrm>
            <a:off x="8264525" y="1620838"/>
            <a:ext cx="3374421" cy="2391559"/>
          </a:xfrm>
          <a:solidFill>
            <a:schemeClr val="bg1">
              <a:lumMod val="95000"/>
            </a:schemeClr>
          </a:solidFill>
        </p:spPr>
        <p:txBody>
          <a:bodyPr lIns="72000" tIns="72000"/>
          <a:lstStyle>
            <a:lvl1pPr>
              <a:defRPr sz="1000"/>
            </a:lvl1pPr>
          </a:lstStyle>
          <a:p>
            <a:r>
              <a:rPr lang="de-DE" dirty="0"/>
              <a:t>Bild einfügen (9,37 x 6,64 cm)</a:t>
            </a:r>
          </a:p>
        </p:txBody>
      </p:sp>
      <p:sp>
        <p:nvSpPr>
          <p:cNvPr id="35" name="Bildplatzhalter 4">
            <a:extLst>
              <a:ext uri="{FF2B5EF4-FFF2-40B4-BE49-F238E27FC236}">
                <a16:creationId xmlns:a16="http://schemas.microsoft.com/office/drawing/2014/main" id="{03F0F056-7BE7-51F0-B82D-24253B7F0D79}"/>
              </a:ext>
            </a:extLst>
          </p:cNvPr>
          <p:cNvSpPr>
            <a:spLocks noGrp="1"/>
          </p:cNvSpPr>
          <p:nvPr>
            <p:ph type="pic" sz="quarter" idx="24" hasCustomPrompt="1"/>
          </p:nvPr>
        </p:nvSpPr>
        <p:spPr>
          <a:xfrm>
            <a:off x="3365994" y="4813200"/>
            <a:ext cx="2052000" cy="1486000"/>
          </a:xfrm>
          <a:solidFill>
            <a:schemeClr val="bg1">
              <a:lumMod val="95000"/>
            </a:schemeClr>
          </a:solidFill>
        </p:spPr>
        <p:txBody>
          <a:bodyPr lIns="72000" tIns="72000"/>
          <a:lstStyle>
            <a:lvl1pPr>
              <a:spcBef>
                <a:spcPts val="0"/>
              </a:spcBef>
              <a:defRPr sz="1000"/>
            </a:lvl1pPr>
          </a:lstStyle>
          <a:p>
            <a:r>
              <a:rPr lang="de-DE" dirty="0"/>
              <a:t>Bild einfügen (5,7 x 4,13 cm)</a:t>
            </a:r>
          </a:p>
        </p:txBody>
      </p:sp>
      <p:sp>
        <p:nvSpPr>
          <p:cNvPr id="40" name="Bildplatzhalter 4">
            <a:extLst>
              <a:ext uri="{FF2B5EF4-FFF2-40B4-BE49-F238E27FC236}">
                <a16:creationId xmlns:a16="http://schemas.microsoft.com/office/drawing/2014/main" id="{50D163F6-5E61-6C7A-A768-E7616B0762AE}"/>
              </a:ext>
            </a:extLst>
          </p:cNvPr>
          <p:cNvSpPr>
            <a:spLocks noGrp="1"/>
          </p:cNvSpPr>
          <p:nvPr>
            <p:ph type="pic" sz="quarter" idx="25" hasCustomPrompt="1"/>
          </p:nvPr>
        </p:nvSpPr>
        <p:spPr>
          <a:xfrm>
            <a:off x="9153521" y="4226400"/>
            <a:ext cx="2485426" cy="1656000"/>
          </a:xfrm>
          <a:solidFill>
            <a:schemeClr val="bg1">
              <a:lumMod val="95000"/>
            </a:schemeClr>
          </a:solidFill>
        </p:spPr>
        <p:txBody>
          <a:bodyPr lIns="72000" tIns="72000"/>
          <a:lstStyle>
            <a:lvl1pPr>
              <a:defRPr sz="1000"/>
            </a:lvl1pPr>
          </a:lstStyle>
          <a:p>
            <a:r>
              <a:rPr lang="de-DE" dirty="0"/>
              <a:t>Bild einfügen (6,9 x 4,6 cm)</a:t>
            </a:r>
          </a:p>
        </p:txBody>
      </p:sp>
      <p:sp>
        <p:nvSpPr>
          <p:cNvPr id="2" name="Titel 1">
            <a:extLst>
              <a:ext uri="{FF2B5EF4-FFF2-40B4-BE49-F238E27FC236}">
                <a16:creationId xmlns:a16="http://schemas.microsoft.com/office/drawing/2014/main" id="{66B3270F-BA2F-B063-560B-08FD880B7DF0}"/>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#11</a:t>
            </a:r>
          </a:p>
        </p:txBody>
      </p:sp>
      <p:sp>
        <p:nvSpPr>
          <p:cNvPr id="7" name="Textplatzhalter 2">
            <a:extLst>
              <a:ext uri="{FF2B5EF4-FFF2-40B4-BE49-F238E27FC236}">
                <a16:creationId xmlns:a16="http://schemas.microsoft.com/office/drawing/2014/main" id="{9298170C-B090-39E0-451A-A0CE94BEF1D5}"/>
              </a:ext>
            </a:extLst>
          </p:cNvPr>
          <p:cNvSpPr>
            <a:spLocks noGrp="1"/>
          </p:cNvSpPr>
          <p:nvPr>
            <p:ph type="body" idx="26" hasCustomPrompt="1"/>
          </p:nvPr>
        </p:nvSpPr>
        <p:spPr>
          <a:xfrm>
            <a:off x="1152000" y="6181200"/>
            <a:ext cx="2160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Fußzeilenplatzhalter 7">
            <a:extLst>
              <a:ext uri="{FF2B5EF4-FFF2-40B4-BE49-F238E27FC236}">
                <a16:creationId xmlns:a16="http://schemas.microsoft.com/office/drawing/2014/main" id="{59022868-559F-F461-353A-E5C78779A1A1}"/>
              </a:ext>
            </a:extLst>
          </p:cNvPr>
          <p:cNvSpPr>
            <a:spLocks noGrp="1"/>
          </p:cNvSpPr>
          <p:nvPr>
            <p:ph type="ftr" sz="quarter" idx="27"/>
          </p:nvPr>
        </p:nvSpPr>
        <p:spPr/>
        <p:txBody>
          <a:bodyPr/>
          <a:lstStyle/>
          <a:p>
            <a:r>
              <a:rPr lang="de-DE"/>
              <a:t>Titel der Präsentation | Name | Ort, Datum</a:t>
            </a:r>
          </a:p>
        </p:txBody>
      </p:sp>
    </p:spTree>
    <p:extLst>
      <p:ext uri="{BB962C8B-B14F-4D97-AF65-F5344CB8AC3E}">
        <p14:creationId xmlns:p14="http://schemas.microsoft.com/office/powerpoint/2010/main" val="394882845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Bild-Folie #12">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53F8B0A-705B-2488-1C9E-38FBB2F0011D}"/>
              </a:ext>
            </a:extLst>
          </p:cNvPr>
          <p:cNvSpPr/>
          <p:nvPr userDrawn="1"/>
        </p:nvSpPr>
        <p:spPr>
          <a:xfrm>
            <a:off x="612775" y="0"/>
            <a:ext cx="1158042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Bildplatzhalter 4">
            <a:extLst>
              <a:ext uri="{FF2B5EF4-FFF2-40B4-BE49-F238E27FC236}">
                <a16:creationId xmlns:a16="http://schemas.microsoft.com/office/drawing/2014/main" id="{FBDA2274-3880-56AF-3F7F-C61D303A5B31}"/>
              </a:ext>
            </a:extLst>
          </p:cNvPr>
          <p:cNvSpPr>
            <a:spLocks noGrp="1"/>
          </p:cNvSpPr>
          <p:nvPr>
            <p:ph type="pic" sz="quarter" idx="17" hasCustomPrompt="1"/>
          </p:nvPr>
        </p:nvSpPr>
        <p:spPr>
          <a:xfrm>
            <a:off x="6413574" y="0"/>
            <a:ext cx="5778426" cy="6858000"/>
          </a:xfrm>
          <a:solidFill>
            <a:schemeClr val="bg1">
              <a:lumMod val="95000"/>
            </a:schemeClr>
          </a:solidFill>
        </p:spPr>
        <p:txBody>
          <a:bodyPr lIns="72000" tIns="72000"/>
          <a:lstStyle>
            <a:lvl1pPr>
              <a:spcBef>
                <a:spcPts val="0"/>
              </a:spcBef>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angeklickten Platzhalter einfügen. </a:t>
            </a:r>
            <a:br>
              <a:rPr lang="de-DE" noProof="0" dirty="0"/>
            </a:br>
            <a:r>
              <a:rPr lang="de-DE" noProof="0" dirty="0"/>
              <a:t>Format </a:t>
            </a:r>
            <a:r>
              <a:rPr lang="de-DE" dirty="0"/>
              <a:t>16,05 x 19,05 cm.</a:t>
            </a:r>
          </a:p>
        </p:txBody>
      </p:sp>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63876" y="487783"/>
            <a:ext cx="4821736" cy="913979"/>
          </a:xfrm>
        </p:spPr>
        <p:txBody>
          <a:bodyPr/>
          <a:lstStyle>
            <a:lvl1pPr>
              <a:defRPr>
                <a:solidFill>
                  <a:schemeClr val="bg1"/>
                </a:solidFill>
              </a:defRPr>
            </a:lvl1pPr>
          </a:lstStyle>
          <a:p>
            <a:r>
              <a:rPr lang="de-DE" dirty="0"/>
              <a:t>Headline Sparkasse Head 28pt Bild ½ #12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63876" y="266400"/>
            <a:ext cx="4821736"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34" name="Inhaltsplatzhalter 2">
            <a:extLst>
              <a:ext uri="{FF2B5EF4-FFF2-40B4-BE49-F238E27FC236}">
                <a16:creationId xmlns:a16="http://schemas.microsoft.com/office/drawing/2014/main" id="{9BBD4C27-6646-A64F-1484-2DFC1A8EEF2F}"/>
              </a:ext>
            </a:extLst>
          </p:cNvPr>
          <p:cNvSpPr>
            <a:spLocks noGrp="1"/>
          </p:cNvSpPr>
          <p:nvPr>
            <p:ph idx="16" hasCustomPrompt="1"/>
          </p:nvPr>
        </p:nvSpPr>
        <p:spPr>
          <a:xfrm>
            <a:off x="1163874" y="1565999"/>
            <a:ext cx="4821735" cy="4734000"/>
          </a:xfrm>
        </p:spPr>
        <p:txBody>
          <a:bodyPr/>
          <a:lstStyle>
            <a:lvl1pPr>
              <a:defRPr>
                <a:solidFill>
                  <a:schemeClr val="bg1"/>
                </a:solidFill>
              </a:defRPr>
            </a:lvl1pPr>
            <a:lvl2pPr marL="216000" indent="-216000">
              <a:buClr>
                <a:schemeClr val="bg1"/>
              </a:buClr>
              <a:buFont typeface="Arial" panose="020B0604020202020204" pitchFamily="34" charset="0"/>
              <a:buChar char="•"/>
              <a:defRPr>
                <a:solidFill>
                  <a:schemeClr val="bg1"/>
                </a:solidFill>
              </a:defRPr>
            </a:lvl2pPr>
            <a:lvl3pPr marL="432000" indent="-216000">
              <a:buClr>
                <a:schemeClr val="bg1"/>
              </a:buClr>
              <a:buFont typeface="Arial" panose="020B0604020202020204" pitchFamily="34" charset="0"/>
              <a:buChar char="•"/>
              <a:defRPr>
                <a:solidFill>
                  <a:schemeClr val="bg1"/>
                </a:solidFill>
              </a:defRPr>
            </a:lvl3pPr>
            <a:lvl4pPr marL="648000" indent="-216000">
              <a:buClr>
                <a:schemeClr val="bg1"/>
              </a:buClr>
              <a:buFont typeface="Arial" panose="020B0604020202020204" pitchFamily="34" charset="0"/>
              <a:buChar char="•"/>
              <a:defRPr>
                <a:solidFill>
                  <a:schemeClr val="bg1"/>
                </a:solidFill>
              </a:defRPr>
            </a:lvl4pPr>
            <a:lvl5pPr marL="864000" indent="-216000">
              <a:buClr>
                <a:schemeClr val="bg1"/>
              </a:buClr>
              <a:buFont typeface="Arial" panose="020B0604020202020204" pitchFamily="34" charset="0"/>
              <a:buChar char="•"/>
              <a:defRPr>
                <a:solidFill>
                  <a:schemeClr val="bg1"/>
                </a:solidFill>
              </a:defRPr>
            </a:lvl5p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2">
            <a:extLst>
              <a:ext uri="{FF2B5EF4-FFF2-40B4-BE49-F238E27FC236}">
                <a16:creationId xmlns:a16="http://schemas.microsoft.com/office/drawing/2014/main" id="{2E110C45-0CE7-134C-0D7E-6BA9AC28F9F4}"/>
              </a:ext>
            </a:extLst>
          </p:cNvPr>
          <p:cNvSpPr>
            <a:spLocks noGrp="1"/>
          </p:cNvSpPr>
          <p:nvPr>
            <p:ph type="body" idx="18" hasCustomPrompt="1"/>
          </p:nvPr>
        </p:nvSpPr>
        <p:spPr>
          <a:xfrm>
            <a:off x="1152525" y="6181200"/>
            <a:ext cx="48240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5" name="Fußzeilenplatzhalter 4">
            <a:extLst>
              <a:ext uri="{FF2B5EF4-FFF2-40B4-BE49-F238E27FC236}">
                <a16:creationId xmlns:a16="http://schemas.microsoft.com/office/drawing/2014/main" id="{D5440FFE-E6CE-BFE0-B712-936CFE5065AF}"/>
              </a:ext>
            </a:extLst>
          </p:cNvPr>
          <p:cNvSpPr>
            <a:spLocks noGrp="1"/>
          </p:cNvSpPr>
          <p:nvPr>
            <p:ph type="ftr" sz="quarter" idx="19"/>
          </p:nvPr>
        </p:nvSpPr>
        <p:spPr>
          <a:xfrm>
            <a:off x="1152523" y="6408000"/>
            <a:ext cx="4824001" cy="180000"/>
          </a:xfrm>
        </p:spPr>
        <p:txBody>
          <a:bodyPr/>
          <a:lstStyle>
            <a:lvl1pPr>
              <a:defRPr>
                <a:solidFill>
                  <a:schemeClr val="bg1"/>
                </a:solidFill>
              </a:defRPr>
            </a:lvl1pPr>
          </a:lstStyle>
          <a:p>
            <a:r>
              <a:rPr lang="de-DE"/>
              <a:t>Titel der Präsentation | Name | Ort, Datum</a:t>
            </a:r>
          </a:p>
        </p:txBody>
      </p:sp>
      <p:cxnSp>
        <p:nvCxnSpPr>
          <p:cNvPr id="7" name="Gerader Verbinder 6">
            <a:extLst>
              <a:ext uri="{FF2B5EF4-FFF2-40B4-BE49-F238E27FC236}">
                <a16:creationId xmlns:a16="http://schemas.microsoft.com/office/drawing/2014/main" id="{B318B324-BAD5-6B0E-65CC-55C4B3C3E36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159907"/>
      </p:ext>
    </p:extLst>
  </p:cSld>
  <p:clrMapOvr>
    <a:masterClrMapping/>
  </p:clrMapOvr>
  <p:extLst>
    <p:ext uri="{DCECCB84-F9BA-43D5-87BE-67443E8EF086}">
      <p15:sldGuideLst xmlns:p15="http://schemas.microsoft.com/office/powerpoint/2012/main">
        <p15:guide id="1" pos="6213">
          <p15:clr>
            <a:srgbClr val="FBAE40"/>
          </p15:clr>
        </p15:guide>
        <p15:guide id="2" pos="429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r Hedlin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#4</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p>
            <a:r>
              <a:rPr lang="de-DE"/>
              <a:t>Titel der Präsentation | Name | Ort, Datum</a:t>
            </a:r>
          </a:p>
        </p:txBody>
      </p:sp>
    </p:spTree>
    <p:extLst>
      <p:ext uri="{BB962C8B-B14F-4D97-AF65-F5344CB8AC3E}">
        <p14:creationId xmlns:p14="http://schemas.microsoft.com/office/powerpoint/2010/main" val="29933175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r Hedline #2">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D2A502F6-608E-6EB5-AD16-480A7E457CAE}"/>
              </a:ext>
            </a:extLst>
          </p:cNvPr>
          <p:cNvSpPr/>
          <p:nvPr userDrawn="1"/>
        </p:nvSpPr>
        <p:spPr>
          <a:xfrm>
            <a:off x="611226" y="0"/>
            <a:ext cx="1157957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bg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bg1"/>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solidFill>
                  <a:schemeClr val="bg1"/>
                </a:solidFill>
              </a:defRPr>
            </a:lvl1pPr>
          </a:lstStyle>
          <a:p>
            <a:r>
              <a:rPr lang="de-DE" dirty="0"/>
              <a:t>Headline Sparkasse Head 28pt ein- bis max. zweizeilig #5</a:t>
            </a:r>
          </a:p>
        </p:txBody>
      </p:sp>
      <p:sp>
        <p:nvSpPr>
          <p:cNvPr id="4" name="Textplatzhalter 2">
            <a:extLst>
              <a:ext uri="{FF2B5EF4-FFF2-40B4-BE49-F238E27FC236}">
                <a16:creationId xmlns:a16="http://schemas.microsoft.com/office/drawing/2014/main" id="{3F092AC8-2E1A-CA19-E61F-FDDB99297D2E}"/>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6" name="Fußzeilenplatzhalter 5">
            <a:extLst>
              <a:ext uri="{FF2B5EF4-FFF2-40B4-BE49-F238E27FC236}">
                <a16:creationId xmlns:a16="http://schemas.microsoft.com/office/drawing/2014/main" id="{06747535-BD26-FD88-0847-68F5486682E0}"/>
              </a:ext>
            </a:extLst>
          </p:cNvPr>
          <p:cNvSpPr>
            <a:spLocks noGrp="1"/>
          </p:cNvSpPr>
          <p:nvPr>
            <p:ph type="ftr" sz="quarter" idx="18"/>
          </p:nvPr>
        </p:nvSpPr>
        <p:spPr/>
        <p:txBody>
          <a:bodyPr/>
          <a:lstStyle>
            <a:lvl1pPr>
              <a:defRPr>
                <a:solidFill>
                  <a:schemeClr val="bg1"/>
                </a:solidFill>
              </a:defRPr>
            </a:lvl1pPr>
          </a:lstStyle>
          <a:p>
            <a:r>
              <a:rPr lang="de-DE"/>
              <a:t>Titel der Präsentation | Name | Ort, Datum</a:t>
            </a:r>
          </a:p>
        </p:txBody>
      </p:sp>
      <p:cxnSp>
        <p:nvCxnSpPr>
          <p:cNvPr id="9" name="Gerader Verbinder 8">
            <a:extLst>
              <a:ext uri="{FF2B5EF4-FFF2-40B4-BE49-F238E27FC236}">
                <a16:creationId xmlns:a16="http://schemas.microsoft.com/office/drawing/2014/main" id="{0A991AF5-616B-7119-1476-477848368952}"/>
              </a:ext>
            </a:extLst>
          </p:cNvPr>
          <p:cNvCxnSpPr/>
          <p:nvPr userDrawn="1"/>
        </p:nvCxnSpPr>
        <p:spPr>
          <a:xfrm>
            <a:off x="612000" y="0"/>
            <a:ext cx="0" cy="6858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78389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Video-Folie">
    <p:bg>
      <p:bgPr>
        <a:solidFill>
          <a:schemeClr val="tx1"/>
        </a:solidFill>
        <a:effectLst/>
      </p:bgPr>
    </p:bg>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B010F72A-BD22-21C0-7378-614825734ED8}"/>
              </a:ext>
            </a:extLst>
          </p:cNvPr>
          <p:cNvSpPr>
            <a:spLocks noGrp="1"/>
          </p:cNvSpPr>
          <p:nvPr>
            <p:ph type="ftr" sz="quarter" idx="3"/>
          </p:nvPr>
        </p:nvSpPr>
        <p:spPr>
          <a:xfrm rot="16200000">
            <a:off x="-2564672" y="3373734"/>
            <a:ext cx="5742117" cy="144000"/>
          </a:xfrm>
          <a:prstGeom prst="rect">
            <a:avLst/>
          </a:prstGeom>
        </p:spPr>
        <p:txBody>
          <a:bodyPr vert="horz" lIns="0" tIns="0" rIns="0" bIns="28800" rtlCol="0" anchor="ctr">
            <a:noAutofit/>
          </a:bodyPr>
          <a:lstStyle>
            <a:lvl1pPr algn="ctr">
              <a:lnSpc>
                <a:spcPts val="1200"/>
              </a:lnSpc>
              <a:defRPr sz="700" cap="all" spc="80" baseline="0">
                <a:solidFill>
                  <a:schemeClr val="bg1">
                    <a:alpha val="0"/>
                  </a:schemeClr>
                </a:solidFill>
              </a:defRPr>
            </a:lvl1pPr>
          </a:lstStyle>
          <a:p>
            <a:r>
              <a:rPr lang="de-DE"/>
              <a:t>Titel der Präsentation | Name | Ort, Datum</a:t>
            </a:r>
            <a:endParaRPr lang="de-DE" dirty="0"/>
          </a:p>
        </p:txBody>
      </p:sp>
      <p:sp>
        <p:nvSpPr>
          <p:cNvPr id="8" name="Medienplatzhalter 7">
            <a:extLst>
              <a:ext uri="{FF2B5EF4-FFF2-40B4-BE49-F238E27FC236}">
                <a16:creationId xmlns:a16="http://schemas.microsoft.com/office/drawing/2014/main" id="{E56DD4CA-6146-7937-6958-46699AA02ED5}"/>
              </a:ext>
            </a:extLst>
          </p:cNvPr>
          <p:cNvSpPr>
            <a:spLocks noGrp="1"/>
          </p:cNvSpPr>
          <p:nvPr>
            <p:ph type="media" sz="quarter" idx="13" hasCustomPrompt="1"/>
          </p:nvPr>
        </p:nvSpPr>
        <p:spPr>
          <a:xfrm>
            <a:off x="0" y="0"/>
            <a:ext cx="12193200" cy="6858000"/>
          </a:xfrm>
          <a:solidFill>
            <a:schemeClr val="bg1">
              <a:lumMod val="95000"/>
            </a:schemeClr>
          </a:solidFill>
        </p:spPr>
        <p:txBody>
          <a:bodyPr lIns="72000" tIns="36000"/>
          <a:lstStyle>
            <a:lvl1pPr>
              <a:spcBef>
                <a:spcPts val="0"/>
              </a:spcBef>
              <a:defRPr sz="900"/>
            </a:lvl1pPr>
          </a:lstStyle>
          <a:p>
            <a:r>
              <a:rPr lang="de-DE" noProof="0" dirty="0"/>
              <a:t>Bitte fügen Sie ein Video über Klick auf das Symbol im Platzhalter ein.</a:t>
            </a:r>
            <a:br>
              <a:rPr lang="de-DE" noProof="0" dirty="0"/>
            </a:br>
            <a:r>
              <a:rPr lang="de-DE" noProof="0" dirty="0"/>
              <a:t>Oder mit Klick auf den Platzhalter und der rechten Maustaste den Befehl „Video einfügen“ auswählen. </a:t>
            </a:r>
          </a:p>
          <a:p>
            <a:r>
              <a:rPr lang="de-DE" noProof="0" dirty="0"/>
              <a:t>Oder ein Video aus der Zwischenablage in den angeklickten Platzhalter einfügen. Format </a:t>
            </a:r>
            <a:r>
              <a:rPr lang="de-DE" dirty="0"/>
              <a:t>33,87 x 19,05 cm.</a:t>
            </a:r>
          </a:p>
        </p:txBody>
      </p:sp>
    </p:spTree>
    <p:extLst>
      <p:ext uri="{BB962C8B-B14F-4D97-AF65-F5344CB8AC3E}">
        <p14:creationId xmlns:p14="http://schemas.microsoft.com/office/powerpoint/2010/main" val="23632490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ockup-Folie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#1</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7AEC34B0-20CC-3187-B106-26A3E1B73850}"/>
              </a:ext>
            </a:extLst>
          </p:cNvPr>
          <p:cNvSpPr>
            <a:spLocks noGrp="1"/>
          </p:cNvSpPr>
          <p:nvPr>
            <p:ph type="ftr" sz="quarter" idx="16"/>
          </p:nvPr>
        </p:nvSpPr>
        <p:spPr/>
        <p:txBody>
          <a:bodyPr/>
          <a:lstStyle/>
          <a:p>
            <a:r>
              <a:rPr lang="de-DE"/>
              <a:t>Titel der Präsentation | Name | Ort, Datum</a:t>
            </a:r>
            <a:endParaRPr lang="de-DE" dirty="0"/>
          </a:p>
        </p:txBody>
      </p:sp>
      <p:sp>
        <p:nvSpPr>
          <p:cNvPr id="5" name="Textplatzhalter 2">
            <a:extLst>
              <a:ext uri="{FF2B5EF4-FFF2-40B4-BE49-F238E27FC236}">
                <a16:creationId xmlns:a16="http://schemas.microsoft.com/office/drawing/2014/main" id="{2B8221D4-A2C9-9171-3C19-A03B535ADFBB}"/>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26" name="Bildplatzhalter 25">
            <a:extLst>
              <a:ext uri="{FF2B5EF4-FFF2-40B4-BE49-F238E27FC236}">
                <a16:creationId xmlns:a16="http://schemas.microsoft.com/office/drawing/2014/main" id="{E0FC838F-3880-1AD6-A575-C42AB089E25E}"/>
              </a:ext>
            </a:extLst>
          </p:cNvPr>
          <p:cNvSpPr>
            <a:spLocks noGrp="1"/>
          </p:cNvSpPr>
          <p:nvPr>
            <p:ph type="pic" sz="quarter" idx="15" hasCustomPrompt="1"/>
          </p:nvPr>
        </p:nvSpPr>
        <p:spPr>
          <a:xfrm>
            <a:off x="7915227" y="1720516"/>
            <a:ext cx="2111542" cy="4479759"/>
          </a:xfrm>
          <a:custGeom>
            <a:avLst/>
            <a:gdLst>
              <a:gd name="connsiteX0" fmla="*/ 200280 w 2111542"/>
              <a:gd name="connsiteY0" fmla="*/ 0 h 4465722"/>
              <a:gd name="connsiteX1" fmla="*/ 486997 w 2111542"/>
              <a:gd name="connsiteY1" fmla="*/ 0 h 4465722"/>
              <a:gd name="connsiteX2" fmla="*/ 479257 w 2111542"/>
              <a:gd name="connsiteY2" fmla="*/ 38335 h 4465722"/>
              <a:gd name="connsiteX3" fmla="*/ 601343 w 2111542"/>
              <a:gd name="connsiteY3" fmla="*/ 160421 h 4465722"/>
              <a:gd name="connsiteX4" fmla="*/ 1512203 w 2111542"/>
              <a:gd name="connsiteY4" fmla="*/ 160421 h 4465722"/>
              <a:gd name="connsiteX5" fmla="*/ 1634289 w 2111542"/>
              <a:gd name="connsiteY5" fmla="*/ 38335 h 4465722"/>
              <a:gd name="connsiteX6" fmla="*/ 1626549 w 2111542"/>
              <a:gd name="connsiteY6" fmla="*/ 0 h 4465722"/>
              <a:gd name="connsiteX7" fmla="*/ 1911262 w 2111542"/>
              <a:gd name="connsiteY7" fmla="*/ 0 h 4465722"/>
              <a:gd name="connsiteX8" fmla="*/ 2111542 w 2111542"/>
              <a:gd name="connsiteY8" fmla="*/ 200280 h 4465722"/>
              <a:gd name="connsiteX9" fmla="*/ 2111542 w 2111542"/>
              <a:gd name="connsiteY9" fmla="*/ 4265442 h 4465722"/>
              <a:gd name="connsiteX10" fmla="*/ 1911262 w 2111542"/>
              <a:gd name="connsiteY10" fmla="*/ 4465722 h 4465722"/>
              <a:gd name="connsiteX11" fmla="*/ 200280 w 2111542"/>
              <a:gd name="connsiteY11" fmla="*/ 4465722 h 4465722"/>
              <a:gd name="connsiteX12" fmla="*/ 0 w 2111542"/>
              <a:gd name="connsiteY12" fmla="*/ 4265442 h 4465722"/>
              <a:gd name="connsiteX13" fmla="*/ 0 w 2111542"/>
              <a:gd name="connsiteY13" fmla="*/ 200280 h 4465722"/>
              <a:gd name="connsiteX14" fmla="*/ 200280 w 2111542"/>
              <a:gd name="connsiteY14" fmla="*/ 0 h 4465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1542" h="4465722">
                <a:moveTo>
                  <a:pt x="200280" y="0"/>
                </a:moveTo>
                <a:lnTo>
                  <a:pt x="486997" y="0"/>
                </a:lnTo>
                <a:lnTo>
                  <a:pt x="479257" y="38335"/>
                </a:lnTo>
                <a:cubicBezTo>
                  <a:pt x="479257" y="105761"/>
                  <a:pt x="533917" y="160421"/>
                  <a:pt x="601343" y="160421"/>
                </a:cubicBezTo>
                <a:lnTo>
                  <a:pt x="1512203" y="160421"/>
                </a:lnTo>
                <a:cubicBezTo>
                  <a:pt x="1579629" y="160421"/>
                  <a:pt x="1634289" y="105761"/>
                  <a:pt x="1634289" y="38335"/>
                </a:cubicBezTo>
                <a:lnTo>
                  <a:pt x="1626549" y="0"/>
                </a:lnTo>
                <a:lnTo>
                  <a:pt x="1911262" y="0"/>
                </a:lnTo>
                <a:cubicBezTo>
                  <a:pt x="2021874" y="0"/>
                  <a:pt x="2111542" y="89668"/>
                  <a:pt x="2111542" y="200280"/>
                </a:cubicBezTo>
                <a:lnTo>
                  <a:pt x="2111542" y="4265442"/>
                </a:lnTo>
                <a:cubicBezTo>
                  <a:pt x="2111542" y="4376054"/>
                  <a:pt x="2021874" y="4465722"/>
                  <a:pt x="1911262" y="4465722"/>
                </a:cubicBezTo>
                <a:lnTo>
                  <a:pt x="200280" y="4465722"/>
                </a:lnTo>
                <a:cubicBezTo>
                  <a:pt x="89668" y="4465722"/>
                  <a:pt x="0" y="4376054"/>
                  <a:pt x="0" y="4265442"/>
                </a:cubicBezTo>
                <a:lnTo>
                  <a:pt x="0" y="200280"/>
                </a:lnTo>
                <a:cubicBezTo>
                  <a:pt x="0" y="89668"/>
                  <a:pt x="89668" y="0"/>
                  <a:pt x="200280" y="0"/>
                </a:cubicBezTo>
                <a:close/>
              </a:path>
            </a:pathLst>
          </a:custGeom>
          <a:noFill/>
        </p:spPr>
        <p:txBody>
          <a:bodyPr wrap="square" tIns="360000">
            <a:noAutofit/>
          </a:bodyPr>
          <a:lstStyle>
            <a:lvl1pPr algn="ctr">
              <a:lnSpc>
                <a:spcPct val="100000"/>
              </a:lnSpc>
              <a:spcBef>
                <a:spcPts val="0"/>
              </a:spcBef>
              <a:defRPr sz="95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a:t>
            </a:r>
            <a:br>
              <a:rPr lang="de-DE" noProof="0" dirty="0"/>
            </a:br>
            <a:r>
              <a:rPr lang="de-DE" noProof="0" dirty="0"/>
              <a:t>und der rechten Maustaste </a:t>
            </a:r>
            <a:br>
              <a:rPr lang="de-DE" noProof="0" dirty="0"/>
            </a:br>
            <a:r>
              <a:rPr lang="de-DE" noProof="0" dirty="0"/>
              <a:t>den Befehl „Bild einfügen“ </a:t>
            </a:r>
            <a:br>
              <a:rPr lang="de-DE" noProof="0" dirty="0"/>
            </a:br>
            <a:r>
              <a:rPr lang="de-DE" noProof="0" dirty="0"/>
              <a:t>auswählen. Oder ein Bild aus </a:t>
            </a:r>
            <a:br>
              <a:rPr lang="de-DE" noProof="0" dirty="0"/>
            </a:br>
            <a:r>
              <a:rPr lang="de-DE" noProof="0" dirty="0"/>
              <a:t>der Zwischenablage in den </a:t>
            </a:r>
            <a:br>
              <a:rPr lang="de-DE" noProof="0" dirty="0"/>
            </a:br>
            <a:r>
              <a:rPr lang="de-DE" noProof="0" dirty="0"/>
              <a:t>angeklickten Platzhalter einfügen. </a:t>
            </a:r>
            <a:br>
              <a:rPr lang="de-DE" noProof="0" dirty="0"/>
            </a:br>
            <a:r>
              <a:rPr lang="de-DE" noProof="0" dirty="0"/>
              <a:t>Format </a:t>
            </a:r>
            <a:r>
              <a:rPr lang="de-DE" dirty="0"/>
              <a:t>5,87 x 12,44 cm.</a:t>
            </a:r>
          </a:p>
        </p:txBody>
      </p:sp>
      <p:sp>
        <p:nvSpPr>
          <p:cNvPr id="8" name="Inhaltsplatzhalter 2">
            <a:extLst>
              <a:ext uri="{FF2B5EF4-FFF2-40B4-BE49-F238E27FC236}">
                <a16:creationId xmlns:a16="http://schemas.microsoft.com/office/drawing/2014/main" id="{3A07F1A6-0364-4636-B0FD-73374061C9D2}"/>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430990389"/>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ockup-Foli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#2</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4" name="Fußzeilenplatzhalter 3">
            <a:extLst>
              <a:ext uri="{FF2B5EF4-FFF2-40B4-BE49-F238E27FC236}">
                <a16:creationId xmlns:a16="http://schemas.microsoft.com/office/drawing/2014/main" id="{AAA33AA8-9CAC-3492-3865-3D78C0DBD234}"/>
              </a:ext>
            </a:extLst>
          </p:cNvPr>
          <p:cNvSpPr>
            <a:spLocks noGrp="1"/>
          </p:cNvSpPr>
          <p:nvPr>
            <p:ph type="ftr" sz="quarter" idx="15"/>
          </p:nvPr>
        </p:nvSpPr>
        <p:spPr/>
        <p:txBody>
          <a:bodyPr/>
          <a:lstStyle/>
          <a:p>
            <a:r>
              <a:rPr lang="de-DE"/>
              <a:t>Titel der Präsentation | Name | Ort, Datum</a:t>
            </a:r>
            <a:endParaRPr lang="de-DE" dirty="0"/>
          </a:p>
        </p:txBody>
      </p:sp>
      <p:sp>
        <p:nvSpPr>
          <p:cNvPr id="8" name="Textplatzhalter 2">
            <a:extLst>
              <a:ext uri="{FF2B5EF4-FFF2-40B4-BE49-F238E27FC236}">
                <a16:creationId xmlns:a16="http://schemas.microsoft.com/office/drawing/2014/main" id="{7846DD82-0332-8564-685F-C282CC53A221}"/>
              </a:ext>
            </a:extLst>
          </p:cNvPr>
          <p:cNvSpPr>
            <a:spLocks noGrp="1"/>
          </p:cNvSpPr>
          <p:nvPr>
            <p:ph type="body" idx="17" hasCustomPrompt="1"/>
          </p:nvPr>
        </p:nvSpPr>
        <p:spPr>
          <a:xfrm>
            <a:off x="1152000" y="6181200"/>
            <a:ext cx="104904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12" name="Picture Placeholder 8">
            <a:extLst>
              <a:ext uri="{FF2B5EF4-FFF2-40B4-BE49-F238E27FC236}">
                <a16:creationId xmlns:a16="http://schemas.microsoft.com/office/drawing/2014/main" id="{881DC0CE-F9B5-00F4-D385-745EBC2AB6D7}"/>
              </a:ext>
            </a:extLst>
          </p:cNvPr>
          <p:cNvSpPr>
            <a:spLocks noGrp="1"/>
          </p:cNvSpPr>
          <p:nvPr>
            <p:ph type="pic" sz="quarter" idx="10" hasCustomPrompt="1"/>
          </p:nvPr>
        </p:nvSpPr>
        <p:spPr>
          <a:xfrm>
            <a:off x="5396418" y="1799566"/>
            <a:ext cx="5464513" cy="3430800"/>
          </a:xfrm>
          <a:prstGeom prst="rect">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auf das Symbol im Platzhalter ein.</a:t>
            </a:r>
            <a:br>
              <a:rPr lang="de-DE" noProof="0" dirty="0"/>
            </a:br>
            <a:r>
              <a:rPr lang="de-DE" noProof="0" dirty="0"/>
              <a:t>Oder mit Klick auf den Platzhalter und der rechten Maustaste </a:t>
            </a:r>
            <a:br>
              <a:rPr lang="de-DE" noProof="0" dirty="0"/>
            </a:br>
            <a:r>
              <a:rPr lang="de-DE" noProof="0" dirty="0"/>
              <a:t>den Befehl „Bild einfügen“ auswählen. Oder ein Bild aus der Zwischenablage </a:t>
            </a:r>
            <a:br>
              <a:rPr lang="de-DE" noProof="0" dirty="0"/>
            </a:br>
            <a:r>
              <a:rPr lang="de-DE" noProof="0" dirty="0"/>
              <a:t>in den angeklickten Platzhalter einfügen. Format 15,18 x 9,5 cm.</a:t>
            </a:r>
          </a:p>
        </p:txBody>
      </p:sp>
      <p:sp>
        <p:nvSpPr>
          <p:cNvPr id="3" name="Inhaltsplatzhalter 2">
            <a:extLst>
              <a:ext uri="{FF2B5EF4-FFF2-40B4-BE49-F238E27FC236}">
                <a16:creationId xmlns:a16="http://schemas.microsoft.com/office/drawing/2014/main" id="{6E9468DE-4895-6680-1BEC-D4253351E75D}"/>
              </a:ext>
            </a:extLst>
          </p:cNvPr>
          <p:cNvSpPr>
            <a:spLocks noGrp="1"/>
          </p:cNvSpPr>
          <p:nvPr>
            <p:ph idx="18" hasCustomPrompt="1"/>
          </p:nvPr>
        </p:nvSpPr>
        <p:spPr>
          <a:xfrm>
            <a:off x="1153527" y="1565999"/>
            <a:ext cx="3375273"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63916835"/>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ockup-Folie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#3</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Titel der Präsentation | Name | Ort, Datum</a:t>
            </a:r>
            <a:endParaRPr lang="de-DE" dirty="0"/>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8" name="Picture Placeholder 8">
            <a:extLst>
              <a:ext uri="{FF2B5EF4-FFF2-40B4-BE49-F238E27FC236}">
                <a16:creationId xmlns:a16="http://schemas.microsoft.com/office/drawing/2014/main" id="{ADF869EA-A822-2479-DCCB-749E96B2C36B}"/>
              </a:ext>
            </a:extLst>
          </p:cNvPr>
          <p:cNvSpPr>
            <a:spLocks noGrp="1"/>
          </p:cNvSpPr>
          <p:nvPr>
            <p:ph type="pic" sz="quarter" idx="10" hasCustomPrompt="1"/>
          </p:nvPr>
        </p:nvSpPr>
        <p:spPr>
          <a:xfrm>
            <a:off x="7459506" y="1768788"/>
            <a:ext cx="3292509" cy="4391689"/>
          </a:xfrm>
          <a:prstGeom prst="roundRect">
            <a:avLst>
              <a:gd name="adj" fmla="val 1668"/>
            </a:avLst>
          </a:prstGeom>
          <a:noFill/>
        </p:spPr>
        <p:txBody>
          <a:bodyPr wrap="square" lIns="36000" tIns="36000">
            <a:noAutofit/>
          </a:bodyPr>
          <a:lstStyle>
            <a:lvl1pPr marL="0" indent="0" algn="ctr">
              <a:lnSpc>
                <a:spcPct val="100000"/>
              </a:lnSpc>
              <a:spcBef>
                <a:spcPts val="0"/>
              </a:spcBef>
              <a:spcAft>
                <a:spcPts val="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 </a:t>
            </a:r>
            <a:br>
              <a:rPr lang="de-DE" noProof="0" dirty="0"/>
            </a:br>
            <a:r>
              <a:rPr lang="de-DE" noProof="0" dirty="0"/>
              <a:t>Oder mit Klick auf den Platzhalter und der rechten Maustaste den Befehl „Bild einfügen“ auswählen. </a:t>
            </a:r>
            <a:br>
              <a:rPr lang="de-DE" noProof="0" dirty="0"/>
            </a:br>
            <a:r>
              <a:rPr lang="de-DE" noProof="0" dirty="0"/>
              <a:t>Oder ein Bild aus der Zwischen-ablage in den </a:t>
            </a:r>
            <a:br>
              <a:rPr lang="de-DE" noProof="0" dirty="0"/>
            </a:br>
            <a:r>
              <a:rPr lang="de-DE" noProof="0" dirty="0"/>
              <a:t>angeklickten Platzhalter einfügen. </a:t>
            </a:r>
            <a:br>
              <a:rPr lang="de-DE" noProof="0" dirty="0"/>
            </a:br>
            <a:r>
              <a:rPr lang="de-DE" noProof="0" dirty="0"/>
              <a:t>Format 9,15 x 12,2 cm.</a:t>
            </a:r>
          </a:p>
        </p:txBody>
      </p:sp>
      <p:sp>
        <p:nvSpPr>
          <p:cNvPr id="3" name="Inhaltsplatzhalter 2">
            <a:extLst>
              <a:ext uri="{FF2B5EF4-FFF2-40B4-BE49-F238E27FC236}">
                <a16:creationId xmlns:a16="http://schemas.microsoft.com/office/drawing/2014/main" id="{F1C8DA12-C7BD-F01D-8103-0FFD27ECD76D}"/>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3663819460"/>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ockup-Folie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Mockup-Folie #4</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400"/>
            <a:ext cx="10490400" cy="180000"/>
          </a:xfrm>
        </p:spPr>
        <p:txBody>
          <a:bodyPr/>
          <a:lstStyle>
            <a:lvl1pPr marL="0" indent="0" algn="l">
              <a:lnSpc>
                <a:spcPct val="100000"/>
              </a:lnSpc>
              <a:spcBef>
                <a:spcPts val="0"/>
              </a:spcBef>
              <a:buNone/>
              <a:defRPr lang="de-DE" sz="1200" kern="1200" dirty="0">
                <a:solidFill>
                  <a:schemeClr val="tx1"/>
                </a:solidFill>
                <a:latin typeface="Sparkasse Rg" panose="020B0504050602020204" pitchFamily="34" charset="0"/>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60" name="Textplatzhalter 2">
            <a:extLst>
              <a:ext uri="{FF2B5EF4-FFF2-40B4-BE49-F238E27FC236}">
                <a16:creationId xmlns:a16="http://schemas.microsoft.com/office/drawing/2014/main" id="{C3A06311-3B59-B39A-C4DB-B7A03984A019}"/>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7" name="Textplatzhalter 2">
            <a:extLst>
              <a:ext uri="{FF2B5EF4-FFF2-40B4-BE49-F238E27FC236}">
                <a16:creationId xmlns:a16="http://schemas.microsoft.com/office/drawing/2014/main" id="{DF28E3EA-AEF4-4B3B-7ADB-4C7816B9D18A}"/>
              </a:ext>
            </a:extLst>
          </p:cNvPr>
          <p:cNvSpPr>
            <a:spLocks noGrp="1"/>
          </p:cNvSpPr>
          <p:nvPr>
            <p:ph type="body" idx="17" hasCustomPrompt="1"/>
          </p:nvPr>
        </p:nvSpPr>
        <p:spPr>
          <a:xfrm>
            <a:off x="1152000" y="6181200"/>
            <a:ext cx="5256000" cy="144000"/>
          </a:xfrm>
        </p:spPr>
        <p:txBody>
          <a:bodyPr anchor="b" anchorCtr="0"/>
          <a:lstStyle>
            <a:lvl1pPr marL="0" indent="0" algn="l">
              <a:lnSpc>
                <a:spcPct val="100000"/>
              </a:lnSpc>
              <a:spcBef>
                <a:spcPts val="0"/>
              </a:spcBef>
              <a:buNone/>
              <a:defRPr sz="80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noProof="0" dirty="0"/>
              <a:t>Optionale Quellenangabe: Sparkasse Light 8pt</a:t>
            </a:r>
          </a:p>
        </p:txBody>
      </p:sp>
      <p:sp>
        <p:nvSpPr>
          <p:cNvPr id="4" name="Bildplatzhalter 16">
            <a:extLst>
              <a:ext uri="{FF2B5EF4-FFF2-40B4-BE49-F238E27FC236}">
                <a16:creationId xmlns:a16="http://schemas.microsoft.com/office/drawing/2014/main" id="{07C9C1A3-C6AA-F496-78F1-60C54CD5C8F2}"/>
              </a:ext>
            </a:extLst>
          </p:cNvPr>
          <p:cNvSpPr>
            <a:spLocks noGrp="1"/>
          </p:cNvSpPr>
          <p:nvPr>
            <p:ph type="pic" sz="quarter" idx="10" hasCustomPrompt="1"/>
          </p:nvPr>
        </p:nvSpPr>
        <p:spPr>
          <a:xfrm>
            <a:off x="7776839" y="1373819"/>
            <a:ext cx="3351320" cy="4103703"/>
          </a:xfrm>
          <a:custGeom>
            <a:avLst/>
            <a:gdLst>
              <a:gd name="connsiteX0" fmla="*/ 749422 w 3351320"/>
              <a:gd name="connsiteY0" fmla="*/ 0 h 4103703"/>
              <a:gd name="connsiteX1" fmla="*/ 2601898 w 3351320"/>
              <a:gd name="connsiteY1" fmla="*/ 0 h 4103703"/>
              <a:gd name="connsiteX2" fmla="*/ 3351320 w 3351320"/>
              <a:gd name="connsiteY2" fmla="*/ 749422 h 4103703"/>
              <a:gd name="connsiteX3" fmla="*/ 3351320 w 3351320"/>
              <a:gd name="connsiteY3" fmla="*/ 3354281 h 4103703"/>
              <a:gd name="connsiteX4" fmla="*/ 2601898 w 3351320"/>
              <a:gd name="connsiteY4" fmla="*/ 4103703 h 4103703"/>
              <a:gd name="connsiteX5" fmla="*/ 749422 w 3351320"/>
              <a:gd name="connsiteY5" fmla="*/ 4103703 h 4103703"/>
              <a:gd name="connsiteX6" fmla="*/ 0 w 3351320"/>
              <a:gd name="connsiteY6" fmla="*/ 3354281 h 4103703"/>
              <a:gd name="connsiteX7" fmla="*/ 0 w 3351320"/>
              <a:gd name="connsiteY7" fmla="*/ 749422 h 4103703"/>
              <a:gd name="connsiteX8" fmla="*/ 749422 w 3351320"/>
              <a:gd name="connsiteY8" fmla="*/ 0 h 410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1320" h="4103703">
                <a:moveTo>
                  <a:pt x="749422" y="0"/>
                </a:moveTo>
                <a:lnTo>
                  <a:pt x="2601898" y="0"/>
                </a:lnTo>
                <a:cubicBezTo>
                  <a:pt x="3015792" y="0"/>
                  <a:pt x="3351320" y="335528"/>
                  <a:pt x="3351320" y="749422"/>
                </a:cubicBezTo>
                <a:lnTo>
                  <a:pt x="3351320" y="3354281"/>
                </a:lnTo>
                <a:cubicBezTo>
                  <a:pt x="3351320" y="3768175"/>
                  <a:pt x="3015792" y="4103703"/>
                  <a:pt x="2601898" y="4103703"/>
                </a:cubicBezTo>
                <a:lnTo>
                  <a:pt x="749422" y="4103703"/>
                </a:lnTo>
                <a:cubicBezTo>
                  <a:pt x="335528" y="4103703"/>
                  <a:pt x="0" y="3768175"/>
                  <a:pt x="0" y="3354281"/>
                </a:cubicBezTo>
                <a:lnTo>
                  <a:pt x="0" y="749422"/>
                </a:lnTo>
                <a:cubicBezTo>
                  <a:pt x="0" y="335528"/>
                  <a:pt x="335528" y="0"/>
                  <a:pt x="749422" y="0"/>
                </a:cubicBezTo>
                <a:close/>
              </a:path>
            </a:pathLst>
          </a:custGeom>
          <a:solidFill>
            <a:schemeClr val="bg1"/>
          </a:solidFill>
        </p:spPr>
        <p:txBody>
          <a:bodyPr wrap="square" lIns="36000" tIns="144000">
            <a:noAutofit/>
          </a:bodyPr>
          <a:lstStyle>
            <a:lvl1pPr marL="0" indent="0" algn="ctr">
              <a:lnSpc>
                <a:spcPct val="100000"/>
              </a:lnSpc>
              <a:spcBef>
                <a:spcPts val="0"/>
              </a:spcBef>
              <a:spcAft>
                <a:spcPts val="300"/>
              </a:spcAft>
              <a:buClr>
                <a:schemeClr val="tx2"/>
              </a:buClr>
              <a:buFont typeface="Arial" panose="020B0604020202020204" pitchFamily="34" charset="0"/>
              <a:buNone/>
              <a:defRPr sz="1000"/>
            </a:lvl1pPr>
          </a:lstStyle>
          <a:p>
            <a:r>
              <a:rPr lang="de-DE" noProof="0" dirty="0"/>
              <a:t>Bitte fügen Sie ein Bild über Klick </a:t>
            </a:r>
            <a:br>
              <a:rPr lang="de-DE" noProof="0" dirty="0"/>
            </a:br>
            <a:r>
              <a:rPr lang="de-DE" noProof="0" dirty="0"/>
              <a:t>auf das Symbol im Platzhalter ein.</a:t>
            </a:r>
            <a:br>
              <a:rPr lang="de-DE" noProof="0" dirty="0"/>
            </a:br>
            <a:r>
              <a:rPr lang="de-DE" noProof="0" dirty="0"/>
              <a:t>Oder mit Klick auf den Platzhalter und der </a:t>
            </a:r>
            <a:br>
              <a:rPr lang="de-DE" noProof="0" dirty="0"/>
            </a:br>
            <a:r>
              <a:rPr lang="de-DE" noProof="0" dirty="0"/>
              <a:t>rechten Maustaste den Befehl „Bild einfügen“ </a:t>
            </a:r>
            <a:br>
              <a:rPr lang="de-DE" noProof="0" dirty="0"/>
            </a:br>
            <a:r>
              <a:rPr lang="de-DE" noProof="0" dirty="0"/>
              <a:t>auswählen. Oder ein Bild aus der Zwischenablage </a:t>
            </a:r>
            <a:br>
              <a:rPr lang="de-DE" noProof="0" dirty="0"/>
            </a:br>
            <a:r>
              <a:rPr lang="de-DE" noProof="0" dirty="0"/>
              <a:t>in den angeklickten Platzhalter einfügen. </a:t>
            </a:r>
            <a:br>
              <a:rPr lang="de-DE" noProof="0" dirty="0"/>
            </a:br>
            <a:r>
              <a:rPr lang="de-DE" noProof="0" dirty="0"/>
              <a:t>Format 9,31 x 11,4 cm.</a:t>
            </a:r>
          </a:p>
        </p:txBody>
      </p:sp>
      <p:sp>
        <p:nvSpPr>
          <p:cNvPr id="5" name="Fußzeilenplatzhalter 4">
            <a:extLst>
              <a:ext uri="{FF2B5EF4-FFF2-40B4-BE49-F238E27FC236}">
                <a16:creationId xmlns:a16="http://schemas.microsoft.com/office/drawing/2014/main" id="{6760F1AF-B16C-07AA-F1A8-B1DE2D33EA24}"/>
              </a:ext>
            </a:extLst>
          </p:cNvPr>
          <p:cNvSpPr>
            <a:spLocks noGrp="1"/>
          </p:cNvSpPr>
          <p:nvPr>
            <p:ph type="ftr" sz="quarter" idx="15"/>
          </p:nvPr>
        </p:nvSpPr>
        <p:spPr/>
        <p:txBody>
          <a:bodyPr/>
          <a:lstStyle/>
          <a:p>
            <a:r>
              <a:rPr lang="de-DE"/>
              <a:t>Titel der Präsentation | Name | Ort, Datum</a:t>
            </a:r>
            <a:endParaRPr lang="de-DE" dirty="0"/>
          </a:p>
        </p:txBody>
      </p:sp>
      <p:sp>
        <p:nvSpPr>
          <p:cNvPr id="3" name="Inhaltsplatzhalter 2">
            <a:extLst>
              <a:ext uri="{FF2B5EF4-FFF2-40B4-BE49-F238E27FC236}">
                <a16:creationId xmlns:a16="http://schemas.microsoft.com/office/drawing/2014/main" id="{9049C178-C84C-C374-146D-9B5256D30C93}"/>
              </a:ext>
            </a:extLst>
          </p:cNvPr>
          <p:cNvSpPr>
            <a:spLocks noGrp="1"/>
          </p:cNvSpPr>
          <p:nvPr>
            <p:ph idx="18" hasCustomPrompt="1"/>
          </p:nvPr>
        </p:nvSpPr>
        <p:spPr>
          <a:xfrm>
            <a:off x="1153527" y="1565999"/>
            <a:ext cx="4917839" cy="4734000"/>
          </a:xfrm>
        </p:spPr>
        <p:txBody>
          <a:bodyPr/>
          <a:lstStyle/>
          <a:p>
            <a:pPr lvl="0"/>
            <a:r>
              <a:rPr lang="de-DE" dirty="0"/>
              <a:t>Erste Ebene Sparkasse Light 14pt. Texthervorhebungen manuell in Sparkasse Medium. 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128956683"/>
      </p:ext>
    </p:extLst>
  </p:cSld>
  <p:clrMapOvr>
    <a:masterClrMapping/>
  </p:clrMapOvr>
  <p:extLst>
    <p:ext uri="{DCECCB84-F9BA-43D5-87BE-67443E8EF086}">
      <p15:sldGuideLst xmlns:p15="http://schemas.microsoft.com/office/powerpoint/2012/main">
        <p15:guide id="1" pos="3973">
          <p15:clr>
            <a:srgbClr val="FBAE40"/>
          </p15:clr>
        </p15:guide>
        <p15:guide id="2" pos="408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afik-Übersich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#1</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1" y="1260476"/>
            <a:ext cx="5163834" cy="5038724"/>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Inhaltsplatzhalter 2">
            <a:extLst>
              <a:ext uri="{FF2B5EF4-FFF2-40B4-BE49-F238E27FC236}">
                <a16:creationId xmlns:a16="http://schemas.microsoft.com/office/drawing/2014/main" id="{2E21D476-910E-E0E4-0A8E-500FFE2ACB5B}"/>
              </a:ext>
            </a:extLst>
          </p:cNvPr>
          <p:cNvSpPr>
            <a:spLocks noGrp="1"/>
          </p:cNvSpPr>
          <p:nvPr>
            <p:ph idx="14" hasCustomPrompt="1"/>
          </p:nvPr>
        </p:nvSpPr>
        <p:spPr>
          <a:xfrm>
            <a:off x="6477304" y="1260475"/>
            <a:ext cx="5163834" cy="5038724"/>
          </a:xfrm>
        </p:spPr>
        <p:txBody>
          <a:bodyPr/>
          <a:lstStyle>
            <a:lvl1pPr>
              <a:defRPr/>
            </a:lvl1pPr>
          </a:lstStyle>
          <a:p>
            <a:pPr lvl="0"/>
            <a:r>
              <a:rPr lang="de-DE" dirty="0"/>
              <a:t>Tabelle</a:t>
            </a:r>
          </a:p>
        </p:txBody>
      </p:sp>
      <p:sp>
        <p:nvSpPr>
          <p:cNvPr id="5" name="Fußzeilenplatzhalter 4">
            <a:extLst>
              <a:ext uri="{FF2B5EF4-FFF2-40B4-BE49-F238E27FC236}">
                <a16:creationId xmlns:a16="http://schemas.microsoft.com/office/drawing/2014/main" id="{E01DBE8A-70F2-A5AB-ED97-F5564D9962F7}"/>
              </a:ext>
            </a:extLst>
          </p:cNvPr>
          <p:cNvSpPr>
            <a:spLocks noGrp="1"/>
          </p:cNvSpPr>
          <p:nvPr>
            <p:ph type="ftr" sz="quarter" idx="15"/>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36007058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Grafik-Übersicht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2DDD21-CEEB-9115-EF05-767961325E33}"/>
              </a:ext>
            </a:extLst>
          </p:cNvPr>
          <p:cNvSpPr>
            <a:spLocks noGrp="1"/>
          </p:cNvSpPr>
          <p:nvPr>
            <p:ph type="title" hasCustomPrompt="1"/>
          </p:nvPr>
        </p:nvSpPr>
        <p:spPr>
          <a:xfrm>
            <a:off x="1150868" y="487784"/>
            <a:ext cx="10488614" cy="468000"/>
          </a:xfrm>
        </p:spPr>
        <p:txBody>
          <a:bodyPr/>
          <a:lstStyle>
            <a:lvl1pPr>
              <a:defRPr/>
            </a:lvl1pPr>
          </a:lstStyle>
          <a:p>
            <a:r>
              <a:rPr lang="de-DE" dirty="0"/>
              <a:t>Headline Sparkasse Head 28pt Tabelle #2</a:t>
            </a:r>
          </a:p>
        </p:txBody>
      </p:sp>
      <p:sp>
        <p:nvSpPr>
          <p:cNvPr id="3" name="Inhaltsplatzhalter 2">
            <a:extLst>
              <a:ext uri="{FF2B5EF4-FFF2-40B4-BE49-F238E27FC236}">
                <a16:creationId xmlns:a16="http://schemas.microsoft.com/office/drawing/2014/main" id="{64BF1D32-4D88-BAA8-62E5-552768B956AF}"/>
              </a:ext>
            </a:extLst>
          </p:cNvPr>
          <p:cNvSpPr>
            <a:spLocks noGrp="1"/>
          </p:cNvSpPr>
          <p:nvPr>
            <p:ph idx="1" hasCustomPrompt="1"/>
          </p:nvPr>
        </p:nvSpPr>
        <p:spPr>
          <a:xfrm>
            <a:off x="1152000" y="1260475"/>
            <a:ext cx="10490399" cy="5038725"/>
          </a:xfrm>
        </p:spPr>
        <p:txBody>
          <a:bodyPr/>
          <a:lstStyle>
            <a:lvl1pPr>
              <a:defRPr/>
            </a:lvl1pPr>
          </a:lstStyle>
          <a:p>
            <a:pPr lvl="0"/>
            <a:r>
              <a:rPr lang="de-DE" dirty="0"/>
              <a:t>Tabelle</a:t>
            </a:r>
          </a:p>
        </p:txBody>
      </p:sp>
      <p:sp>
        <p:nvSpPr>
          <p:cNvPr id="6" name="Foliennummernplatzhalter 5">
            <a:extLst>
              <a:ext uri="{FF2B5EF4-FFF2-40B4-BE49-F238E27FC236}">
                <a16:creationId xmlns:a16="http://schemas.microsoft.com/office/drawing/2014/main" id="{8EA2FDFA-7DBE-FFE5-63B4-B2787664D153}"/>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9" name="Textplatzhalter 2">
            <a:extLst>
              <a:ext uri="{FF2B5EF4-FFF2-40B4-BE49-F238E27FC236}">
                <a16:creationId xmlns:a16="http://schemas.microsoft.com/office/drawing/2014/main" id="{5C2295AE-E0BE-E512-E730-75B000E4E628}"/>
              </a:ext>
            </a:extLst>
          </p:cNvPr>
          <p:cNvSpPr>
            <a:spLocks noGrp="1"/>
          </p:cNvSpPr>
          <p:nvPr>
            <p:ph type="body" idx="13" hasCustomPrompt="1"/>
          </p:nvPr>
        </p:nvSpPr>
        <p:spPr>
          <a:xfrm>
            <a:off x="1152000" y="302317"/>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4" name="Fußzeilenplatzhalter 3">
            <a:extLst>
              <a:ext uri="{FF2B5EF4-FFF2-40B4-BE49-F238E27FC236}">
                <a16:creationId xmlns:a16="http://schemas.microsoft.com/office/drawing/2014/main" id="{03D12EE8-0443-68C3-2AD9-3FD7DB97AE22}"/>
              </a:ext>
            </a:extLst>
          </p:cNvPr>
          <p:cNvSpPr>
            <a:spLocks noGrp="1"/>
          </p:cNvSpPr>
          <p:nvPr>
            <p:ph type="ftr" sz="quarter" idx="14"/>
          </p:nvPr>
        </p:nvSpPr>
        <p:spPr/>
        <p:txBody>
          <a:bodyPr/>
          <a:lstStyle/>
          <a:p>
            <a:r>
              <a:rPr lang="de-DE"/>
              <a:t>Titel der Präsentation | Name | Ort, Datum</a:t>
            </a:r>
            <a:endParaRPr lang="de-DE" dirty="0"/>
          </a:p>
        </p:txBody>
      </p:sp>
    </p:spTree>
    <p:extLst>
      <p:ext uri="{BB962C8B-B14F-4D97-AF65-F5344CB8AC3E}">
        <p14:creationId xmlns:p14="http://schemas.microsoft.com/office/powerpoint/2010/main" val="40528280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chlussfolie #1">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51999" y="16214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3801521"/>
            <a:ext cx="3378980" cy="2497679"/>
          </a:xfrm>
        </p:spPr>
        <p:txBody>
          <a:bodyPr/>
          <a:lstStyle>
            <a:lvl1pPr>
              <a:spcBef>
                <a:spcPts val="600"/>
              </a:spcBef>
              <a:defRPr sz="1400">
                <a:latin typeface="Sparkasse Medium" panose="020B0603080202020204" pitchFamily="34" charset="0"/>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39" name="Bildplatzhalter 35">
            <a:extLst>
              <a:ext uri="{FF2B5EF4-FFF2-40B4-BE49-F238E27FC236}">
                <a16:creationId xmlns:a16="http://schemas.microsoft.com/office/drawing/2014/main" id="{461B2A19-7C73-1B14-5D3D-5CCEFBDED6AF}"/>
              </a:ext>
            </a:extLst>
          </p:cNvPr>
          <p:cNvSpPr>
            <a:spLocks noGrp="1"/>
          </p:cNvSpPr>
          <p:nvPr>
            <p:ph type="pic" sz="quarter" idx="20" hasCustomPrompt="1"/>
          </p:nvPr>
        </p:nvSpPr>
        <p:spPr>
          <a:xfrm>
            <a:off x="4709883" y="1621564"/>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0" name="Bildplatzhalter 35">
            <a:extLst>
              <a:ext uri="{FF2B5EF4-FFF2-40B4-BE49-F238E27FC236}">
                <a16:creationId xmlns:a16="http://schemas.microsoft.com/office/drawing/2014/main" id="{1ABDF9DA-B5FA-DCA6-F1AC-B7D65D221A02}"/>
              </a:ext>
            </a:extLst>
          </p:cNvPr>
          <p:cNvSpPr>
            <a:spLocks noGrp="1"/>
          </p:cNvSpPr>
          <p:nvPr>
            <p:ph type="pic" sz="quarter" idx="21" hasCustomPrompt="1"/>
          </p:nvPr>
        </p:nvSpPr>
        <p:spPr>
          <a:xfrm>
            <a:off x="8266449" y="1620838"/>
            <a:ext cx="3375483" cy="1890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Oder mit Klick auf den Platzhalter und der rechten Maustaste </a:t>
            </a:r>
            <a:br>
              <a:rPr lang="de-DE" dirty="0"/>
            </a:br>
            <a:r>
              <a:rPr lang="de-DE" dirty="0"/>
              <a:t>den Befehl „Bild einfügen“ auswählen. Oder ein Bild aus der Zwischenablage in den angeklickten Platzhalter einfügen. Format 9,35 x 5,25 cm.</a:t>
            </a:r>
          </a:p>
        </p:txBody>
      </p:sp>
      <p:sp>
        <p:nvSpPr>
          <p:cNvPr id="41" name="Inhaltsplatzhalter 2">
            <a:extLst>
              <a:ext uri="{FF2B5EF4-FFF2-40B4-BE49-F238E27FC236}">
                <a16:creationId xmlns:a16="http://schemas.microsoft.com/office/drawing/2014/main" id="{AB46D1AB-DF6C-B897-6366-43830399C4D3}"/>
              </a:ext>
            </a:extLst>
          </p:cNvPr>
          <p:cNvSpPr>
            <a:spLocks noGrp="1"/>
          </p:cNvSpPr>
          <p:nvPr>
            <p:ph idx="22" hasCustomPrompt="1"/>
          </p:nvPr>
        </p:nvSpPr>
        <p:spPr>
          <a:xfrm>
            <a:off x="4710642"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42" name="Inhaltsplatzhalter 2">
            <a:extLst>
              <a:ext uri="{FF2B5EF4-FFF2-40B4-BE49-F238E27FC236}">
                <a16:creationId xmlns:a16="http://schemas.microsoft.com/office/drawing/2014/main" id="{475514C4-6B3D-92E1-DB05-EABB01543415}"/>
              </a:ext>
            </a:extLst>
          </p:cNvPr>
          <p:cNvSpPr>
            <a:spLocks noGrp="1"/>
          </p:cNvSpPr>
          <p:nvPr>
            <p:ph idx="23" hasCustomPrompt="1"/>
          </p:nvPr>
        </p:nvSpPr>
        <p:spPr>
          <a:xfrm>
            <a:off x="8264738" y="3801521"/>
            <a:ext cx="3378980" cy="2497679"/>
          </a:xfrm>
        </p:spPr>
        <p:txBody>
          <a:bodyPr/>
          <a:lstStyle>
            <a:lvl1pPr>
              <a:defRPr lang="de-DE" sz="1400" kern="1200" dirty="0">
                <a:solidFill>
                  <a:schemeClr val="tx1"/>
                </a:solidFill>
                <a:latin typeface="Sparkasse Medium" panose="020B0603080202020204" pitchFamily="34" charset="0"/>
                <a:ea typeface="+mn-ea"/>
                <a:cs typeface="+mn-cs"/>
              </a:defRPr>
            </a:lvl1pPr>
            <a:lvl2pPr marL="0" indent="0">
              <a:spcBef>
                <a:spcPts val="600"/>
              </a:spcBef>
              <a:buFontTx/>
              <a:buNone/>
              <a:defRPr sz="1400"/>
            </a:lvl2pPr>
            <a:lvl3pPr marL="216000">
              <a:spcBef>
                <a:spcPts val="600"/>
              </a:spcBef>
              <a:defRPr sz="1400"/>
            </a:lvl3pPr>
            <a:lvl4pPr marL="432000">
              <a:spcBef>
                <a:spcPts val="600"/>
              </a:spcBef>
              <a:defRPr sz="1400"/>
            </a:lvl4pPr>
            <a:lvl5pPr marL="648000">
              <a:spcBef>
                <a:spcPts val="600"/>
              </a:spcBef>
              <a:defRPr sz="1400"/>
            </a:lvl5pPr>
          </a:lstStyle>
          <a:p>
            <a:pPr marL="0" lvl="0" indent="0" algn="l" defTabSz="914400" rtl="0" eaLnBrk="1" latinLnBrk="0" hangingPunct="1">
              <a:lnSpc>
                <a:spcPct val="114000"/>
              </a:lnSpc>
              <a:spcBef>
                <a:spcPts val="600"/>
              </a:spcBef>
              <a:spcAft>
                <a:spcPts val="0"/>
              </a:spcAft>
              <a:buFontTx/>
              <a:buNone/>
            </a:pPr>
            <a:r>
              <a:rPr lang="de-DE" dirty="0"/>
              <a:t>Vorname Nachname Md 14pt</a:t>
            </a:r>
          </a:p>
          <a:p>
            <a:pPr lvl="1"/>
            <a:r>
              <a:rPr lang="de-DE" dirty="0"/>
              <a:t>Zweite Ebene Position </a:t>
            </a:r>
            <a:r>
              <a:rPr lang="de-DE" dirty="0" err="1"/>
              <a:t>Lt</a:t>
            </a:r>
            <a:r>
              <a:rPr lang="de-DE" dirty="0"/>
              <a:t> 13pt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D0F3D02F-453D-F41E-DA8B-8D4C83FD1AD3}"/>
              </a:ext>
            </a:extLst>
          </p:cNvPr>
          <p:cNvSpPr>
            <a:spLocks noGrp="1"/>
          </p:cNvSpPr>
          <p:nvPr>
            <p:ph type="ftr" sz="quarter" idx="24"/>
          </p:nvPr>
        </p:nvSpPr>
        <p:spPr/>
        <p:txBody>
          <a:bodyPr/>
          <a:lstStyle/>
          <a:p>
            <a:r>
              <a:rPr lang="de-DE"/>
              <a:t>Titel der Präsentation | Name | Ort, Datum</a:t>
            </a:r>
          </a:p>
        </p:txBody>
      </p:sp>
    </p:spTree>
    <p:extLst>
      <p:ext uri="{BB962C8B-B14F-4D97-AF65-F5344CB8AC3E}">
        <p14:creationId xmlns:p14="http://schemas.microsoft.com/office/powerpoint/2010/main" val="10054336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chlussfolie #2">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dirty="0"/>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2525" y="1944439"/>
            <a:ext cx="3376800" cy="4354761"/>
          </a:xfrm>
          <a:noFill/>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2" name="Inhaltsplatzhalter 2">
            <a:extLst>
              <a:ext uri="{FF2B5EF4-FFF2-40B4-BE49-F238E27FC236}">
                <a16:creationId xmlns:a16="http://schemas.microsoft.com/office/drawing/2014/main" id="{E198FAAA-BA71-2089-2DE6-74F55CA522EA}"/>
              </a:ext>
            </a:extLst>
          </p:cNvPr>
          <p:cNvSpPr>
            <a:spLocks noGrp="1"/>
          </p:cNvSpPr>
          <p:nvPr>
            <p:ph idx="20" hasCustomPrompt="1"/>
          </p:nvPr>
        </p:nvSpPr>
        <p:spPr>
          <a:xfrm>
            <a:off x="4709750"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4" name="Inhaltsplatzhalter 2">
            <a:extLst>
              <a:ext uri="{FF2B5EF4-FFF2-40B4-BE49-F238E27FC236}">
                <a16:creationId xmlns:a16="http://schemas.microsoft.com/office/drawing/2014/main" id="{F3CB4BEB-5EBA-1A1C-1847-9AE4D08DD3FC}"/>
              </a:ext>
            </a:extLst>
          </p:cNvPr>
          <p:cNvSpPr>
            <a:spLocks noGrp="1"/>
          </p:cNvSpPr>
          <p:nvPr>
            <p:ph idx="21" hasCustomPrompt="1"/>
          </p:nvPr>
        </p:nvSpPr>
        <p:spPr>
          <a:xfrm>
            <a:off x="8265132" y="1944440"/>
            <a:ext cx="3376800" cy="4354453"/>
          </a:xfrm>
        </p:spPr>
        <p:txBody>
          <a:bodyPr/>
          <a:lstStyle>
            <a:lvl1pPr>
              <a:spcBef>
                <a:spcPts val="600"/>
              </a:spcBef>
              <a:defRPr>
                <a:latin typeface="Sparkasse Medium" panose="020B0603080202020204" pitchFamily="34" charset="0"/>
              </a:defRPr>
            </a:lvl1pPr>
            <a:lvl2pPr marL="0" indent="0">
              <a:spcBef>
                <a:spcPts val="60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Nachname Md 14pt</a:t>
            </a:r>
          </a:p>
          <a:p>
            <a:pPr lvl="1"/>
            <a:r>
              <a:rPr lang="de-DE" dirty="0"/>
              <a:t>Zweite Ebene Position </a:t>
            </a:r>
            <a:r>
              <a:rPr lang="de-DE" dirty="0" err="1"/>
              <a:t>Lt</a:t>
            </a:r>
            <a:r>
              <a:rPr lang="de-DE" dirty="0"/>
              <a:t> 14pt</a:t>
            </a:r>
          </a:p>
          <a:p>
            <a:pPr lvl="2"/>
            <a:r>
              <a:rPr lang="de-DE" dirty="0"/>
              <a:t>Dritte Ebene</a:t>
            </a:r>
          </a:p>
          <a:p>
            <a:pPr lvl="3"/>
            <a:r>
              <a:rPr lang="de-DE" dirty="0"/>
              <a:t>Vierte Ebene</a:t>
            </a:r>
          </a:p>
          <a:p>
            <a:pPr lvl="4"/>
            <a:r>
              <a:rPr lang="de-DE" dirty="0"/>
              <a:t>Fünfte Ebene</a:t>
            </a:r>
          </a:p>
        </p:txBody>
      </p:sp>
      <p:sp>
        <p:nvSpPr>
          <p:cNvPr id="19" name="Textplatzhalter 2">
            <a:extLst>
              <a:ext uri="{FF2B5EF4-FFF2-40B4-BE49-F238E27FC236}">
                <a16:creationId xmlns:a16="http://schemas.microsoft.com/office/drawing/2014/main" id="{7526A466-E56F-46AC-EE5A-DB7460E4DAA3}"/>
              </a:ext>
            </a:extLst>
          </p:cNvPr>
          <p:cNvSpPr>
            <a:spLocks noGrp="1"/>
          </p:cNvSpPr>
          <p:nvPr>
            <p:ph type="body" idx="22" hasCustomPrompt="1"/>
          </p:nvPr>
        </p:nvSpPr>
        <p:spPr>
          <a:xfrm>
            <a:off x="115166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0" name="Textplatzhalter 2">
            <a:extLst>
              <a:ext uri="{FF2B5EF4-FFF2-40B4-BE49-F238E27FC236}">
                <a16:creationId xmlns:a16="http://schemas.microsoft.com/office/drawing/2014/main" id="{7BC5A927-461E-1834-790A-050EA1E4B82A}"/>
              </a:ext>
            </a:extLst>
          </p:cNvPr>
          <p:cNvSpPr>
            <a:spLocks noGrp="1"/>
          </p:cNvSpPr>
          <p:nvPr>
            <p:ph type="body" idx="23" hasCustomPrompt="1"/>
          </p:nvPr>
        </p:nvSpPr>
        <p:spPr>
          <a:xfrm>
            <a:off x="4709750"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21" name="Textplatzhalter 2">
            <a:extLst>
              <a:ext uri="{FF2B5EF4-FFF2-40B4-BE49-F238E27FC236}">
                <a16:creationId xmlns:a16="http://schemas.microsoft.com/office/drawing/2014/main" id="{BE5AE043-F4BB-BC6A-A6DA-F808F49A00DA}"/>
              </a:ext>
            </a:extLst>
          </p:cNvPr>
          <p:cNvSpPr>
            <a:spLocks noGrp="1"/>
          </p:cNvSpPr>
          <p:nvPr>
            <p:ph type="body" idx="24" hasCustomPrompt="1"/>
          </p:nvPr>
        </p:nvSpPr>
        <p:spPr>
          <a:xfrm>
            <a:off x="8265132" y="1545456"/>
            <a:ext cx="3376800" cy="154739"/>
          </a:xfrm>
          <a:blipFill>
            <a:blip r:embed="rId2">
              <a:extLst>
                <a:ext uri="{96DAC541-7B7A-43D3-8B79-37D633B846F1}">
                  <asvg:svgBlip xmlns:asvg="http://schemas.microsoft.com/office/drawing/2016/SVG/main" r:embed="rId3"/>
                </a:ext>
              </a:extLst>
            </a:blip>
            <a:stretch>
              <a:fillRect t="46781" b="46784"/>
            </a:stretch>
          </a:blipFill>
        </p:spPr>
        <p:txBody>
          <a:bodyPr anchor="t" anchorCtr="0"/>
          <a:lstStyle>
            <a:lvl1pPr marL="0" indent="0" algn="l">
              <a:lnSpc>
                <a:spcPct val="100000"/>
              </a:lnSpc>
              <a:spcBef>
                <a:spcPts val="0"/>
              </a:spcBef>
              <a:buNone/>
              <a:defRPr sz="100">
                <a:blipFill>
                  <a:blip r:embed="rId4">
                    <a:extLst>
                      <a:ext uri="{96DAC541-7B7A-43D3-8B79-37D633B846F1}">
                        <asvg:svgBlip xmlns:asvg="http://schemas.microsoft.com/office/drawing/2016/SVG/main" r:embed="rId5"/>
                      </a:ext>
                    </a:extLst>
                  </a:blip>
                  <a:stretch>
                    <a:fillRect t="-12933" b="-12929"/>
                  </a:stretch>
                </a:blip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a:t>
            </a:r>
          </a:p>
        </p:txBody>
      </p:sp>
      <p:sp>
        <p:nvSpPr>
          <p:cNvPr id="4" name="Fußzeilenplatzhalter 3">
            <a:extLst>
              <a:ext uri="{FF2B5EF4-FFF2-40B4-BE49-F238E27FC236}">
                <a16:creationId xmlns:a16="http://schemas.microsoft.com/office/drawing/2014/main" id="{DEBB5C08-E9AF-4222-A6A7-C039C143FEA0}"/>
              </a:ext>
            </a:extLst>
          </p:cNvPr>
          <p:cNvSpPr>
            <a:spLocks noGrp="1"/>
          </p:cNvSpPr>
          <p:nvPr>
            <p:ph type="ftr" sz="quarter" idx="25"/>
          </p:nvPr>
        </p:nvSpPr>
        <p:spPr/>
        <p:txBody>
          <a:bodyPr/>
          <a:lstStyle/>
          <a:p>
            <a:r>
              <a:rPr lang="de-DE"/>
              <a:t>Titel der Präsentation | Name | Ort, Datum</a:t>
            </a:r>
          </a:p>
        </p:txBody>
      </p:sp>
    </p:spTree>
    <p:extLst>
      <p:ext uri="{BB962C8B-B14F-4D97-AF65-F5344CB8AC3E}">
        <p14:creationId xmlns:p14="http://schemas.microsoft.com/office/powerpoint/2010/main" val="38911630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chlussfolie #3">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4C9472F0-A680-F551-2CE0-55510A127A22}"/>
              </a:ext>
            </a:extLst>
          </p:cNvPr>
          <p:cNvSpPr>
            <a:spLocks noGrp="1"/>
          </p:cNvSpPr>
          <p:nvPr>
            <p:ph type="sldNum" sz="quarter" idx="12"/>
          </p:nvPr>
        </p:nvSpPr>
        <p:spPr/>
        <p:txBody>
          <a:bodyPr/>
          <a:lstStyle/>
          <a:p>
            <a:fld id="{59F716AE-B1C6-41F5-8EFD-31941EDB35D4}" type="slidenum">
              <a:rPr lang="de-DE" smtClean="0"/>
              <a:t>‹Nr.›</a:t>
            </a:fld>
            <a:endParaRPr lang="de-DE"/>
          </a:p>
        </p:txBody>
      </p:sp>
      <p:sp>
        <p:nvSpPr>
          <p:cNvPr id="3" name="Textplatzhalter 2">
            <a:extLst>
              <a:ext uri="{FF2B5EF4-FFF2-40B4-BE49-F238E27FC236}">
                <a16:creationId xmlns:a16="http://schemas.microsoft.com/office/drawing/2014/main" id="{7FE0082D-19D5-8BF0-D404-DB6543B574A1}"/>
              </a:ext>
            </a:extLst>
          </p:cNvPr>
          <p:cNvSpPr>
            <a:spLocks noGrp="1"/>
          </p:cNvSpPr>
          <p:nvPr>
            <p:ph type="body" idx="13" hasCustomPrompt="1"/>
          </p:nvPr>
        </p:nvSpPr>
        <p:spPr>
          <a:xfrm>
            <a:off x="1152000" y="266400"/>
            <a:ext cx="10490400" cy="180000"/>
          </a:xfrm>
        </p:spPr>
        <p:txBody>
          <a:bodyPr/>
          <a:lstStyle>
            <a:lvl1pPr marL="0" indent="0" algn="l">
              <a:lnSpc>
                <a:spcPct val="100000"/>
              </a:lnSpc>
              <a:spcBef>
                <a:spcPts val="0"/>
              </a:spcBef>
              <a:buNone/>
              <a:defRPr sz="1200">
                <a:solidFill>
                  <a:schemeClr val="tx1"/>
                </a:solidFill>
                <a:latin typeface="Sparkasse Rg" panose="020B05040506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Topline</a:t>
            </a:r>
            <a:r>
              <a:rPr lang="de-DE" dirty="0"/>
              <a:t> Sparkasse Regular 12pt</a:t>
            </a:r>
          </a:p>
        </p:txBody>
      </p:sp>
      <p:sp>
        <p:nvSpPr>
          <p:cNvPr id="7" name="Textplatzhalter 2">
            <a:extLst>
              <a:ext uri="{FF2B5EF4-FFF2-40B4-BE49-F238E27FC236}">
                <a16:creationId xmlns:a16="http://schemas.microsoft.com/office/drawing/2014/main" id="{21463CB0-70E4-1CC6-2852-FA585A6618C7}"/>
              </a:ext>
            </a:extLst>
          </p:cNvPr>
          <p:cNvSpPr>
            <a:spLocks noGrp="1"/>
          </p:cNvSpPr>
          <p:nvPr>
            <p:ph type="body" idx="14" hasCustomPrompt="1"/>
          </p:nvPr>
        </p:nvSpPr>
        <p:spPr>
          <a:xfrm>
            <a:off x="1152000" y="972000"/>
            <a:ext cx="10490400" cy="324000"/>
          </a:xfrm>
        </p:spPr>
        <p:txBody>
          <a:bodyPr/>
          <a:lstStyle>
            <a:lvl1pPr marL="0" indent="0" algn="l">
              <a:lnSpc>
                <a:spcPct val="100000"/>
              </a:lnSpc>
              <a:spcBef>
                <a:spcPts val="0"/>
              </a:spcBef>
              <a:buNone/>
              <a:defRPr sz="1800">
                <a:solidFill>
                  <a:schemeClr val="tx2"/>
                </a:solidFill>
                <a:latin typeface="Sparkasse Medium" panose="020B060308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Optionale </a:t>
            </a:r>
            <a:r>
              <a:rPr lang="de-DE" dirty="0" err="1"/>
              <a:t>Subline</a:t>
            </a:r>
            <a:r>
              <a:rPr lang="de-DE" dirty="0"/>
              <a:t> einzeilig in Sparkasse Medium 18pt</a:t>
            </a:r>
          </a:p>
        </p:txBody>
      </p:sp>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1153318" y="484127"/>
            <a:ext cx="10488614" cy="468000"/>
          </a:xfrm>
        </p:spPr>
        <p:txBody>
          <a:bodyPr/>
          <a:lstStyle>
            <a:lvl1pPr>
              <a:defRPr/>
            </a:lvl1pPr>
          </a:lstStyle>
          <a:p>
            <a:r>
              <a:rPr lang="de-DE" dirty="0"/>
              <a:t>Headline Sparkasse Head 28pt ein- bis max. zweizeilig </a:t>
            </a:r>
          </a:p>
        </p:txBody>
      </p:sp>
      <p:sp>
        <p:nvSpPr>
          <p:cNvPr id="36" name="Bildplatzhalter 35">
            <a:extLst>
              <a:ext uri="{FF2B5EF4-FFF2-40B4-BE49-F238E27FC236}">
                <a16:creationId xmlns:a16="http://schemas.microsoft.com/office/drawing/2014/main" id="{817E9866-9929-F640-5DA4-DD8B3CF14969}"/>
              </a:ext>
            </a:extLst>
          </p:cNvPr>
          <p:cNvSpPr>
            <a:spLocks noGrp="1"/>
          </p:cNvSpPr>
          <p:nvPr>
            <p:ph type="pic" sz="quarter" idx="18" hasCustomPrompt="1"/>
          </p:nvPr>
        </p:nvSpPr>
        <p:spPr>
          <a:xfrm>
            <a:off x="1149508"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8" name="Inhaltsplatzhalter 2">
            <a:extLst>
              <a:ext uri="{FF2B5EF4-FFF2-40B4-BE49-F238E27FC236}">
                <a16:creationId xmlns:a16="http://schemas.microsoft.com/office/drawing/2014/main" id="{879E688B-AD51-34BE-008F-2C5E84AA2757}"/>
              </a:ext>
            </a:extLst>
          </p:cNvPr>
          <p:cNvSpPr>
            <a:spLocks noGrp="1"/>
          </p:cNvSpPr>
          <p:nvPr>
            <p:ph idx="19" hasCustomPrompt="1"/>
          </p:nvPr>
        </p:nvSpPr>
        <p:spPr>
          <a:xfrm>
            <a:off x="1155290"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2" name="Bildplatzhalter 35">
            <a:extLst>
              <a:ext uri="{FF2B5EF4-FFF2-40B4-BE49-F238E27FC236}">
                <a16:creationId xmlns:a16="http://schemas.microsoft.com/office/drawing/2014/main" id="{45811CDE-E580-15BD-0797-02ADC0B15142}"/>
              </a:ext>
            </a:extLst>
          </p:cNvPr>
          <p:cNvSpPr>
            <a:spLocks noGrp="1"/>
          </p:cNvSpPr>
          <p:nvPr>
            <p:ph type="pic" sz="quarter" idx="20" hasCustomPrompt="1"/>
          </p:nvPr>
        </p:nvSpPr>
        <p:spPr>
          <a:xfrm>
            <a:off x="2928406"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3" name="Inhaltsplatzhalter 2">
            <a:extLst>
              <a:ext uri="{FF2B5EF4-FFF2-40B4-BE49-F238E27FC236}">
                <a16:creationId xmlns:a16="http://schemas.microsoft.com/office/drawing/2014/main" id="{5DB9AD0E-77D5-46BA-FA71-F13FE65A83E0}"/>
              </a:ext>
            </a:extLst>
          </p:cNvPr>
          <p:cNvSpPr>
            <a:spLocks noGrp="1"/>
          </p:cNvSpPr>
          <p:nvPr>
            <p:ph idx="21" hasCustomPrompt="1"/>
          </p:nvPr>
        </p:nvSpPr>
        <p:spPr>
          <a:xfrm>
            <a:off x="2933688"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4" name="Bildplatzhalter 35">
            <a:extLst>
              <a:ext uri="{FF2B5EF4-FFF2-40B4-BE49-F238E27FC236}">
                <a16:creationId xmlns:a16="http://schemas.microsoft.com/office/drawing/2014/main" id="{8908C699-57C4-8333-01F9-CE9CBBD6C7F7}"/>
              </a:ext>
            </a:extLst>
          </p:cNvPr>
          <p:cNvSpPr>
            <a:spLocks noGrp="1"/>
          </p:cNvSpPr>
          <p:nvPr>
            <p:ph type="pic" sz="quarter" idx="22" hasCustomPrompt="1"/>
          </p:nvPr>
        </p:nvSpPr>
        <p:spPr>
          <a:xfrm>
            <a:off x="4707304"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35" name="Inhaltsplatzhalter 2">
            <a:extLst>
              <a:ext uri="{FF2B5EF4-FFF2-40B4-BE49-F238E27FC236}">
                <a16:creationId xmlns:a16="http://schemas.microsoft.com/office/drawing/2014/main" id="{AC928720-2BDA-79F4-DE73-37CC9FFEF73D}"/>
              </a:ext>
            </a:extLst>
          </p:cNvPr>
          <p:cNvSpPr>
            <a:spLocks noGrp="1"/>
          </p:cNvSpPr>
          <p:nvPr>
            <p:ph idx="23" hasCustomPrompt="1"/>
          </p:nvPr>
        </p:nvSpPr>
        <p:spPr>
          <a:xfrm>
            <a:off x="47093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37" name="Bildplatzhalter 35">
            <a:extLst>
              <a:ext uri="{FF2B5EF4-FFF2-40B4-BE49-F238E27FC236}">
                <a16:creationId xmlns:a16="http://schemas.microsoft.com/office/drawing/2014/main" id="{147CE74B-258E-80F9-DCF0-F8754A3F79ED}"/>
              </a:ext>
            </a:extLst>
          </p:cNvPr>
          <p:cNvSpPr>
            <a:spLocks noGrp="1"/>
          </p:cNvSpPr>
          <p:nvPr>
            <p:ph type="pic" sz="quarter" idx="24" hasCustomPrompt="1"/>
          </p:nvPr>
        </p:nvSpPr>
        <p:spPr>
          <a:xfrm>
            <a:off x="6486202"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3" name="Inhaltsplatzhalter 2">
            <a:extLst>
              <a:ext uri="{FF2B5EF4-FFF2-40B4-BE49-F238E27FC236}">
                <a16:creationId xmlns:a16="http://schemas.microsoft.com/office/drawing/2014/main" id="{87CA2289-6E12-F79A-551E-BCD26657C34F}"/>
              </a:ext>
            </a:extLst>
          </p:cNvPr>
          <p:cNvSpPr>
            <a:spLocks noGrp="1"/>
          </p:cNvSpPr>
          <p:nvPr>
            <p:ph idx="25" hasCustomPrompt="1"/>
          </p:nvPr>
        </p:nvSpPr>
        <p:spPr>
          <a:xfrm>
            <a:off x="6487723"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4" name="Bildplatzhalter 35">
            <a:extLst>
              <a:ext uri="{FF2B5EF4-FFF2-40B4-BE49-F238E27FC236}">
                <a16:creationId xmlns:a16="http://schemas.microsoft.com/office/drawing/2014/main" id="{2B7C61FC-550C-AC67-8050-5B79719C0EB3}"/>
              </a:ext>
            </a:extLst>
          </p:cNvPr>
          <p:cNvSpPr>
            <a:spLocks noGrp="1"/>
          </p:cNvSpPr>
          <p:nvPr>
            <p:ph type="pic" sz="quarter" idx="26" hasCustomPrompt="1"/>
          </p:nvPr>
        </p:nvSpPr>
        <p:spPr>
          <a:xfrm>
            <a:off x="82651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5" name="Inhaltsplatzhalter 2">
            <a:extLst>
              <a:ext uri="{FF2B5EF4-FFF2-40B4-BE49-F238E27FC236}">
                <a16:creationId xmlns:a16="http://schemas.microsoft.com/office/drawing/2014/main" id="{F07555BD-892C-D8E1-AC9E-D7CC557EAD4D}"/>
              </a:ext>
            </a:extLst>
          </p:cNvPr>
          <p:cNvSpPr>
            <a:spLocks noGrp="1"/>
          </p:cNvSpPr>
          <p:nvPr>
            <p:ph idx="27" hasCustomPrompt="1"/>
          </p:nvPr>
        </p:nvSpPr>
        <p:spPr>
          <a:xfrm>
            <a:off x="8266125"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46" name="Bildplatzhalter 35">
            <a:extLst>
              <a:ext uri="{FF2B5EF4-FFF2-40B4-BE49-F238E27FC236}">
                <a16:creationId xmlns:a16="http://schemas.microsoft.com/office/drawing/2014/main" id="{1F511D09-5F69-B424-F989-3C131D3FB86C}"/>
              </a:ext>
            </a:extLst>
          </p:cNvPr>
          <p:cNvSpPr>
            <a:spLocks noGrp="1"/>
          </p:cNvSpPr>
          <p:nvPr>
            <p:ph type="pic" sz="quarter" idx="28" hasCustomPrompt="1"/>
          </p:nvPr>
        </p:nvSpPr>
        <p:spPr>
          <a:xfrm>
            <a:off x="10044000" y="1623404"/>
            <a:ext cx="1602025" cy="1602000"/>
          </a:xfrm>
          <a:noFill/>
        </p:spPr>
        <p:txBody>
          <a:bodyPr lIns="36000" tIns="36000"/>
          <a:lstStyle>
            <a:lvl1pPr>
              <a:lnSpc>
                <a:spcPct val="100000"/>
              </a:lnSpc>
              <a:spcBef>
                <a:spcPts val="0"/>
              </a:spcBef>
              <a:defRPr sz="900"/>
            </a:lvl1pPr>
          </a:lstStyle>
          <a:p>
            <a:r>
              <a:rPr lang="de-DE" dirty="0"/>
              <a:t>Bitte fügen Sie ein Bild über Klick auf das Symbol im Platzhalter ein.</a:t>
            </a:r>
            <a:br>
              <a:rPr lang="de-DE" dirty="0"/>
            </a:br>
            <a:r>
              <a:rPr lang="de-DE" dirty="0"/>
              <a:t>Format 4,45 x 4,45 cm.</a:t>
            </a:r>
          </a:p>
        </p:txBody>
      </p:sp>
      <p:sp>
        <p:nvSpPr>
          <p:cNvPr id="47" name="Inhaltsplatzhalter 2">
            <a:extLst>
              <a:ext uri="{FF2B5EF4-FFF2-40B4-BE49-F238E27FC236}">
                <a16:creationId xmlns:a16="http://schemas.microsoft.com/office/drawing/2014/main" id="{A6FA8EDB-3F20-68C3-3300-301AEEAB2381}"/>
              </a:ext>
            </a:extLst>
          </p:cNvPr>
          <p:cNvSpPr>
            <a:spLocks noGrp="1"/>
          </p:cNvSpPr>
          <p:nvPr>
            <p:ph idx="29" hasCustomPrompt="1"/>
          </p:nvPr>
        </p:nvSpPr>
        <p:spPr>
          <a:xfrm>
            <a:off x="10044527" y="3394145"/>
            <a:ext cx="1596741" cy="2905056"/>
          </a:xfrm>
        </p:spPr>
        <p:txBody>
          <a:bodyPr/>
          <a:lstStyle>
            <a:lvl1pPr>
              <a:spcBef>
                <a:spcPts val="600"/>
              </a:spcBef>
              <a:defRPr sz="1200">
                <a:latin typeface="Sparkasse Medium" panose="020B0603080202020204" pitchFamily="34" charset="0"/>
              </a:defRPr>
            </a:lvl1pPr>
            <a:lvl2pPr marL="0" indent="0">
              <a:spcBef>
                <a:spcPts val="600"/>
              </a:spcBef>
              <a:buFontTx/>
              <a:buNone/>
              <a:defRPr sz="1200"/>
            </a:lvl2pPr>
            <a:lvl3pPr marL="216000">
              <a:spcBef>
                <a:spcPts val="600"/>
              </a:spcBef>
              <a:defRPr sz="1200"/>
            </a:lvl3pPr>
            <a:lvl4pPr marL="432000">
              <a:spcBef>
                <a:spcPts val="600"/>
              </a:spcBef>
              <a:defRPr sz="1200"/>
            </a:lvl4pPr>
            <a:lvl5pPr marL="648000">
              <a:spcBef>
                <a:spcPts val="600"/>
              </a:spcBef>
              <a:defRPr sz="1200"/>
            </a:lvl5pPr>
          </a:lstStyle>
          <a:p>
            <a:pPr lvl="0"/>
            <a:r>
              <a:rPr lang="de-DE" dirty="0"/>
              <a:t>Vorname Nachname Md 12pt</a:t>
            </a:r>
          </a:p>
          <a:p>
            <a:pPr lvl="1"/>
            <a:r>
              <a:rPr lang="de-DE" dirty="0"/>
              <a:t>Zweite Ebene Position </a:t>
            </a:r>
            <a:r>
              <a:rPr lang="de-DE" dirty="0" err="1"/>
              <a:t>Lt</a:t>
            </a:r>
            <a:r>
              <a:rPr lang="de-DE" dirty="0"/>
              <a:t> 12pt</a:t>
            </a:r>
          </a:p>
          <a:p>
            <a:pPr lvl="2"/>
            <a:r>
              <a:rPr lang="de-DE" dirty="0"/>
              <a:t>Dritte Ebene</a:t>
            </a:r>
          </a:p>
          <a:p>
            <a:pPr lvl="3"/>
            <a:r>
              <a:rPr lang="de-DE" dirty="0"/>
              <a:t>Vierte Ebene</a:t>
            </a:r>
          </a:p>
          <a:p>
            <a:pPr lvl="4"/>
            <a:r>
              <a:rPr lang="de-DE" dirty="0"/>
              <a:t>Fünfte Ebene</a:t>
            </a:r>
          </a:p>
        </p:txBody>
      </p:sp>
      <p:sp>
        <p:nvSpPr>
          <p:cNvPr id="6" name="Fußzeilenplatzhalter 5">
            <a:extLst>
              <a:ext uri="{FF2B5EF4-FFF2-40B4-BE49-F238E27FC236}">
                <a16:creationId xmlns:a16="http://schemas.microsoft.com/office/drawing/2014/main" id="{3060E986-E833-C99B-BE20-29EB356C3277}"/>
              </a:ext>
            </a:extLst>
          </p:cNvPr>
          <p:cNvSpPr>
            <a:spLocks noGrp="1"/>
          </p:cNvSpPr>
          <p:nvPr>
            <p:ph type="ftr" sz="quarter" idx="30"/>
          </p:nvPr>
        </p:nvSpPr>
        <p:spPr/>
        <p:txBody>
          <a:bodyPr/>
          <a:lstStyle/>
          <a:p>
            <a:r>
              <a:rPr lang="de-DE"/>
              <a:t>Titel der Präsentation | Name | Ort, Datum</a:t>
            </a:r>
          </a:p>
        </p:txBody>
      </p:sp>
      <p:sp>
        <p:nvSpPr>
          <p:cNvPr id="2" name="Textfeld 1">
            <a:extLst>
              <a:ext uri="{FF2B5EF4-FFF2-40B4-BE49-F238E27FC236}">
                <a16:creationId xmlns:a16="http://schemas.microsoft.com/office/drawing/2014/main" id="{2D188BE3-6E0E-7564-FF25-DD0AEE2B8FAF}"/>
              </a:ext>
            </a:extLst>
          </p:cNvPr>
          <p:cNvSpPr txBox="1"/>
          <p:nvPr userDrawn="1"/>
        </p:nvSpPr>
        <p:spPr>
          <a:xfrm>
            <a:off x="9641541" y="705971"/>
            <a:ext cx="0"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168198790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chlussfolie #4">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260475"/>
            <a:ext cx="6217171" cy="234517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11" name="Inhaltsplatzhalter 2">
            <a:extLst>
              <a:ext uri="{FF2B5EF4-FFF2-40B4-BE49-F238E27FC236}">
                <a16:creationId xmlns:a16="http://schemas.microsoft.com/office/drawing/2014/main" id="{6A714E9A-1478-7F26-4307-08020303560D}"/>
              </a:ext>
            </a:extLst>
          </p:cNvPr>
          <p:cNvSpPr>
            <a:spLocks noGrp="1"/>
          </p:cNvSpPr>
          <p:nvPr>
            <p:ph idx="20" hasCustomPrompt="1"/>
          </p:nvPr>
        </p:nvSpPr>
        <p:spPr>
          <a:xfrm>
            <a:off x="5423967" y="3605645"/>
            <a:ext cx="6217171" cy="2322486"/>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Vorname Name</a:t>
            </a:r>
          </a:p>
          <a:p>
            <a:pPr lvl="1"/>
            <a:r>
              <a:rPr lang="de-DE" dirty="0"/>
              <a:t>Funktion</a:t>
            </a:r>
            <a:br>
              <a:rPr lang="de-DE" dirty="0"/>
            </a:br>
            <a:r>
              <a:rPr lang="de-DE" dirty="0"/>
              <a:t>Sparkasse Musterstadt </a:t>
            </a:r>
          </a:p>
          <a:p>
            <a:pPr lvl="1"/>
            <a:br>
              <a:rPr lang="de-DE" dirty="0"/>
            </a:br>
            <a:r>
              <a:rPr lang="de-DE" dirty="0"/>
              <a:t>+49 12 34567-890</a:t>
            </a:r>
            <a:br>
              <a:rPr lang="de-DE" dirty="0"/>
            </a:br>
            <a:r>
              <a:rPr lang="de-DE" dirty="0" err="1"/>
              <a:t>muster@sparkasse-musterstadt.de</a:t>
            </a:r>
            <a:endParaRPr lang="de-DE" dirty="0"/>
          </a:p>
        </p:txBody>
      </p:sp>
      <p:sp>
        <p:nvSpPr>
          <p:cNvPr id="2" name="Titel 1">
            <a:extLst>
              <a:ext uri="{FF2B5EF4-FFF2-40B4-BE49-F238E27FC236}">
                <a16:creationId xmlns:a16="http://schemas.microsoft.com/office/drawing/2014/main" id="{7FE28FB5-24E0-4115-EBE0-828E5B943EB2}"/>
              </a:ext>
            </a:extLst>
          </p:cNvPr>
          <p:cNvSpPr>
            <a:spLocks noGrp="1"/>
          </p:cNvSpPr>
          <p:nvPr>
            <p:ph type="title" hasCustomPrompt="1"/>
          </p:nvPr>
        </p:nvSpPr>
        <p:spPr>
          <a:xfrm>
            <a:off x="600891" y="3024000"/>
            <a:ext cx="3327357" cy="810000"/>
          </a:xfrm>
        </p:spPr>
        <p:txBody>
          <a:bodyPr/>
          <a:lstStyle>
            <a:lvl1pPr algn="ctr">
              <a:defRPr sz="4800">
                <a:solidFill>
                  <a:schemeClr val="bg1"/>
                </a:solidFill>
              </a:defRPr>
            </a:lvl1pPr>
          </a:lstStyle>
          <a:p>
            <a:r>
              <a:rPr lang="de-DE" dirty="0"/>
              <a:t>Danke.</a:t>
            </a:r>
          </a:p>
        </p:txBody>
      </p:sp>
    </p:spTree>
    <p:extLst>
      <p:ext uri="{BB962C8B-B14F-4D97-AF65-F5344CB8AC3E}">
        <p14:creationId xmlns:p14="http://schemas.microsoft.com/office/powerpoint/2010/main" val="2202902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chlussfolie #5">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lvl1pPr>
          </a:lstStyle>
          <a:p>
            <a:r>
              <a:rPr lang="de-DE" dirty="0"/>
              <a:t>Danke.</a:t>
            </a:r>
          </a:p>
        </p:txBody>
      </p:sp>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23868467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chlussfolie #6">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8" name="Titel 1">
            <a:extLst>
              <a:ext uri="{FF2B5EF4-FFF2-40B4-BE49-F238E27FC236}">
                <a16:creationId xmlns:a16="http://schemas.microsoft.com/office/drawing/2014/main" id="{3C26E2FE-188E-385F-0B05-B40F0C11B679}"/>
              </a:ext>
            </a:extLst>
          </p:cNvPr>
          <p:cNvSpPr>
            <a:spLocks noGrp="1"/>
          </p:cNvSpPr>
          <p:nvPr>
            <p:ph type="title" hasCustomPrompt="1"/>
          </p:nvPr>
        </p:nvSpPr>
        <p:spPr>
          <a:xfrm>
            <a:off x="5416868" y="1875226"/>
            <a:ext cx="6224270" cy="810000"/>
          </a:xfrm>
        </p:spPr>
        <p:txBody>
          <a:bodyPr/>
          <a:lstStyle>
            <a:lvl1pPr>
              <a:defRPr sz="4800">
                <a:solidFill>
                  <a:schemeClr val="bg1"/>
                </a:solidFill>
              </a:defRPr>
            </a:lvl1pPr>
          </a:lstStyle>
          <a:p>
            <a:r>
              <a:rPr lang="de-DE" dirty="0"/>
              <a:t>Danke.</a:t>
            </a:r>
          </a:p>
        </p:txBody>
      </p:sp>
      <p:cxnSp>
        <p:nvCxnSpPr>
          <p:cNvPr id="2" name="Gerader Verbinder 1">
            <a:extLst>
              <a:ext uri="{FF2B5EF4-FFF2-40B4-BE49-F238E27FC236}">
                <a16:creationId xmlns:a16="http://schemas.microsoft.com/office/drawing/2014/main" id="{480FCCA5-E8A9-F17E-4570-899F03170D2B}"/>
              </a:ext>
            </a:extLst>
          </p:cNvPr>
          <p:cNvCxnSpPr/>
          <p:nvPr userDrawn="1"/>
        </p:nvCxnSpPr>
        <p:spPr>
          <a:xfrm>
            <a:off x="4529138"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Inhaltsplatzhalter 2">
            <a:extLst>
              <a:ext uri="{FF2B5EF4-FFF2-40B4-BE49-F238E27FC236}">
                <a16:creationId xmlns:a16="http://schemas.microsoft.com/office/drawing/2014/main" id="{AA9D6592-5362-0196-5092-96EFEB5FD2DB}"/>
              </a:ext>
            </a:extLst>
          </p:cNvPr>
          <p:cNvSpPr>
            <a:spLocks noGrp="1"/>
          </p:cNvSpPr>
          <p:nvPr>
            <p:ph idx="19" hasCustomPrompt="1"/>
          </p:nvPr>
        </p:nvSpPr>
        <p:spPr>
          <a:xfrm>
            <a:off x="5423967" y="3096000"/>
            <a:ext cx="6224270" cy="3204000"/>
          </a:xfrm>
          <a:noFill/>
        </p:spPr>
        <p:txBody>
          <a:bodyPr/>
          <a:lstStyle>
            <a:lvl1pPr>
              <a:spcBef>
                <a:spcPts val="0"/>
              </a:spcBef>
              <a:spcAft>
                <a:spcPts val="1800"/>
              </a:spcAft>
              <a:defRPr>
                <a:solidFill>
                  <a:schemeClr val="bg1"/>
                </a:solidFill>
                <a:latin typeface="Sparkasse Medium" panose="020B0603080202020204" pitchFamily="34" charset="0"/>
              </a:defRPr>
            </a:lvl1pPr>
            <a:lvl2pPr marL="0" indent="0">
              <a:spcBef>
                <a:spcPts val="0"/>
              </a:spcBef>
              <a:buFontTx/>
              <a:buNone/>
              <a:defRPr>
                <a:solidFill>
                  <a:schemeClr val="bg1"/>
                </a:solidFill>
              </a:defRPr>
            </a:lvl2pPr>
            <a:lvl3pPr marL="216000">
              <a:spcBef>
                <a:spcPts val="600"/>
              </a:spcBef>
              <a:defRPr/>
            </a:lvl3pPr>
            <a:lvl4pPr marL="432000">
              <a:spcBef>
                <a:spcPts val="600"/>
              </a:spcBef>
              <a:defRPr/>
            </a:lvl4pPr>
            <a:lvl5pPr marL="648000">
              <a:spcBef>
                <a:spcPts val="600"/>
              </a:spcBef>
              <a:defRPr/>
            </a:lvl5pPr>
          </a:lstStyle>
          <a:p>
            <a:pPr lvl="0"/>
            <a:r>
              <a:rPr lang="de-DE" dirty="0"/>
              <a:t>Sparkasse Musterstadt</a:t>
            </a:r>
          </a:p>
          <a:p>
            <a:pPr lvl="1"/>
            <a:r>
              <a:rPr lang="de-DE" dirty="0"/>
              <a:t>Vorname Nachname </a:t>
            </a:r>
            <a:br>
              <a:rPr lang="de-DE" dirty="0"/>
            </a:br>
            <a:r>
              <a:rPr lang="de-DE" dirty="0"/>
              <a:t>Musterstraße 1</a:t>
            </a:r>
            <a:br>
              <a:rPr lang="de-DE" dirty="0"/>
            </a:br>
            <a:r>
              <a:rPr lang="de-DE" dirty="0"/>
              <a:t>12345 Musterstadt</a:t>
            </a:r>
            <a:br>
              <a:rPr lang="de-DE" dirty="0"/>
            </a:br>
            <a:r>
              <a:rPr lang="de-DE" dirty="0"/>
              <a:t>+49 123 4567-890</a:t>
            </a:r>
            <a:br>
              <a:rPr lang="de-DE" dirty="0"/>
            </a:br>
            <a:r>
              <a:rPr lang="de-DE" dirty="0"/>
              <a:t>muster@sparkasse-musterstadt.de</a:t>
            </a:r>
          </a:p>
        </p:txBody>
      </p:sp>
    </p:spTree>
    <p:extLst>
      <p:ext uri="{BB962C8B-B14F-4D97-AF65-F5344CB8AC3E}">
        <p14:creationId xmlns:p14="http://schemas.microsoft.com/office/powerpoint/2010/main" val="41180886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chlussfolie #7">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4F731D07-D77D-3D12-D78B-4D0F486204CA}"/>
              </a:ext>
            </a:extLst>
          </p:cNvPr>
          <p:cNvSpPr/>
          <p:nvPr userDrawn="1"/>
        </p:nvSpPr>
        <p:spPr>
          <a:xfrm>
            <a:off x="0" y="0"/>
            <a:ext cx="452913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a:extLst>
              <a:ext uri="{FF2B5EF4-FFF2-40B4-BE49-F238E27FC236}">
                <a16:creationId xmlns:a16="http://schemas.microsoft.com/office/drawing/2014/main" id="{39F57852-7EAB-2843-3BE8-5EEB12280568}"/>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6053" y="1972883"/>
            <a:ext cx="1897033" cy="2462812"/>
          </a:xfrm>
          <a:prstGeom prst="rect">
            <a:avLst/>
          </a:prstGeom>
        </p:spPr>
      </p:pic>
      <p:sp>
        <p:nvSpPr>
          <p:cNvPr id="37" name="Inhaltsplatzhalter 2">
            <a:extLst>
              <a:ext uri="{FF2B5EF4-FFF2-40B4-BE49-F238E27FC236}">
                <a16:creationId xmlns:a16="http://schemas.microsoft.com/office/drawing/2014/main" id="{739D58C2-F9EB-353E-ED95-A34F6FBF5FCB}"/>
              </a:ext>
            </a:extLst>
          </p:cNvPr>
          <p:cNvSpPr>
            <a:spLocks noGrp="1"/>
          </p:cNvSpPr>
          <p:nvPr>
            <p:ph idx="19" hasCustomPrompt="1"/>
          </p:nvPr>
        </p:nvSpPr>
        <p:spPr>
          <a:xfrm>
            <a:off x="5423967" y="1979474"/>
            <a:ext cx="6217171" cy="4319725"/>
          </a:xfrm>
          <a:noFill/>
        </p:spPr>
        <p:txBody>
          <a:bodyPr/>
          <a:lstStyle>
            <a:lvl1pPr>
              <a:spcBef>
                <a:spcPts val="0"/>
              </a:spcBef>
              <a:spcAft>
                <a:spcPts val="1800"/>
              </a:spcAft>
              <a:defRPr>
                <a:latin typeface="Sparkasse Medium" panose="020B0603080202020204" pitchFamily="34" charset="0"/>
              </a:defRPr>
            </a:lvl1pPr>
            <a:lvl2pPr marL="0" indent="0">
              <a:spcBef>
                <a:spcPts val="0"/>
              </a:spcBef>
              <a:buFontTx/>
              <a:buNone/>
              <a:defRPr/>
            </a:lvl2pPr>
            <a:lvl3pPr marL="216000">
              <a:spcBef>
                <a:spcPts val="600"/>
              </a:spcBef>
              <a:defRPr/>
            </a:lvl3pPr>
            <a:lvl4pPr marL="432000">
              <a:spcBef>
                <a:spcPts val="600"/>
              </a:spcBef>
              <a:defRPr/>
            </a:lvl4pPr>
            <a:lvl5pPr marL="648000">
              <a:spcBef>
                <a:spcPts val="600"/>
              </a:spcBef>
              <a:defRPr/>
            </a:lvl5pPr>
          </a:lstStyle>
          <a:p>
            <a:pPr lvl="0"/>
            <a:r>
              <a:rPr lang="de-DE" dirty="0"/>
              <a:t>Vertraulichkeit und Nutzung dieser Unterlage</a:t>
            </a:r>
            <a:br>
              <a:rPr lang="de-DE" dirty="0"/>
            </a:br>
            <a:endParaRPr lang="de-DE" dirty="0"/>
          </a:p>
          <a:p>
            <a:pPr lvl="1"/>
            <a:r>
              <a:rPr lang="de-DE" dirty="0"/>
              <a:t>Der Inhalt dieser Unterlage ist vertraulich zu behandeln. </a:t>
            </a:r>
          </a:p>
          <a:p>
            <a:pPr lvl="1"/>
            <a:r>
              <a:rPr lang="de-DE" dirty="0"/>
              <a:t>Vertrauliche Behandlung bedeutet, dass Inhalte und Informationen Dritten nicht zugänglich gemacht und durch diese nicht wirtschaftlich verwertet werden dürfen. Eine darüber hinausgehende Verwendung oder die Weitergabe an Dritte bedarf der schriftlichen Zustimmung der Urheber oder des Auftraggebers. </a:t>
            </a:r>
          </a:p>
          <a:p>
            <a:pPr lvl="1"/>
            <a:endParaRPr lang="de-DE" dirty="0"/>
          </a:p>
          <a:p>
            <a:pPr lvl="1"/>
            <a:r>
              <a:rPr lang="de-DE" dirty="0"/>
              <a:t>Alle Abbildungen und Texte in dieser Präsentation sind urheberrechtlich geschützt. Die Rechte liegen bei den Urhebern. Jegliche externe Verwendung oder Reproduktion in elektronischer oder gedruckter Form bedarf der ausdrücklichen Zustimmung durch die Urheber.</a:t>
            </a:r>
          </a:p>
        </p:txBody>
      </p:sp>
    </p:spTree>
    <p:extLst>
      <p:ext uri="{BB962C8B-B14F-4D97-AF65-F5344CB8AC3E}">
        <p14:creationId xmlns:p14="http://schemas.microsoft.com/office/powerpoint/2010/main" val="2446533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chlussfolie #8">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CA5978C-6E6B-91C7-D2AB-E499854D1162}"/>
              </a:ext>
            </a:extLst>
          </p:cNvPr>
          <p:cNvSpPr/>
          <p:nvPr userDrawn="1"/>
        </p:nvSpPr>
        <p:spPr>
          <a:xfrm>
            <a:off x="0" y="0"/>
            <a:ext cx="12193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CD5F275C-2F77-45D8-C89E-9A6387E8BE85}"/>
              </a:ext>
            </a:extLst>
          </p:cNvPr>
          <p:cNvSpPr>
            <a:spLocks noGrp="1"/>
          </p:cNvSpPr>
          <p:nvPr>
            <p:ph type="title" hasCustomPrompt="1"/>
          </p:nvPr>
        </p:nvSpPr>
        <p:spPr>
          <a:xfrm>
            <a:off x="598999" y="3010602"/>
            <a:ext cx="11042139" cy="836795"/>
          </a:xfrm>
        </p:spPr>
        <p:txBody>
          <a:bodyPr anchor="ctr" anchorCtr="0"/>
          <a:lstStyle>
            <a:lvl1pPr algn="ctr">
              <a:lnSpc>
                <a:spcPct val="100000"/>
              </a:lnSpc>
              <a:defRPr sz="4800">
                <a:solidFill>
                  <a:schemeClr val="bg1"/>
                </a:solidFill>
              </a:defRPr>
            </a:lvl1pPr>
          </a:lstStyle>
          <a:p>
            <a:r>
              <a:rPr lang="de-DE" dirty="0"/>
              <a:t> Weil’s um mehr als Geld geht.</a:t>
            </a:r>
          </a:p>
        </p:txBody>
      </p:sp>
      <p:sp>
        <p:nvSpPr>
          <p:cNvPr id="3" name="Textfeld 2">
            <a:extLst>
              <a:ext uri="{FF2B5EF4-FFF2-40B4-BE49-F238E27FC236}">
                <a16:creationId xmlns:a16="http://schemas.microsoft.com/office/drawing/2014/main" id="{BE1A973E-B4A5-1B77-3CC3-8C6930343552}"/>
              </a:ext>
            </a:extLst>
          </p:cNvPr>
          <p:cNvSpPr txBox="1"/>
          <p:nvPr userDrawn="1"/>
        </p:nvSpPr>
        <p:spPr>
          <a:xfrm flipH="1">
            <a:off x="294967" y="3575009"/>
            <a:ext cx="45719" cy="0"/>
          </a:xfrm>
          <a:prstGeom prst="rect">
            <a:avLst/>
          </a:prstGeom>
          <a:noFill/>
        </p:spPr>
        <p:txBody>
          <a:bodyPr wrap="none" lIns="0" tIns="0" rIns="0" bIns="0" rtlCol="0">
            <a:noAutofit/>
          </a:bodyPr>
          <a:lstStyle/>
          <a:p>
            <a:pPr algn="l"/>
            <a:endParaRPr lang="de-DE" sz="1400" dirty="0"/>
          </a:p>
        </p:txBody>
      </p:sp>
    </p:spTree>
    <p:extLst>
      <p:ext uri="{BB962C8B-B14F-4D97-AF65-F5344CB8AC3E}">
        <p14:creationId xmlns:p14="http://schemas.microsoft.com/office/powerpoint/2010/main" val="36732817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1" name="Rechteck 40">
            <a:extLst>
              <a:ext uri="{FF2B5EF4-FFF2-40B4-BE49-F238E27FC236}">
                <a16:creationId xmlns:a16="http://schemas.microsoft.com/office/drawing/2014/main" id="{616B4844-1B39-F59A-9EBD-270D938AC9D8}"/>
              </a:ext>
            </a:extLst>
          </p:cNvPr>
          <p:cNvSpPr/>
          <p:nvPr userDrawn="1"/>
        </p:nvSpPr>
        <p:spPr>
          <a:xfrm>
            <a:off x="0" y="0"/>
            <a:ext cx="61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a:extLst>
              <a:ext uri="{FF2B5EF4-FFF2-40B4-BE49-F238E27FC236}">
                <a16:creationId xmlns:a16="http://schemas.microsoft.com/office/drawing/2014/main" id="{E53DC82F-11AD-BB3D-EEF1-BE8BC5F51CAD}"/>
              </a:ext>
            </a:extLst>
          </p:cNvPr>
          <p:cNvSpPr>
            <a:spLocks noGrp="1"/>
          </p:cNvSpPr>
          <p:nvPr>
            <p:ph type="title"/>
          </p:nvPr>
        </p:nvSpPr>
        <p:spPr>
          <a:xfrm>
            <a:off x="1150868" y="486000"/>
            <a:ext cx="10488614" cy="913979"/>
          </a:xfrm>
          <a:prstGeom prst="rect">
            <a:avLst/>
          </a:prstGeom>
        </p:spPr>
        <p:txBody>
          <a:bodyPr vert="horz" lIns="0" tIns="0" rIns="0" bIns="0" rtlCol="0" anchor="t" anchorCtr="0">
            <a:noAutofit/>
          </a:bodyPr>
          <a:lstStyle/>
          <a:p>
            <a:r>
              <a:rPr lang="de-DE" dirty="0"/>
              <a:t>Headline Sparkasse Head 28pt ein- bis max. zweizeilig</a:t>
            </a:r>
          </a:p>
        </p:txBody>
      </p:sp>
      <p:sp>
        <p:nvSpPr>
          <p:cNvPr id="3" name="Textplatzhalter 2">
            <a:extLst>
              <a:ext uri="{FF2B5EF4-FFF2-40B4-BE49-F238E27FC236}">
                <a16:creationId xmlns:a16="http://schemas.microsoft.com/office/drawing/2014/main" id="{68FBEDB7-AE8C-D8C4-9E37-97A0432C51C5}"/>
              </a:ext>
            </a:extLst>
          </p:cNvPr>
          <p:cNvSpPr>
            <a:spLocks noGrp="1"/>
          </p:cNvSpPr>
          <p:nvPr>
            <p:ph type="body" idx="1"/>
          </p:nvPr>
        </p:nvSpPr>
        <p:spPr>
          <a:xfrm>
            <a:off x="1152000" y="1567296"/>
            <a:ext cx="10490399" cy="4734000"/>
          </a:xfrm>
          <a:prstGeom prst="rect">
            <a:avLst/>
          </a:prstGeom>
        </p:spPr>
        <p:txBody>
          <a:bodyPr vert="horz" lIns="0" tIns="0" rIns="0" bIns="0" rtlCol="0">
            <a:noAutofit/>
          </a:bodyPr>
          <a:lstStyle/>
          <a:p>
            <a:pPr lvl="0"/>
            <a:r>
              <a:rPr lang="de-DE" dirty="0"/>
              <a:t>Erste Ebene Sparkasse Light 14pt. Texthervorhebungen manuell in Sparkasse Medium. </a:t>
            </a:r>
            <a:br>
              <a:rPr lang="de-DE" dirty="0"/>
            </a:br>
            <a:r>
              <a:rPr lang="de-DE" dirty="0"/>
              <a:t>Aufzählungen nur mit ausgefüllten, runden Aufzählungszeichen.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oliennummernplatzhalter 5">
            <a:extLst>
              <a:ext uri="{FF2B5EF4-FFF2-40B4-BE49-F238E27FC236}">
                <a16:creationId xmlns:a16="http://schemas.microsoft.com/office/drawing/2014/main" id="{AE054AA7-B892-D973-BF67-01DB2F492A63}"/>
              </a:ext>
            </a:extLst>
          </p:cNvPr>
          <p:cNvSpPr>
            <a:spLocks noGrp="1"/>
          </p:cNvSpPr>
          <p:nvPr>
            <p:ph type="sldNum" sz="quarter" idx="4"/>
          </p:nvPr>
        </p:nvSpPr>
        <p:spPr>
          <a:xfrm>
            <a:off x="1200" y="6406750"/>
            <a:ext cx="611575" cy="180000"/>
          </a:xfrm>
          <a:prstGeom prst="rect">
            <a:avLst/>
          </a:prstGeom>
        </p:spPr>
        <p:txBody>
          <a:bodyPr vert="horz" lIns="0" tIns="0" rIns="0" bIns="0" rtlCol="0" anchor="ctr">
            <a:noAutofit/>
          </a:bodyPr>
          <a:lstStyle>
            <a:lvl1pPr algn="ctr">
              <a:defRPr sz="800">
                <a:solidFill>
                  <a:schemeClr val="bg1"/>
                </a:solidFill>
                <a:latin typeface="Sparkasse Rg" panose="020B0504050602020204" pitchFamily="34" charset="0"/>
              </a:defRPr>
            </a:lvl1pPr>
          </a:lstStyle>
          <a:p>
            <a:fld id="{59F716AE-B1C6-41F5-8EFD-31941EDB35D4}" type="slidenum">
              <a:rPr lang="de-DE" smtClean="0"/>
              <a:pPr/>
              <a:t>‹Nr.›</a:t>
            </a:fld>
            <a:endParaRPr lang="de-DE" dirty="0"/>
          </a:p>
        </p:txBody>
      </p:sp>
      <p:pic>
        <p:nvPicPr>
          <p:cNvPr id="40" name="Grafik 39">
            <a:extLst>
              <a:ext uri="{FF2B5EF4-FFF2-40B4-BE49-F238E27FC236}">
                <a16:creationId xmlns:a16="http://schemas.microsoft.com/office/drawing/2014/main" id="{B763BFCF-8EAC-4359-E6AA-94A84DCE74F9}"/>
              </a:ext>
            </a:extLst>
          </p:cNvPr>
          <p:cNvPicPr>
            <a:picLocks noChangeAspect="1"/>
          </p:cNvPicPr>
          <p:nvPr userDrawn="1"/>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187540" y="162000"/>
            <a:ext cx="232930" cy="302400"/>
          </a:xfrm>
          <a:prstGeom prst="rect">
            <a:avLst/>
          </a:prstGeom>
        </p:spPr>
      </p:pic>
      <p:sp>
        <p:nvSpPr>
          <p:cNvPr id="5" name="Fußzeilenplatzhalter 4">
            <a:extLst>
              <a:ext uri="{FF2B5EF4-FFF2-40B4-BE49-F238E27FC236}">
                <a16:creationId xmlns:a16="http://schemas.microsoft.com/office/drawing/2014/main" id="{BBA638C5-8A11-4C64-7C3B-DDF8D85D5083}"/>
              </a:ext>
            </a:extLst>
          </p:cNvPr>
          <p:cNvSpPr>
            <a:spLocks noGrp="1"/>
          </p:cNvSpPr>
          <p:nvPr>
            <p:ph type="ftr" sz="quarter" idx="3"/>
          </p:nvPr>
        </p:nvSpPr>
        <p:spPr>
          <a:xfrm>
            <a:off x="4528800" y="6408000"/>
            <a:ext cx="7113600" cy="180000"/>
          </a:xfrm>
          <a:prstGeom prst="rect">
            <a:avLst/>
          </a:prstGeom>
        </p:spPr>
        <p:txBody>
          <a:bodyPr vert="horz" lIns="0" tIns="0" rIns="0" bIns="0" rtlCol="0" anchor="ctr"/>
          <a:lstStyle>
            <a:lvl1pPr algn="r">
              <a:defRPr lang="de-DE" sz="800" kern="1200" dirty="0">
                <a:solidFill>
                  <a:schemeClr val="tx1"/>
                </a:solidFill>
                <a:latin typeface="+mn-lt"/>
                <a:ea typeface="+mn-ea"/>
                <a:cs typeface="+mn-cs"/>
              </a:defRPr>
            </a:lvl1pPr>
          </a:lstStyle>
          <a:p>
            <a:r>
              <a:rPr lang="de-DE"/>
              <a:t>Titel der Präsentation | Name | Ort, Datum</a:t>
            </a:r>
          </a:p>
        </p:txBody>
      </p:sp>
      <p:sp>
        <p:nvSpPr>
          <p:cNvPr id="7" name="Textfeld 6">
            <a:extLst>
              <a:ext uri="{FF2B5EF4-FFF2-40B4-BE49-F238E27FC236}">
                <a16:creationId xmlns:a16="http://schemas.microsoft.com/office/drawing/2014/main" id="{675D8DD7-919D-944F-39AB-A6CA202814E3}"/>
              </a:ext>
            </a:extLst>
          </p:cNvPr>
          <p:cNvSpPr txBox="1"/>
          <p:nvPr userDrawn="1"/>
        </p:nvSpPr>
        <p:spPr>
          <a:xfrm rot="16200000">
            <a:off x="-2573850" y="3354142"/>
            <a:ext cx="5742000" cy="180000"/>
          </a:xfrm>
          <a:prstGeom prst="rect">
            <a:avLst/>
          </a:prstGeom>
          <a:noFill/>
          <a:ln>
            <a:noFill/>
          </a:ln>
        </p:spPr>
        <p:txBody>
          <a:bodyPr wrap="square" lIns="0" tIns="0" rIns="0" bIns="0" rtlCol="0" anchor="ctr" anchorCtr="0">
            <a:noAutofit/>
          </a:bodyPr>
          <a:lstStyle/>
          <a:p>
            <a:pPr marL="0" algn="ctr" defTabSz="914400" rtl="0" eaLnBrk="1" latinLnBrk="0" hangingPunct="1">
              <a:lnSpc>
                <a:spcPts val="1100"/>
              </a:lnSpc>
            </a:pPr>
            <a:r>
              <a:rPr lang="de-DE" sz="800" kern="1200" cap="all" spc="80" baseline="0" dirty="0">
                <a:solidFill>
                  <a:schemeClr val="bg1"/>
                </a:solidFill>
                <a:latin typeface="Sparkasse Rg" panose="020B0504050602020204" pitchFamily="34" charset="0"/>
                <a:ea typeface="+mn-ea"/>
                <a:cs typeface="+mn-cs"/>
              </a:rPr>
              <a:t>Deutscher Sparkassen- und Giroverband</a:t>
            </a:r>
          </a:p>
        </p:txBody>
      </p:sp>
    </p:spTree>
    <p:extLst>
      <p:ext uri="{BB962C8B-B14F-4D97-AF65-F5344CB8AC3E}">
        <p14:creationId xmlns:p14="http://schemas.microsoft.com/office/powerpoint/2010/main" val="2472514006"/>
      </p:ext>
    </p:extLst>
  </p:cSld>
  <p:clrMap bg1="lt1" tx1="dk1" bg2="lt2" tx2="dk2" accent1="accent1" accent2="accent2" accent3="accent3" accent4="accent4" accent5="accent5" accent6="accent6" hlink="hlink" folHlink="folHlink"/>
  <p:sldLayoutIdLst>
    <p:sldLayoutId id="2147483803" r:id="rId1"/>
    <p:sldLayoutId id="2147483805" r:id="rId2"/>
    <p:sldLayoutId id="2147483806" r:id="rId3"/>
    <p:sldLayoutId id="2147483689" r:id="rId4"/>
    <p:sldLayoutId id="2147483690" r:id="rId5"/>
    <p:sldLayoutId id="2147483691" r:id="rId6"/>
    <p:sldLayoutId id="2147483693" r:id="rId7"/>
    <p:sldLayoutId id="2147483694" r:id="rId8"/>
    <p:sldLayoutId id="2147483695" r:id="rId9"/>
    <p:sldLayoutId id="2147483696" r:id="rId10"/>
    <p:sldLayoutId id="2147483771"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59" r:id="rId21"/>
    <p:sldLayoutId id="2147483799" r:id="rId22"/>
    <p:sldLayoutId id="2147483780" r:id="rId23"/>
    <p:sldLayoutId id="2147483801" r:id="rId24"/>
    <p:sldLayoutId id="2147483790" r:id="rId25"/>
    <p:sldLayoutId id="2147483706" r:id="rId26"/>
    <p:sldLayoutId id="2147483707" r:id="rId27"/>
    <p:sldLayoutId id="2147483708" r:id="rId28"/>
    <p:sldLayoutId id="2147483709" r:id="rId29"/>
    <p:sldLayoutId id="2147483710" r:id="rId30"/>
    <p:sldLayoutId id="2147483778" r:id="rId31"/>
    <p:sldLayoutId id="2147483783" r:id="rId32"/>
    <p:sldLayoutId id="2147483711" r:id="rId33"/>
    <p:sldLayoutId id="2147483712" r:id="rId34"/>
    <p:sldLayoutId id="2147483713" r:id="rId35"/>
    <p:sldLayoutId id="2147483714" r:id="rId36"/>
    <p:sldLayoutId id="2147483779" r:id="rId37"/>
    <p:sldLayoutId id="2147483716" r:id="rId38"/>
    <p:sldLayoutId id="2147483781" r:id="rId39"/>
    <p:sldLayoutId id="2147483777" r:id="rId40"/>
    <p:sldLayoutId id="2147483791" r:id="rId41"/>
    <p:sldLayoutId id="2147483792" r:id="rId42"/>
    <p:sldLayoutId id="2147483793" r:id="rId43"/>
    <p:sldLayoutId id="2147483794" r:id="rId44"/>
    <p:sldLayoutId id="2147483796" r:id="rId45"/>
    <p:sldLayoutId id="2147483797" r:id="rId46"/>
    <p:sldLayoutId id="2147483760" r:id="rId47"/>
    <p:sldLayoutId id="2147483762" r:id="rId48"/>
    <p:sldLayoutId id="2147483773" r:id="rId49"/>
    <p:sldLayoutId id="2147483764" r:id="rId50"/>
    <p:sldLayoutId id="2147483784" r:id="rId51"/>
    <p:sldLayoutId id="2147483765" r:id="rId52"/>
    <p:sldLayoutId id="2147483787" r:id="rId53"/>
    <p:sldLayoutId id="2147483768" r:id="rId54"/>
  </p:sldLayoutIdLst>
  <p:hf hdr="0" dt="0"/>
  <p:txStyles>
    <p:titleStyle>
      <a:lvl1pPr algn="l" defTabSz="914400" rtl="0" eaLnBrk="1" latinLnBrk="0" hangingPunct="1">
        <a:lnSpc>
          <a:spcPct val="100000"/>
        </a:lnSpc>
        <a:spcBef>
          <a:spcPct val="0"/>
        </a:spcBef>
        <a:buNone/>
        <a:defRPr sz="2800" kern="1200">
          <a:solidFill>
            <a:schemeClr val="tx2"/>
          </a:solidFill>
          <a:latin typeface="+mj-lt"/>
          <a:ea typeface="+mj-ea"/>
          <a:cs typeface="+mj-cs"/>
        </a:defRPr>
      </a:lvl1pPr>
    </p:titleStyle>
    <p:body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9" userDrawn="1">
          <p15:clr>
            <a:srgbClr val="F26B43"/>
          </p15:clr>
        </p15:guide>
        <p15:guide id="2" pos="386" userDrawn="1">
          <p15:clr>
            <a:srgbClr val="F26B43"/>
          </p15:clr>
        </p15:guide>
        <p15:guide id="4" pos="2853" userDrawn="1">
          <p15:clr>
            <a:srgbClr val="F26B43"/>
          </p15:clr>
        </p15:guide>
        <p15:guide id="5" pos="4030" userDrawn="1">
          <p15:clr>
            <a:srgbClr val="F26B43"/>
          </p15:clr>
        </p15:guide>
        <p15:guide id="6" pos="7333" userDrawn="1">
          <p15:clr>
            <a:srgbClr val="F26B43"/>
          </p15:clr>
        </p15:guide>
        <p15:guide id="7" orient="horz" pos="362" userDrawn="1">
          <p15:clr>
            <a:srgbClr val="F26B43"/>
          </p15:clr>
        </p15:guide>
        <p15:guide id="9" orient="horz" pos="3968" userDrawn="1">
          <p15:clr>
            <a:srgbClr val="F26B43"/>
          </p15:clr>
        </p15:guide>
        <p15:guide id="10" pos="726" userDrawn="1">
          <p15:clr>
            <a:srgbClr val="F26B43"/>
          </p15:clr>
        </p15:guide>
        <p15:guide id="11" orient="horz" pos="1021" userDrawn="1">
          <p15:clr>
            <a:srgbClr val="F26B43"/>
          </p15:clr>
        </p15:guide>
        <p15:guide id="12" orient="horz" pos="1248" userDrawn="1">
          <p15:clr>
            <a:srgbClr val="F26B43"/>
          </p15:clr>
        </p15:guide>
        <p15:guide id="13" pos="5206" userDrawn="1">
          <p15:clr>
            <a:srgbClr val="F26B43"/>
          </p15:clr>
        </p15:guide>
        <p15:guide id="14" orient="horz" pos="79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Bildplatzhalter 16">
            <a:extLst>
              <a:ext uri="{FF2B5EF4-FFF2-40B4-BE49-F238E27FC236}">
                <a16:creationId xmlns:a16="http://schemas.microsoft.com/office/drawing/2014/main" id="{AD0307FB-BED6-6FB1-B82B-B4697E6CD5B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344" r="1344"/>
          <a:stretch>
            <a:fillRect/>
          </a:stretch>
        </p:blipFill>
        <p:spPr/>
      </p:pic>
      <p:sp>
        <p:nvSpPr>
          <p:cNvPr id="13" name="Untertitel 12">
            <a:extLst>
              <a:ext uri="{FF2B5EF4-FFF2-40B4-BE49-F238E27FC236}">
                <a16:creationId xmlns:a16="http://schemas.microsoft.com/office/drawing/2014/main" id="{3C8C462E-DF8B-A635-7D07-03B0AC179213}"/>
              </a:ext>
            </a:extLst>
          </p:cNvPr>
          <p:cNvSpPr>
            <a:spLocks noGrp="1"/>
          </p:cNvSpPr>
          <p:nvPr>
            <p:ph type="subTitle" idx="1"/>
          </p:nvPr>
        </p:nvSpPr>
        <p:spPr/>
        <p:txBody>
          <a:bodyPr/>
          <a:lstStyle/>
          <a:p>
            <a:r>
              <a:rPr lang="de-DE" dirty="0"/>
              <a:t>Projektname, Datum</a:t>
            </a:r>
          </a:p>
        </p:txBody>
      </p:sp>
      <p:sp>
        <p:nvSpPr>
          <p:cNvPr id="12" name="Titel 11">
            <a:extLst>
              <a:ext uri="{FF2B5EF4-FFF2-40B4-BE49-F238E27FC236}">
                <a16:creationId xmlns:a16="http://schemas.microsoft.com/office/drawing/2014/main" id="{4B0B6DDB-8F2B-23A2-A77D-5FAD5605E9FB}"/>
              </a:ext>
            </a:extLst>
          </p:cNvPr>
          <p:cNvSpPr>
            <a:spLocks noGrp="1"/>
          </p:cNvSpPr>
          <p:nvPr>
            <p:ph type="ctrTitle"/>
          </p:nvPr>
        </p:nvSpPr>
        <p:spPr/>
        <p:txBody>
          <a:bodyPr/>
          <a:lstStyle/>
          <a:p>
            <a:r>
              <a:rPr lang="de-DE" dirty="0"/>
              <a:t>Synchronisation Rollout</a:t>
            </a:r>
          </a:p>
        </p:txBody>
      </p:sp>
    </p:spTree>
    <p:extLst>
      <p:ext uri="{BB962C8B-B14F-4D97-AF65-F5344CB8AC3E}">
        <p14:creationId xmlns:p14="http://schemas.microsoft.com/office/powerpoint/2010/main" val="2393642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84917FE7-40F7-7B84-0C6E-C184DFF9E568}"/>
              </a:ext>
            </a:extLst>
          </p:cNvPr>
          <p:cNvSpPr>
            <a:spLocks noGrp="1"/>
          </p:cNvSpPr>
          <p:nvPr>
            <p:ph type="title"/>
          </p:nvPr>
        </p:nvSpPr>
        <p:spPr/>
        <p:txBody>
          <a:bodyPr/>
          <a:lstStyle/>
          <a:p>
            <a:r>
              <a:rPr lang="de-DE" dirty="0"/>
              <a:t>Überschrift1</a:t>
            </a:r>
          </a:p>
        </p:txBody>
      </p:sp>
      <p:sp>
        <p:nvSpPr>
          <p:cNvPr id="7" name="Inhaltsplatzhalter 6">
            <a:extLst>
              <a:ext uri="{FF2B5EF4-FFF2-40B4-BE49-F238E27FC236}">
                <a16:creationId xmlns:a16="http://schemas.microsoft.com/office/drawing/2014/main" id="{0759D961-7C6F-723A-99BC-F10CEFF933B6}"/>
              </a:ext>
            </a:extLst>
          </p:cNvPr>
          <p:cNvSpPr>
            <a:spLocks noGrp="1"/>
          </p:cNvSpPr>
          <p:nvPr>
            <p:ph idx="1"/>
          </p:nvPr>
        </p:nvSpPr>
        <p:spPr/>
        <p:txBody>
          <a:bodyPr/>
          <a:lstStyle/>
          <a:p>
            <a:r>
              <a:rPr lang="de-DE" dirty="0"/>
              <a:t>Inhalt1</a:t>
            </a:r>
          </a:p>
        </p:txBody>
      </p:sp>
      <p:sp>
        <p:nvSpPr>
          <p:cNvPr id="8" name="Textplatzhalter 7">
            <a:extLst>
              <a:ext uri="{FF2B5EF4-FFF2-40B4-BE49-F238E27FC236}">
                <a16:creationId xmlns:a16="http://schemas.microsoft.com/office/drawing/2014/main" id="{5DD62F53-DDFD-661C-C8B5-C21F4AAFD188}"/>
              </a:ext>
            </a:extLst>
          </p:cNvPr>
          <p:cNvSpPr>
            <a:spLocks noGrp="1"/>
          </p:cNvSpPr>
          <p:nvPr>
            <p:ph type="body" idx="13"/>
          </p:nvPr>
        </p:nvSpPr>
        <p:spPr/>
        <p:txBody>
          <a:bodyPr/>
          <a:lstStyle/>
          <a:p>
            <a:endParaRPr lang="de-DE"/>
          </a:p>
        </p:txBody>
      </p:sp>
      <p:sp>
        <p:nvSpPr>
          <p:cNvPr id="9" name="Textplatzhalter 8">
            <a:extLst>
              <a:ext uri="{FF2B5EF4-FFF2-40B4-BE49-F238E27FC236}">
                <a16:creationId xmlns:a16="http://schemas.microsoft.com/office/drawing/2014/main" id="{9FBD38B1-3505-8547-BC6E-CCA341082323}"/>
              </a:ext>
            </a:extLst>
          </p:cNvPr>
          <p:cNvSpPr>
            <a:spLocks noGrp="1"/>
          </p:cNvSpPr>
          <p:nvPr>
            <p:ph type="body" idx="14"/>
          </p:nvPr>
        </p:nvSpPr>
        <p:spPr/>
        <p:txBody>
          <a:bodyPr/>
          <a:lstStyle/>
          <a:p>
            <a:r>
              <a:rPr lang="de-DE" dirty="0"/>
              <a:t>Unterüberschrift 1</a:t>
            </a:r>
          </a:p>
        </p:txBody>
      </p:sp>
      <p:sp>
        <p:nvSpPr>
          <p:cNvPr id="10" name="Textplatzhalter 9">
            <a:extLst>
              <a:ext uri="{FF2B5EF4-FFF2-40B4-BE49-F238E27FC236}">
                <a16:creationId xmlns:a16="http://schemas.microsoft.com/office/drawing/2014/main" id="{D897712D-7698-17C3-7B94-2DD94E4CFF62}"/>
              </a:ext>
            </a:extLst>
          </p:cNvPr>
          <p:cNvSpPr>
            <a:spLocks noGrp="1"/>
          </p:cNvSpPr>
          <p:nvPr>
            <p:ph type="body" idx="15"/>
          </p:nvPr>
        </p:nvSpPr>
        <p:spPr/>
        <p:txBody>
          <a:bodyPr/>
          <a:lstStyle/>
          <a:p>
            <a:endParaRPr lang="de-DE"/>
          </a:p>
        </p:txBody>
      </p:sp>
    </p:spTree>
    <p:extLst>
      <p:ext uri="{BB962C8B-B14F-4D97-AF65-F5344CB8AC3E}">
        <p14:creationId xmlns:p14="http://schemas.microsoft.com/office/powerpoint/2010/main" val="3646300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84917FE7-40F7-7B84-0C6E-C184DFF9E568}"/>
              </a:ext>
            </a:extLst>
          </p:cNvPr>
          <p:cNvSpPr>
            <a:spLocks noGrp="1"/>
          </p:cNvSpPr>
          <p:nvPr>
            <p:ph type="title"/>
          </p:nvPr>
        </p:nvSpPr>
        <p:spPr/>
        <p:txBody>
          <a:bodyPr/>
          <a:lstStyle/>
          <a:p>
            <a:r>
              <a:rPr lang="de-DE" dirty="0"/>
              <a:t>Überschrift2</a:t>
            </a:r>
          </a:p>
        </p:txBody>
      </p:sp>
      <p:sp>
        <p:nvSpPr>
          <p:cNvPr id="7" name="Inhaltsplatzhalter 6">
            <a:extLst>
              <a:ext uri="{FF2B5EF4-FFF2-40B4-BE49-F238E27FC236}">
                <a16:creationId xmlns:a16="http://schemas.microsoft.com/office/drawing/2014/main" id="{0759D961-7C6F-723A-99BC-F10CEFF933B6}"/>
              </a:ext>
            </a:extLst>
          </p:cNvPr>
          <p:cNvSpPr>
            <a:spLocks noGrp="1"/>
          </p:cNvSpPr>
          <p:nvPr>
            <p:ph idx="1"/>
          </p:nvPr>
        </p:nvSpPr>
        <p:spPr/>
        <p:txBody>
          <a:bodyPr/>
          <a:lstStyle/>
          <a:p>
            <a:r>
              <a:rPr lang="de-DE" dirty="0"/>
              <a:t>Inhalt2</a:t>
            </a:r>
          </a:p>
        </p:txBody>
      </p:sp>
      <p:sp>
        <p:nvSpPr>
          <p:cNvPr id="8" name="Textplatzhalter 7">
            <a:extLst>
              <a:ext uri="{FF2B5EF4-FFF2-40B4-BE49-F238E27FC236}">
                <a16:creationId xmlns:a16="http://schemas.microsoft.com/office/drawing/2014/main" id="{5DD62F53-DDFD-661C-C8B5-C21F4AAFD188}"/>
              </a:ext>
            </a:extLst>
          </p:cNvPr>
          <p:cNvSpPr>
            <a:spLocks noGrp="1"/>
          </p:cNvSpPr>
          <p:nvPr>
            <p:ph type="body" idx="13"/>
          </p:nvPr>
        </p:nvSpPr>
        <p:spPr/>
        <p:txBody>
          <a:bodyPr/>
          <a:lstStyle/>
          <a:p>
            <a:endParaRPr lang="de-DE"/>
          </a:p>
        </p:txBody>
      </p:sp>
      <p:sp>
        <p:nvSpPr>
          <p:cNvPr id="9" name="Textplatzhalter 8">
            <a:extLst>
              <a:ext uri="{FF2B5EF4-FFF2-40B4-BE49-F238E27FC236}">
                <a16:creationId xmlns:a16="http://schemas.microsoft.com/office/drawing/2014/main" id="{9FBD38B1-3505-8547-BC6E-CCA341082323}"/>
              </a:ext>
            </a:extLst>
          </p:cNvPr>
          <p:cNvSpPr>
            <a:spLocks noGrp="1"/>
          </p:cNvSpPr>
          <p:nvPr>
            <p:ph type="body" idx="14"/>
          </p:nvPr>
        </p:nvSpPr>
        <p:spPr/>
        <p:txBody>
          <a:bodyPr/>
          <a:lstStyle/>
          <a:p>
            <a:r>
              <a:rPr lang="de-DE" dirty="0"/>
              <a:t>Unterüberschrift 2</a:t>
            </a:r>
          </a:p>
        </p:txBody>
      </p:sp>
      <p:sp>
        <p:nvSpPr>
          <p:cNvPr id="10" name="Textplatzhalter 9">
            <a:extLst>
              <a:ext uri="{FF2B5EF4-FFF2-40B4-BE49-F238E27FC236}">
                <a16:creationId xmlns:a16="http://schemas.microsoft.com/office/drawing/2014/main" id="{D897712D-7698-17C3-7B94-2DD94E4CFF62}"/>
              </a:ext>
            </a:extLst>
          </p:cNvPr>
          <p:cNvSpPr>
            <a:spLocks noGrp="1"/>
          </p:cNvSpPr>
          <p:nvPr>
            <p:ph type="body" idx="15"/>
          </p:nvPr>
        </p:nvSpPr>
        <p:spPr/>
        <p:txBody>
          <a:bodyPr/>
          <a:lstStyle/>
          <a:p>
            <a:endParaRPr lang="de-DE"/>
          </a:p>
        </p:txBody>
      </p:sp>
    </p:spTree>
    <p:extLst>
      <p:ext uri="{BB962C8B-B14F-4D97-AF65-F5344CB8AC3E}">
        <p14:creationId xmlns:p14="http://schemas.microsoft.com/office/powerpoint/2010/main" val="291595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84917FE7-40F7-7B84-0C6E-C184DFF9E568}"/>
              </a:ext>
            </a:extLst>
          </p:cNvPr>
          <p:cNvSpPr>
            <a:spLocks noGrp="1"/>
          </p:cNvSpPr>
          <p:nvPr>
            <p:ph type="title"/>
          </p:nvPr>
        </p:nvSpPr>
        <p:spPr/>
        <p:txBody>
          <a:bodyPr/>
          <a:lstStyle/>
          <a:p>
            <a:r>
              <a:rPr lang="de-DE" dirty="0"/>
              <a:t>Überschrift 3</a:t>
            </a:r>
          </a:p>
        </p:txBody>
      </p:sp>
      <p:sp>
        <p:nvSpPr>
          <p:cNvPr id="7" name="Inhaltsplatzhalter 6">
            <a:extLst>
              <a:ext uri="{FF2B5EF4-FFF2-40B4-BE49-F238E27FC236}">
                <a16:creationId xmlns:a16="http://schemas.microsoft.com/office/drawing/2014/main" id="{0759D961-7C6F-723A-99BC-F10CEFF933B6}"/>
              </a:ext>
            </a:extLst>
          </p:cNvPr>
          <p:cNvSpPr>
            <a:spLocks noGrp="1"/>
          </p:cNvSpPr>
          <p:nvPr>
            <p:ph idx="1"/>
          </p:nvPr>
        </p:nvSpPr>
        <p:spPr/>
        <p:txBody>
          <a:bodyPr/>
          <a:lstStyle/>
          <a:p>
            <a:r>
              <a:rPr lang="de-DE" dirty="0"/>
              <a:t>Inhalt 3</a:t>
            </a:r>
          </a:p>
        </p:txBody>
      </p:sp>
      <p:sp>
        <p:nvSpPr>
          <p:cNvPr id="8" name="Textplatzhalter 7">
            <a:extLst>
              <a:ext uri="{FF2B5EF4-FFF2-40B4-BE49-F238E27FC236}">
                <a16:creationId xmlns:a16="http://schemas.microsoft.com/office/drawing/2014/main" id="{5DD62F53-DDFD-661C-C8B5-C21F4AAFD188}"/>
              </a:ext>
            </a:extLst>
          </p:cNvPr>
          <p:cNvSpPr>
            <a:spLocks noGrp="1"/>
          </p:cNvSpPr>
          <p:nvPr>
            <p:ph type="body" idx="13"/>
          </p:nvPr>
        </p:nvSpPr>
        <p:spPr/>
        <p:txBody>
          <a:bodyPr/>
          <a:lstStyle/>
          <a:p>
            <a:endParaRPr lang="de-DE"/>
          </a:p>
        </p:txBody>
      </p:sp>
      <p:sp>
        <p:nvSpPr>
          <p:cNvPr id="9" name="Textplatzhalter 8">
            <a:extLst>
              <a:ext uri="{FF2B5EF4-FFF2-40B4-BE49-F238E27FC236}">
                <a16:creationId xmlns:a16="http://schemas.microsoft.com/office/drawing/2014/main" id="{9FBD38B1-3505-8547-BC6E-CCA341082323}"/>
              </a:ext>
            </a:extLst>
          </p:cNvPr>
          <p:cNvSpPr>
            <a:spLocks noGrp="1"/>
          </p:cNvSpPr>
          <p:nvPr>
            <p:ph type="body" idx="14"/>
          </p:nvPr>
        </p:nvSpPr>
        <p:spPr/>
        <p:txBody>
          <a:bodyPr/>
          <a:lstStyle/>
          <a:p>
            <a:r>
              <a:rPr lang="de-DE" dirty="0"/>
              <a:t>Unterüberschrift 3</a:t>
            </a:r>
          </a:p>
        </p:txBody>
      </p:sp>
      <p:sp>
        <p:nvSpPr>
          <p:cNvPr id="10" name="Textplatzhalter 9">
            <a:extLst>
              <a:ext uri="{FF2B5EF4-FFF2-40B4-BE49-F238E27FC236}">
                <a16:creationId xmlns:a16="http://schemas.microsoft.com/office/drawing/2014/main" id="{D897712D-7698-17C3-7B94-2DD94E4CFF62}"/>
              </a:ext>
            </a:extLst>
          </p:cNvPr>
          <p:cNvSpPr>
            <a:spLocks noGrp="1"/>
          </p:cNvSpPr>
          <p:nvPr>
            <p:ph type="body" idx="15"/>
          </p:nvPr>
        </p:nvSpPr>
        <p:spPr/>
        <p:txBody>
          <a:bodyPr/>
          <a:lstStyle/>
          <a:p>
            <a:endParaRPr lang="de-DE"/>
          </a:p>
        </p:txBody>
      </p:sp>
    </p:spTree>
    <p:extLst>
      <p:ext uri="{BB962C8B-B14F-4D97-AF65-F5344CB8AC3E}">
        <p14:creationId xmlns:p14="http://schemas.microsoft.com/office/powerpoint/2010/main" val="4232263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547A06FF-0BA4-1B21-CA25-D8FFF3B9B772}"/>
              </a:ext>
            </a:extLst>
          </p:cNvPr>
          <p:cNvSpPr>
            <a:spLocks noGrp="1"/>
          </p:cNvSpPr>
          <p:nvPr>
            <p:ph idx="19"/>
          </p:nvPr>
        </p:nvSpPr>
        <p:spPr/>
        <p:txBody>
          <a:bodyPr/>
          <a:lstStyle/>
          <a:p>
            <a:r>
              <a:rPr lang="de-DE" dirty="0"/>
              <a:t>Die Unterlage ist eine interne Arbeitsunterlage zur Verwendung zwischen Regionalverbänden, den Verbunddienstleistern und dem DSGV – daher vertraulich zu behandeln.</a:t>
            </a:r>
          </a:p>
          <a:p>
            <a:r>
              <a:rPr lang="de-DE" dirty="0"/>
              <a:t>Bei Fragen:</a:t>
            </a:r>
          </a:p>
          <a:p>
            <a:endParaRPr lang="de-DE" dirty="0"/>
          </a:p>
        </p:txBody>
      </p:sp>
      <p:sp>
        <p:nvSpPr>
          <p:cNvPr id="4" name="Foliennummernplatzhalter 3">
            <a:extLst>
              <a:ext uri="{FF2B5EF4-FFF2-40B4-BE49-F238E27FC236}">
                <a16:creationId xmlns:a16="http://schemas.microsoft.com/office/drawing/2014/main" id="{F34B04D1-5623-E312-CD62-6007DABF1617}"/>
              </a:ext>
            </a:extLst>
          </p:cNvPr>
          <p:cNvSpPr>
            <a:spLocks noGrp="1"/>
          </p:cNvSpPr>
          <p:nvPr>
            <p:ph type="sldNum" sz="quarter" idx="4294967295"/>
          </p:nvPr>
        </p:nvSpPr>
        <p:spPr>
          <a:xfrm>
            <a:off x="0" y="6407150"/>
            <a:ext cx="611188" cy="179388"/>
          </a:xfrm>
        </p:spPr>
        <p:txBody>
          <a:bodyPr/>
          <a:lstStyle/>
          <a:p>
            <a:fld id="{59F716AE-B1C6-41F5-8EFD-31941EDB35D4}" type="slidenum">
              <a:rPr lang="de-DE" smtClean="0"/>
              <a:t>5</a:t>
            </a:fld>
            <a:endParaRPr lang="de-DE" dirty="0"/>
          </a:p>
        </p:txBody>
      </p:sp>
      <p:sp>
        <p:nvSpPr>
          <p:cNvPr id="8" name="Fußzeilenplatzhalter 7">
            <a:extLst>
              <a:ext uri="{FF2B5EF4-FFF2-40B4-BE49-F238E27FC236}">
                <a16:creationId xmlns:a16="http://schemas.microsoft.com/office/drawing/2014/main" id="{F99A6837-BC84-B3D2-C4E9-63E68D67BF6C}"/>
              </a:ext>
            </a:extLst>
          </p:cNvPr>
          <p:cNvSpPr>
            <a:spLocks noGrp="1"/>
          </p:cNvSpPr>
          <p:nvPr>
            <p:ph type="ftr" sz="quarter" idx="4294967295"/>
          </p:nvPr>
        </p:nvSpPr>
        <p:spPr>
          <a:xfrm>
            <a:off x="5078413" y="6408738"/>
            <a:ext cx="7113587" cy="179387"/>
          </a:xfrm>
        </p:spPr>
        <p:txBody>
          <a:bodyPr/>
          <a:lstStyle/>
          <a:p>
            <a:r>
              <a:rPr lang="de-DE"/>
              <a:t>Titel der Präsentation | Name | Ort, Datum</a:t>
            </a:r>
          </a:p>
        </p:txBody>
      </p:sp>
      <p:sp>
        <p:nvSpPr>
          <p:cNvPr id="10" name="Inhaltsplatzhalter 22">
            <a:extLst>
              <a:ext uri="{FF2B5EF4-FFF2-40B4-BE49-F238E27FC236}">
                <a16:creationId xmlns:a16="http://schemas.microsoft.com/office/drawing/2014/main" id="{CDDF5A86-AFF1-2318-364B-CE65E34796A0}"/>
              </a:ext>
            </a:extLst>
          </p:cNvPr>
          <p:cNvSpPr txBox="1">
            <a:spLocks/>
          </p:cNvSpPr>
          <p:nvPr/>
        </p:nvSpPr>
        <p:spPr>
          <a:xfrm>
            <a:off x="5423967" y="3429000"/>
            <a:ext cx="5155198" cy="1536487"/>
          </a:xfrm>
          <a:prstGeom prst="rect">
            <a:avLst/>
          </a:prstGeom>
          <a:noFill/>
        </p:spPr>
        <p:txBody>
          <a:bodyPr vert="horz" lIns="0" tIns="0" rIns="0" bIns="0" rtlCol="0">
            <a:noAutofit/>
          </a:bodyPr>
          <a:lstStyle>
            <a:lvl1pPr marL="0" indent="0" algn="l" defTabSz="914400" rtl="0" eaLnBrk="1" latinLnBrk="0" hangingPunct="1">
              <a:lnSpc>
                <a:spcPct val="114000"/>
              </a:lnSpc>
              <a:spcBef>
                <a:spcPts val="0"/>
              </a:spcBef>
              <a:spcAft>
                <a:spcPts val="1800"/>
              </a:spcAft>
              <a:buFontTx/>
              <a:buNone/>
              <a:defRPr sz="1400" kern="1200">
                <a:solidFill>
                  <a:schemeClr val="tx1"/>
                </a:solidFill>
                <a:latin typeface="Sparkasse Medium" panose="020B0603080202020204" pitchFamily="34" charset="0"/>
                <a:ea typeface="+mn-ea"/>
                <a:cs typeface="+mn-cs"/>
              </a:defRPr>
            </a:lvl1pPr>
            <a:lvl2pPr marL="0" indent="0" algn="l" defTabSz="914400" rtl="0" eaLnBrk="1" latinLnBrk="0" hangingPunct="1">
              <a:lnSpc>
                <a:spcPct val="114000"/>
              </a:lnSpc>
              <a:spcBef>
                <a:spcPts val="0"/>
              </a:spcBef>
              <a:spcAft>
                <a:spcPts val="0"/>
              </a:spcAft>
              <a:buClr>
                <a:schemeClr val="tx2"/>
              </a:buClr>
              <a:buSzPct val="120000"/>
              <a:buFontTx/>
              <a:buNone/>
              <a:defRPr sz="1400" kern="1200">
                <a:solidFill>
                  <a:schemeClr val="tx1"/>
                </a:solidFill>
                <a:latin typeface="+mn-lt"/>
                <a:ea typeface="+mn-ea"/>
                <a:cs typeface="+mn-cs"/>
              </a:defRPr>
            </a:lvl2pPr>
            <a:lvl3pPr marL="216000" indent="-216000" algn="l" defTabSz="914400" rtl="0" eaLnBrk="1" latinLnBrk="0" hangingPunct="1">
              <a:lnSpc>
                <a:spcPct val="114000"/>
              </a:lnSpc>
              <a:spcBef>
                <a:spcPts val="6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432000" indent="-216000" algn="l" defTabSz="914400" rtl="0" eaLnBrk="1" latinLnBrk="0" hangingPunct="1">
              <a:lnSpc>
                <a:spcPct val="114000"/>
              </a:lnSpc>
              <a:spcBef>
                <a:spcPts val="6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648000" indent="-216000" algn="l" defTabSz="914400" rtl="0" eaLnBrk="1" latinLnBrk="0" hangingPunct="1">
              <a:lnSpc>
                <a:spcPct val="114000"/>
              </a:lnSpc>
              <a:spcBef>
                <a:spcPts val="6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100" b="1" dirty="0">
                <a:latin typeface="Sparkasse Lt" panose="020B0304050602020204" pitchFamily="34" charset="0"/>
              </a:rPr>
              <a:t>Matthias Post</a:t>
            </a:r>
            <a:br>
              <a:rPr lang="de-DE" sz="1100" dirty="0">
                <a:latin typeface="Sparkasse Lt" panose="020B0304050602020204" pitchFamily="34" charset="0"/>
              </a:rPr>
            </a:br>
            <a:r>
              <a:rPr lang="de-DE" sz="1100" b="1" dirty="0">
                <a:latin typeface="Sparkasse Lt" panose="020B0304050602020204" pitchFamily="34" charset="0"/>
              </a:rPr>
              <a:t>Referat Rolloutmanagement</a:t>
            </a:r>
            <a:br>
              <a:rPr lang="de-DE" sz="1100" dirty="0">
                <a:latin typeface="Sparkasse Lt" panose="020B0304050602020204" pitchFamily="34" charset="0"/>
              </a:rPr>
            </a:br>
            <a:br>
              <a:rPr lang="de-DE" sz="1100" dirty="0">
                <a:latin typeface="Sparkasse Lt" panose="020B0304050602020204" pitchFamily="34" charset="0"/>
              </a:rPr>
            </a:br>
            <a:r>
              <a:rPr lang="de-DE" sz="1100" dirty="0">
                <a:latin typeface="Sparkasse Lt" panose="020B0304050602020204" pitchFamily="34" charset="0"/>
              </a:rPr>
              <a:t>DSGV</a:t>
            </a:r>
            <a:br>
              <a:rPr lang="de-DE" sz="1100" dirty="0">
                <a:latin typeface="Sparkasse Lt" panose="020B0304050602020204" pitchFamily="34" charset="0"/>
              </a:rPr>
            </a:br>
            <a:r>
              <a:rPr lang="de-DE" sz="1100" dirty="0">
                <a:latin typeface="Sparkasse Lt" panose="020B0304050602020204" pitchFamily="34" charset="0"/>
              </a:rPr>
              <a:t>Abteilung Geschäftsmodell und Portfoliosteuerung (B II)</a:t>
            </a:r>
            <a:br>
              <a:rPr lang="de-DE" sz="1100" dirty="0">
                <a:latin typeface="Sparkasse Lt" panose="020B0304050602020204" pitchFamily="34" charset="0"/>
              </a:rPr>
            </a:br>
            <a:r>
              <a:rPr lang="de-DE" sz="1100" dirty="0">
                <a:latin typeface="Sparkasse Lt" panose="020B0304050602020204" pitchFamily="34" charset="0"/>
              </a:rPr>
              <a:t>Gruppe Umsetzungsmanagement</a:t>
            </a:r>
          </a:p>
        </p:txBody>
      </p:sp>
      <p:pic>
        <p:nvPicPr>
          <p:cNvPr id="11" name="Picture 2">
            <a:extLst>
              <a:ext uri="{FF2B5EF4-FFF2-40B4-BE49-F238E27FC236}">
                <a16:creationId xmlns:a16="http://schemas.microsoft.com/office/drawing/2014/main" id="{8C852A86-704D-27BF-BC92-1BE7E5C509D5}"/>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1" t="-775" r="832" b="-1"/>
          <a:stretch/>
        </p:blipFill>
        <p:spPr bwMode="auto">
          <a:xfrm>
            <a:off x="9333221" y="3429000"/>
            <a:ext cx="2087848" cy="1852343"/>
          </a:xfrm>
          <a:prstGeom prst="rect">
            <a:avLst/>
          </a:prstGeom>
          <a:noFill/>
          <a:extLst>
            <a:ext uri="{909E8E84-426E-40DD-AFC4-6F175D3DCCD1}">
              <a14:hiddenFill xmlns:a14="http://schemas.microsoft.com/office/drawing/2010/main">
                <a:solidFill>
                  <a:srgbClr val="FFFFFF"/>
                </a:solidFill>
              </a14:hiddenFill>
            </a:ext>
          </a:extLst>
        </p:spPr>
      </p:pic>
      <p:sp>
        <p:nvSpPr>
          <p:cNvPr id="12" name="Inhaltsplatzhalter 22">
            <a:extLst>
              <a:ext uri="{FF2B5EF4-FFF2-40B4-BE49-F238E27FC236}">
                <a16:creationId xmlns:a16="http://schemas.microsoft.com/office/drawing/2014/main" id="{1ACEC66D-24EC-27C3-2AD7-A2FEEEA5D178}"/>
              </a:ext>
            </a:extLst>
          </p:cNvPr>
          <p:cNvSpPr txBox="1">
            <a:spLocks/>
          </p:cNvSpPr>
          <p:nvPr/>
        </p:nvSpPr>
        <p:spPr>
          <a:xfrm>
            <a:off x="5423967" y="4920640"/>
            <a:ext cx="5155198" cy="1536487"/>
          </a:xfrm>
          <a:prstGeom prst="rect">
            <a:avLst/>
          </a:prstGeom>
        </p:spPr>
        <p:txBody>
          <a:bodyPr vert="horz" lIns="0" tIns="0" rIns="0" bIns="0" rtlCol="0">
            <a:noAutofit/>
          </a:bodyPr>
          <a:lstStyle>
            <a:lvl1pPr marL="0" indent="0" algn="l" defTabSz="914400" rtl="0" eaLnBrk="1" latinLnBrk="0" hangingPunct="1">
              <a:lnSpc>
                <a:spcPct val="114000"/>
              </a:lnSpc>
              <a:spcBef>
                <a:spcPts val="1800"/>
              </a:spcBef>
              <a:spcAft>
                <a:spcPts val="0"/>
              </a:spcAft>
              <a:buFontTx/>
              <a:buNone/>
              <a:defRPr sz="1400" kern="1200">
                <a:solidFill>
                  <a:schemeClr val="tx1"/>
                </a:solidFill>
                <a:latin typeface="+mn-lt"/>
                <a:ea typeface="+mn-ea"/>
                <a:cs typeface="+mn-cs"/>
              </a:defRPr>
            </a:lvl1pPr>
            <a:lvl2pPr marL="216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2pPr>
            <a:lvl3pPr marL="432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3pPr>
            <a:lvl4pPr marL="648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4pPr>
            <a:lvl5pPr marL="864000" indent="-216000" algn="l" defTabSz="914400" rtl="0" eaLnBrk="1" latinLnBrk="0" hangingPunct="1">
              <a:lnSpc>
                <a:spcPct val="114000"/>
              </a:lnSpc>
              <a:spcBef>
                <a:spcPts val="1800"/>
              </a:spcBef>
              <a:spcAft>
                <a:spcPts val="0"/>
              </a:spcAft>
              <a:buClr>
                <a:schemeClr val="tx2"/>
              </a:buClr>
              <a:buSzPct val="12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27063" indent="-627063">
              <a:spcBef>
                <a:spcPts val="0"/>
              </a:spcBef>
            </a:pPr>
            <a:r>
              <a:rPr lang="nb-NO" sz="1100" dirty="0"/>
              <a:t>Telefon: +49 30 20225-5590</a:t>
            </a:r>
          </a:p>
          <a:p>
            <a:pPr marL="627063" indent="-627063">
              <a:spcBef>
                <a:spcPts val="0"/>
              </a:spcBef>
            </a:pPr>
            <a:r>
              <a:rPr lang="nb-NO" sz="1100" dirty="0"/>
              <a:t>Mobil:    +49 151  241 484 22</a:t>
            </a:r>
          </a:p>
          <a:p>
            <a:pPr marL="627063" indent="-627063">
              <a:spcBef>
                <a:spcPts val="0"/>
              </a:spcBef>
            </a:pPr>
            <a:r>
              <a:rPr lang="nb-NO" sz="1100" dirty="0"/>
              <a:t>E-Mail:	matthias.post@dsgv.de</a:t>
            </a:r>
          </a:p>
          <a:p>
            <a:br>
              <a:rPr lang="de-DE" dirty="0"/>
            </a:br>
            <a:endParaRPr lang="de-DE" dirty="0"/>
          </a:p>
        </p:txBody>
      </p:sp>
    </p:spTree>
    <p:extLst>
      <p:ext uri="{BB962C8B-B14F-4D97-AF65-F5344CB8AC3E}">
        <p14:creationId xmlns:p14="http://schemas.microsoft.com/office/powerpoint/2010/main" val="4152284813"/>
      </p:ext>
    </p:extLst>
  </p:cSld>
  <p:clrMapOvr>
    <a:masterClrMapping/>
  </p:clrMapOvr>
</p:sld>
</file>

<file path=ppt/theme/theme1.xml><?xml version="1.0" encoding="utf-8"?>
<a:theme xmlns:a="http://schemas.openxmlformats.org/drawingml/2006/main" name="Sparkasse Folienmaster">
  <a:themeElements>
    <a:clrScheme name="Sparkasse_colors">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44444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sz="1400" dirty="0" smtClean="0"/>
        </a:defPPr>
      </a:lstStyle>
    </a:txDef>
  </a:objectDefaults>
  <a:extraClrSchemeLst/>
  <a:custClrLst>
    <a:custClr name="Sparkassen-Hellgrau">
      <a:srgbClr val="F0F0F0"/>
    </a:custClr>
    <a:custClr name="Sparkassen-Grau 1">
      <a:srgbClr val="E9E9E9"/>
    </a:custClr>
    <a:custClr name="Sparkassen-Grau 2">
      <a:srgbClr val="E3E3E3"/>
    </a:custClr>
    <a:custClr name="Sparkassen-Grau 3">
      <a:srgbClr val="D9D9D9"/>
    </a:custClr>
    <a:custClr name="Sparkassen-Grau 4">
      <a:srgbClr val="CCCCCC"/>
    </a:custClr>
    <a:custClr name="Sparkassen-Grau 5">
      <a:srgbClr val="BBBBBB"/>
    </a:custClr>
    <a:custClr name="Sparkassen-Grau 6">
      <a:srgbClr val="999999"/>
    </a:custClr>
    <a:custClr name="Sparkassen-Dunkelgrau 1">
      <a:srgbClr val="666666"/>
    </a:custClr>
    <a:custClr name="Sparkassen-Dunkelgrau 2">
      <a:srgbClr val="444444"/>
    </a:custClr>
    <a:custClr>
      <a:srgbClr val="000000"/>
    </a:custClr>
    <a:custClr name="Sparkassen-Gelb">
      <a:srgbClr val="FFC900"/>
    </a:custClr>
    <a:custClr name="Sparkassen-Orange">
      <a:srgbClr val="FF8F00"/>
    </a:custClr>
    <a:custClr name="Sparkassen-Rot">
      <a:srgbClr val="EE0000"/>
    </a:custClr>
    <a:custClr name="Sparkassen-Violet">
      <a:srgbClr val="9B348E"/>
    </a:custClr>
    <a:custClr name="Sparkassen-Dunkelblau">
      <a:srgbClr val="2C57D2"/>
    </a:custClr>
    <a:custClr name="Sparkassen-Hellblau">
      <a:srgbClr val="00ACD3"/>
    </a:custClr>
    <a:custClr name="Sparkassen-Dunkelgrün">
      <a:srgbClr val="009864"/>
    </a:custClr>
    <a:custClr name="Sparkassen-Hellgrün">
      <a:srgbClr val="8CD000"/>
    </a:custClr>
    <a:custClr>
      <a:srgbClr val="FFFFFF"/>
    </a:custClr>
    <a:custClr>
      <a:srgbClr val="FFFFFF"/>
    </a:custClr>
    <a:custClr name="Sparkassen-Gelb hell">
      <a:srgbClr val="FFDF66"/>
    </a:custClr>
    <a:custClr name="Sparkassen-Orange hell">
      <a:srgbClr val="FFBC66"/>
    </a:custClr>
    <a:custClr>
      <a:srgbClr val="FFFFFF"/>
    </a:custClr>
    <a:custClr name="Sparkassen-Violet hell">
      <a:srgbClr val="C385BB"/>
    </a:custClr>
    <a:custClr name="Sparkassen-Dunkelblau hell">
      <a:srgbClr val="809AE4"/>
    </a:custClr>
    <a:custClr name="Sparkassen-Hellblau hell">
      <a:srgbClr val="66CDE5"/>
    </a:custClr>
    <a:custClr name="Sparkassen-Dunkelgrün hell">
      <a:srgbClr val="66C1A2"/>
    </a:custClr>
    <a:custClr name="Sparkassen-Hellgrün hell">
      <a:srgbClr val="BAE366"/>
    </a:custClr>
    <a:custClr>
      <a:srgbClr val="FFFFFF"/>
    </a:custClr>
    <a:custClr>
      <a:srgbClr val="FFFFFF"/>
    </a:custClr>
  </a:custClrLst>
  <a:extLst>
    <a:ext uri="{05A4C25C-085E-4340-85A3-A5531E510DB2}">
      <thm15:themeFamily xmlns:thm15="http://schemas.microsoft.com/office/thememl/2012/main" name="Präsentation7" id="{9974900F-96C5-CE4E-A846-3D34937F8D78}" vid="{6A52DC64-26A0-9548-BB7B-D88467A95312}"/>
    </a:ext>
  </a:extLst>
</a:theme>
</file>

<file path=ppt/theme/theme2.xml><?xml version="1.0" encoding="utf-8"?>
<a:theme xmlns:a="http://schemas.openxmlformats.org/drawingml/2006/main" name="Office">
  <a:themeElements>
    <a:clrScheme name="Sparkasse">
      <a:dk1>
        <a:sysClr val="windowText" lastClr="000000"/>
      </a:dk1>
      <a:lt1>
        <a:sysClr val="window" lastClr="FFFFFF"/>
      </a:lt1>
      <a:dk2>
        <a:srgbClr val="EE0000"/>
      </a:dk2>
      <a:lt2>
        <a:srgbClr val="D9D9D9"/>
      </a:lt2>
      <a:accent1>
        <a:srgbClr val="FFC900"/>
      </a:accent1>
      <a:accent2>
        <a:srgbClr val="FF8F00"/>
      </a:accent2>
      <a:accent3>
        <a:srgbClr val="9B348E"/>
      </a:accent3>
      <a:accent4>
        <a:srgbClr val="2C57D2"/>
      </a:accent4>
      <a:accent5>
        <a:srgbClr val="00ACD3"/>
      </a:accent5>
      <a:accent6>
        <a:srgbClr val="009864"/>
      </a:accent6>
      <a:hlink>
        <a:srgbClr val="000000"/>
      </a:hlink>
      <a:folHlink>
        <a:srgbClr val="000000"/>
      </a:folHlink>
    </a:clrScheme>
    <a:fontScheme name="Sparkasse_fonts">
      <a:majorFont>
        <a:latin typeface="Sparkasse Head"/>
        <a:ea typeface=""/>
        <a:cs typeface=""/>
      </a:majorFont>
      <a:minorFont>
        <a:latin typeface="Sparkasse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DSGV_PPT-Vorlage</Template>
  <TotalTime>0</TotalTime>
  <Words>100</Words>
  <Application>Microsoft Office PowerPoint</Application>
  <PresentationFormat>Breitbild</PresentationFormat>
  <Paragraphs>20</Paragraphs>
  <Slides>5</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5</vt:i4>
      </vt:variant>
    </vt:vector>
  </HeadingPairs>
  <TitlesOfParts>
    <vt:vector size="11" baseType="lpstr">
      <vt:lpstr>Sparkasse Rg</vt:lpstr>
      <vt:lpstr>Sparkasse Medium</vt:lpstr>
      <vt:lpstr>Arial</vt:lpstr>
      <vt:lpstr>Sparkasse Head</vt:lpstr>
      <vt:lpstr>Sparkasse Lt</vt:lpstr>
      <vt:lpstr>Sparkasse Folienmaster</vt:lpstr>
      <vt:lpstr>Synchronisation Rollout</vt:lpstr>
      <vt:lpstr>Überschrift1</vt:lpstr>
      <vt:lpstr>Überschrift2</vt:lpstr>
      <vt:lpstr>Überschrift 3</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Post, Matthias</dc:creator>
  <cp:lastModifiedBy>Post, Matthias</cp:lastModifiedBy>
  <cp:revision>1</cp:revision>
  <dcterms:created xsi:type="dcterms:W3CDTF">2026-10-05T13:53:15Z</dcterms:created>
  <dcterms:modified xsi:type="dcterms:W3CDTF">2026-10-05T14:07:22Z</dcterms:modified>
  <cp:contentStatus>V6</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06759c1-cf29-4ba5-b000-82dc808f576f_Enabled">
    <vt:lpwstr>true</vt:lpwstr>
  </property>
  <property fmtid="{D5CDD505-2E9C-101B-9397-08002B2CF9AE}" pid="3" name="MSIP_Label_606759c1-cf29-4ba5-b000-82dc808f576f_SetDate">
    <vt:lpwstr>2024-02-07T11:33:12Z</vt:lpwstr>
  </property>
  <property fmtid="{D5CDD505-2E9C-101B-9397-08002B2CF9AE}" pid="4" name="MSIP_Label_606759c1-cf29-4ba5-b000-82dc808f576f_Method">
    <vt:lpwstr>Standard</vt:lpwstr>
  </property>
  <property fmtid="{D5CDD505-2E9C-101B-9397-08002B2CF9AE}" pid="5" name="MSIP_Label_606759c1-cf29-4ba5-b000-82dc808f576f_Name">
    <vt:lpwstr>Intern (V1)</vt:lpwstr>
  </property>
  <property fmtid="{D5CDD505-2E9C-101B-9397-08002B2CF9AE}" pid="6" name="MSIP_Label_606759c1-cf29-4ba5-b000-82dc808f576f_SiteId">
    <vt:lpwstr>3f9b2fc2-2122-4a25-96ca-781cf0359e8b</vt:lpwstr>
  </property>
  <property fmtid="{D5CDD505-2E9C-101B-9397-08002B2CF9AE}" pid="7" name="MSIP_Label_606759c1-cf29-4ba5-b000-82dc808f576f_ActionId">
    <vt:lpwstr>b031ca2c-5c68-4929-80df-47c963202680</vt:lpwstr>
  </property>
  <property fmtid="{D5CDD505-2E9C-101B-9397-08002B2CF9AE}" pid="8" name="MSIP_Label_606759c1-cf29-4ba5-b000-82dc808f576f_ContentBits">
    <vt:lpwstr>0</vt:lpwstr>
  </property>
</Properties>
</file>