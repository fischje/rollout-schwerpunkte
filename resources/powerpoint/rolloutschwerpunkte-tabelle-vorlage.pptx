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3.xml" ContentType="application/vnd.openxmlformats-officedocument.them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bookmarkIdSeed="4">
  <p:sldMasterIdLst>
    <p:sldMasterId id="2147483684" r:id="rId1"/>
    <p:sldMasterId id="2147483815" r:id="rId2"/>
    <p:sldMasterId id="2147483937" r:id="rId3"/>
    <p:sldMasterId id="2147484112" r:id="rId4"/>
  </p:sldMasterIdLst>
  <p:notesMasterIdLst>
    <p:notesMasterId r:id="rId7"/>
  </p:notesMasterIdLst>
  <p:sldIdLst>
    <p:sldId id="512" r:id="rId5"/>
    <p:sldId id="2147483622" r:id="rId6"/>
  </p:sldIdLst>
  <p:sldSz cx="12192000" cy="6858000"/>
  <p:notesSz cx="7104063" cy="10234613"/>
  <p:embeddedFontLst>
    <p:embeddedFont>
      <p:font typeface="Sparkasse Head" panose="020B0804050602020204" pitchFamily="34" charset="0"/>
      <p:bold r:id="rId8"/>
    </p:embeddedFont>
    <p:embeddedFont>
      <p:font typeface="Sparkasse Lt" panose="020B0500050602020204" pitchFamily="34" charset="0"/>
      <p:regular r:id="rId9"/>
      <p:italic r:id="rId10"/>
    </p:embeddedFont>
    <p:embeddedFont>
      <p:font typeface="Sparkasse Medium" panose="020B0604050602020204" pitchFamily="34" charset="0"/>
      <p:regular r:id="rId11"/>
    </p:embeddedFont>
    <p:embeddedFont>
      <p:font typeface="Sparkasse Rg" panose="020B0504050602020204" pitchFamily="34" charset="0"/>
      <p:regular r:id="rId12"/>
      <p:bold r:id="rId13"/>
      <p:italic r:id="rId14"/>
      <p:boldItalic r:id="rId15"/>
    </p:embeddedFont>
    <p:embeddedFont>
      <p:font typeface="Tahoma" panose="020B0604030504040204" pitchFamily="34" charset="0"/>
      <p:regular r:id="rId16"/>
      <p:bold r:id="rId17"/>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ornol, Heide" initials="FH" lastIdx="5" clrIdx="0">
    <p:extLst>
      <p:ext uri="{19B8F6BF-5375-455C-9EA6-DF929625EA0E}">
        <p15:presenceInfo xmlns:p15="http://schemas.microsoft.com/office/powerpoint/2012/main" userId="S-1-5-21-93582740-2475244381-1677149797-573831" providerId="AD"/>
      </p:ext>
    </p:extLst>
  </p:cmAuthor>
  <p:cmAuthor id="2" name="Eckard, Laura" initials="EL" lastIdx="1" clrIdx="1">
    <p:extLst>
      <p:ext uri="{19B8F6BF-5375-455C-9EA6-DF929625EA0E}">
        <p15:presenceInfo xmlns:p15="http://schemas.microsoft.com/office/powerpoint/2012/main" userId="S-1-5-21-93582740-2475244381-1677149797-71828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B"/>
    <a:srgbClr val="FFF9DC"/>
    <a:srgbClr val="EE0000"/>
    <a:srgbClr val="FF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27F97BB-C833-4FB7-BDE5-3F7075034690}" styleName="Designformatvorlage 2 - Akz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34" autoAdjust="0"/>
    <p:restoredTop sz="96376" autoAdjust="0"/>
  </p:normalViewPr>
  <p:slideViewPr>
    <p:cSldViewPr snapToGrid="0" showGuides="1">
      <p:cViewPr>
        <p:scale>
          <a:sx n="90" d="100"/>
          <a:sy n="90" d="100"/>
        </p:scale>
        <p:origin x="1656" y="37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97" d="100"/>
          <a:sy n="97" d="100"/>
        </p:scale>
        <p:origin x="2295" y="42"/>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font" Target="fonts/font9.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344488" y="1198563"/>
            <a:ext cx="6281737" cy="3533775"/>
          </a:xfrm>
          <a:prstGeom prst="rect">
            <a:avLst/>
          </a:prstGeom>
          <a:noFill/>
          <a:ln w="12700">
            <a:solidFill>
              <a:prstClr val="black"/>
            </a:solidFill>
          </a:ln>
        </p:spPr>
        <p:txBody>
          <a:bodyPr vert="horz" lIns="95098" tIns="47549" rIns="95098" bIns="47549" rtlCol="0" anchor="ctr"/>
          <a:lstStyle/>
          <a:p>
            <a:endParaRPr lang="de-DE"/>
          </a:p>
        </p:txBody>
      </p:sp>
      <p:sp>
        <p:nvSpPr>
          <p:cNvPr id="5" name="Notizenplatzhalter 4"/>
          <p:cNvSpPr>
            <a:spLocks noGrp="1"/>
          </p:cNvSpPr>
          <p:nvPr>
            <p:ph type="body" sz="quarter" idx="3"/>
          </p:nvPr>
        </p:nvSpPr>
        <p:spPr>
          <a:xfrm>
            <a:off x="576458" y="5006819"/>
            <a:ext cx="5817197" cy="4105475"/>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367611" y="9721107"/>
            <a:ext cx="5869489" cy="267496"/>
          </a:xfrm>
          <a:prstGeom prst="rect">
            <a:avLst/>
          </a:prstGeom>
        </p:spPr>
        <p:txBody>
          <a:bodyPr vert="horz" lIns="0" tIns="0" rIns="0" bIns="0" rtlCol="0" anchor="b"/>
          <a:lstStyle>
            <a:lvl1pPr algn="l">
              <a:defRPr sz="900"/>
            </a:lvl1pPr>
          </a:lstStyle>
          <a:p>
            <a:endParaRPr lang="de-DE" dirty="0"/>
          </a:p>
        </p:txBody>
      </p:sp>
      <p:sp>
        <p:nvSpPr>
          <p:cNvPr id="7" name="Foliennummernplatzhalter 6"/>
          <p:cNvSpPr>
            <a:spLocks noGrp="1"/>
          </p:cNvSpPr>
          <p:nvPr>
            <p:ph type="sldNum" sz="quarter" idx="5"/>
          </p:nvPr>
        </p:nvSpPr>
        <p:spPr>
          <a:xfrm>
            <a:off x="6393656" y="9721107"/>
            <a:ext cx="342797" cy="267496"/>
          </a:xfrm>
          <a:prstGeom prst="rect">
            <a:avLst/>
          </a:prstGeom>
        </p:spPr>
        <p:txBody>
          <a:bodyPr vert="horz" lIns="0" tIns="0" rIns="0" bIns="0" rtlCol="0" anchor="b"/>
          <a:lstStyle>
            <a:lvl1pPr algn="r">
              <a:defRPr sz="900"/>
            </a:lvl1pPr>
          </a:lstStyle>
          <a:p>
            <a:fld id="{5F531A46-3CCD-4569-9A59-E8B96D6A7D4C}" type="slidenum">
              <a:rPr lang="de-DE" smtClean="0"/>
              <a:pPr/>
              <a:t>‹Nr.›</a:t>
            </a:fld>
            <a:endParaRPr lang="de-DE"/>
          </a:p>
        </p:txBody>
      </p:sp>
    </p:spTree>
    <p:extLst>
      <p:ext uri="{BB962C8B-B14F-4D97-AF65-F5344CB8AC3E}">
        <p14:creationId xmlns:p14="http://schemas.microsoft.com/office/powerpoint/2010/main" val="302845170"/>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13000"/>
      </a:lnSpc>
      <a:defRPr sz="1200" kern="1200">
        <a:solidFill>
          <a:schemeClr val="tx1"/>
        </a:solidFill>
        <a:latin typeface="+mn-lt"/>
        <a:ea typeface="+mn-ea"/>
        <a:cs typeface="+mn-cs"/>
      </a:defRPr>
    </a:lvl1pPr>
    <a:lvl2pPr marL="216000" indent="-216000" algn="l" defTabSz="914400" rtl="0" eaLnBrk="1" latinLnBrk="0" hangingPunct="1">
      <a:lnSpc>
        <a:spcPct val="113000"/>
      </a:lnSpc>
      <a:buFontTx/>
      <a:buBlip>
        <a:blip r:embed="rId2">
          <a:extLst>
            <a:ext uri="{96DAC541-7B7A-43D3-8B79-37D633B846F1}">
              <asvg:svgBlip xmlns:asvg="http://schemas.microsoft.com/office/drawing/2016/SVG/main" r:embed="rId3"/>
            </a:ext>
          </a:extLst>
        </a:blip>
      </a:buBlip>
      <a:defRPr sz="1200" kern="1200">
        <a:solidFill>
          <a:schemeClr val="tx1"/>
        </a:solidFill>
        <a:latin typeface="+mn-lt"/>
        <a:ea typeface="+mn-ea"/>
        <a:cs typeface="+mn-cs"/>
      </a:defRPr>
    </a:lvl2pPr>
    <a:lvl3pPr marL="432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3pPr>
    <a:lvl4pPr marL="648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4pPr>
    <a:lvl5pPr marL="864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224" userDrawn="1">
          <p15:clr>
            <a:srgbClr val="F26B43"/>
          </p15:clr>
        </p15:guide>
        <p15:guide id="2" pos="2238" userDrawn="1">
          <p15:clr>
            <a:srgbClr val="F26B43"/>
          </p15:clr>
        </p15:guide>
      </p15:sldGuideLst>
    </p:ext>
  </p:extLst>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1">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1152525" y="1189428"/>
            <a:ext cx="10488613" cy="2376000"/>
          </a:xfrm>
        </p:spPr>
        <p:txBody>
          <a:bodyPr anchor="b" anchorCtr="0"/>
          <a:lstStyle>
            <a:lvl1pPr algn="ctr">
              <a:defRPr sz="4800">
                <a:solidFill>
                  <a:schemeClr val="bg1"/>
                </a:solidFill>
              </a:defRPr>
            </a:lvl1pPr>
          </a:lstStyle>
          <a:p>
            <a:r>
              <a:rPr lang="de-DE" dirty="0"/>
              <a:t>Titel #1 Sparkasse Head 48pt </a:t>
            </a:r>
            <a:br>
              <a:rPr lang="de-DE" dirty="0"/>
            </a:br>
            <a:r>
              <a:rPr lang="de-DE" dirty="0"/>
              <a:t>zentriert ein- bis dreizeilig</a:t>
            </a:r>
          </a:p>
        </p:txBody>
      </p:sp>
      <p:sp>
        <p:nvSpPr>
          <p:cNvPr id="3" name="Untertitel 2">
            <a:extLst>
              <a:ext uri="{FF2B5EF4-FFF2-40B4-BE49-F238E27FC236}">
                <a16:creationId xmlns:a16="http://schemas.microsoft.com/office/drawing/2014/main" id="{47C4F625-5994-40E2-A7F6-DEFBD05E874F}"/>
              </a:ext>
            </a:extLst>
          </p:cNvPr>
          <p:cNvSpPr>
            <a:spLocks noGrp="1"/>
          </p:cNvSpPr>
          <p:nvPr>
            <p:ph type="subTitle" idx="1" hasCustomPrompt="1"/>
          </p:nvPr>
        </p:nvSpPr>
        <p:spPr>
          <a:xfrm>
            <a:off x="1152525" y="3716850"/>
            <a:ext cx="10488612" cy="396000"/>
          </a:xfrm>
        </p:spPr>
        <p:txBody>
          <a:bodyPr/>
          <a:lstStyle>
            <a:lvl1pPr marL="0" indent="0" algn="ctr">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A7A7EE83-79EA-460F-89C1-5479B11B3B09}"/>
              </a:ext>
            </a:extLst>
          </p:cNvPr>
          <p:cNvSpPr>
            <a:spLocks noGrp="1"/>
          </p:cNvSpPr>
          <p:nvPr>
            <p:ph type="body" idx="13" hasCustomPrompt="1"/>
          </p:nvPr>
        </p:nvSpPr>
        <p:spPr>
          <a:xfrm>
            <a:off x="1152525" y="4918479"/>
            <a:ext cx="10490400" cy="180000"/>
          </a:xfrm>
        </p:spPr>
        <p:txBody>
          <a:bodyPr/>
          <a:lstStyle>
            <a:lvl1pPr marL="0" indent="0" algn="ctr">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4" name="Rechteck 3">
            <a:extLst>
              <a:ext uri="{FF2B5EF4-FFF2-40B4-BE49-F238E27FC236}">
                <a16:creationId xmlns:a16="http://schemas.microsoft.com/office/drawing/2014/main" id="{B908447A-A357-FD7A-74E2-53CCB1D69DB2}"/>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BB5A85AC-1722-A12F-ED20-9FF7FB04AF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EB60B4A9-FB37-D1CF-44F6-7D5E9D2107E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320203" y="5480725"/>
            <a:ext cx="5019958" cy="1062275"/>
          </a:xfrm>
          <a:prstGeom prst="rect">
            <a:avLst/>
          </a:prstGeom>
        </p:spPr>
      </p:pic>
    </p:spTree>
    <p:extLst>
      <p:ext uri="{BB962C8B-B14F-4D97-AF65-F5344CB8AC3E}">
        <p14:creationId xmlns:p14="http://schemas.microsoft.com/office/powerpoint/2010/main" val="2796176847"/>
      </p:ext>
    </p:extLst>
  </p:cSld>
  <p:clrMapOvr>
    <a:masterClrMapping/>
  </p:clrMapOvr>
  <p:extLst>
    <p:ext uri="{DCECCB84-F9BA-43D5-87BE-67443E8EF086}">
      <p15:sldGuideLst xmlns:p15="http://schemas.microsoft.com/office/powerpoint/2012/main">
        <p15:guide id="1" pos="3514" userDrawn="1">
          <p15:clr>
            <a:srgbClr val="FBAE40"/>
          </p15:clr>
        </p15:guide>
        <p15:guide id="2" pos="3686" userDrawn="1">
          <p15:clr>
            <a:srgbClr val="FBAE40"/>
          </p15:clr>
        </p15:guide>
        <p15:guide id="3" orient="horz" pos="3640" userDrawn="1">
          <p15:clr>
            <a:srgbClr val="FBAE40"/>
          </p15:clr>
        </p15:guide>
        <p15:guide id="4" orient="horz" pos="378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2">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792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Bildplatzhalter 4">
            <a:extLst>
              <a:ext uri="{FF2B5EF4-FFF2-40B4-BE49-F238E27FC236}">
                <a16:creationId xmlns:a16="http://schemas.microsoft.com/office/drawing/2014/main" id="{770A8487-9BC7-7696-CEC0-6A15DDD60D36}"/>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spcBef>
                <a:spcPts val="0"/>
              </a:spcBef>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
        <p:nvSpPr>
          <p:cNvPr id="6" name="Untertitel 2">
            <a:extLst>
              <a:ext uri="{FF2B5EF4-FFF2-40B4-BE49-F238E27FC236}">
                <a16:creationId xmlns:a16="http://schemas.microsoft.com/office/drawing/2014/main" id="{C6F23CE8-BDF6-85CC-B3F3-066A79865DE3}"/>
              </a:ext>
            </a:extLst>
          </p:cNvPr>
          <p:cNvSpPr>
            <a:spLocks noGrp="1"/>
          </p:cNvSpPr>
          <p:nvPr>
            <p:ph type="subTitle" idx="1" hasCustomPrompt="1"/>
          </p:nvPr>
        </p:nvSpPr>
        <p:spPr>
          <a:xfrm>
            <a:off x="1152525"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9" name="Textplatzhalter 2">
            <a:extLst>
              <a:ext uri="{FF2B5EF4-FFF2-40B4-BE49-F238E27FC236}">
                <a16:creationId xmlns:a16="http://schemas.microsoft.com/office/drawing/2014/main" id="{4BF9713A-E657-42CE-094B-DDA0F740F2F8}"/>
              </a:ext>
            </a:extLst>
          </p:cNvPr>
          <p:cNvSpPr>
            <a:spLocks noGrp="1"/>
          </p:cNvSpPr>
          <p:nvPr>
            <p:ph type="body" idx="14" hasCustomPrompt="1"/>
          </p:nvPr>
        </p:nvSpPr>
        <p:spPr>
          <a:xfrm>
            <a:off x="1152000"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10" name="Titel 1">
            <a:extLst>
              <a:ext uri="{FF2B5EF4-FFF2-40B4-BE49-F238E27FC236}">
                <a16:creationId xmlns:a16="http://schemas.microsoft.com/office/drawing/2014/main" id="{4A6EAB25-F5EE-6677-9E08-889DD7C709C3}"/>
              </a:ext>
            </a:extLst>
          </p:cNvPr>
          <p:cNvSpPr>
            <a:spLocks noGrp="1"/>
          </p:cNvSpPr>
          <p:nvPr>
            <p:ph type="ctrTitle" hasCustomPrompt="1"/>
          </p:nvPr>
        </p:nvSpPr>
        <p:spPr>
          <a:xfrm>
            <a:off x="1152000" y="1189428"/>
            <a:ext cx="6224270" cy="2376000"/>
          </a:xfrm>
        </p:spPr>
        <p:txBody>
          <a:bodyPr anchor="b" anchorCtr="0"/>
          <a:lstStyle>
            <a:lvl1pPr algn="l">
              <a:defRPr sz="4800">
                <a:solidFill>
                  <a:schemeClr val="bg1"/>
                </a:solidFill>
              </a:defRPr>
            </a:lvl1pPr>
          </a:lstStyle>
          <a:p>
            <a:r>
              <a:rPr lang="de-DE" dirty="0"/>
              <a:t>Titel #2 Sparkasse Head 48pt linksbündig</a:t>
            </a:r>
          </a:p>
        </p:txBody>
      </p:sp>
      <p:sp>
        <p:nvSpPr>
          <p:cNvPr id="2" name="Rechteck 1">
            <a:extLst>
              <a:ext uri="{FF2B5EF4-FFF2-40B4-BE49-F238E27FC236}">
                <a16:creationId xmlns:a16="http://schemas.microsoft.com/office/drawing/2014/main" id="{B9059D5D-2102-883F-0C67-F7D34EAAA684}"/>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a:extLst>
              <a:ext uri="{FF2B5EF4-FFF2-40B4-BE49-F238E27FC236}">
                <a16:creationId xmlns:a16="http://schemas.microsoft.com/office/drawing/2014/main" id="{C68611AC-84AF-26B0-633C-F477D40F4FE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Grafik 4">
            <a:extLst>
              <a:ext uri="{FF2B5EF4-FFF2-40B4-BE49-F238E27FC236}">
                <a16:creationId xmlns:a16="http://schemas.microsoft.com/office/drawing/2014/main" id="{D0400462-6AB0-2E58-8726-5780E908FD0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88983" y="5486551"/>
            <a:ext cx="5019958" cy="1062275"/>
          </a:xfrm>
          <a:prstGeom prst="rect">
            <a:avLst/>
          </a:prstGeom>
        </p:spPr>
      </p:pic>
    </p:spTree>
    <p:extLst>
      <p:ext uri="{BB962C8B-B14F-4D97-AF65-F5344CB8AC3E}">
        <p14:creationId xmlns:p14="http://schemas.microsoft.com/office/powerpoint/2010/main" val="1184806477"/>
      </p:ext>
    </p:extLst>
  </p:cSld>
  <p:clrMapOvr>
    <a:masterClrMapping/>
  </p:clrMapOvr>
  <p:extLst>
    <p:ext uri="{DCECCB84-F9BA-43D5-87BE-67443E8EF086}">
      <p15:sldGuideLst xmlns:p15="http://schemas.microsoft.com/office/powerpoint/2012/main">
        <p15:guide id="2" pos="725" userDrawn="1">
          <p15:clr>
            <a:srgbClr val="FBAE40"/>
          </p15:clr>
        </p15:guide>
        <p15:guide id="3" pos="895" userDrawn="1">
          <p15:clr>
            <a:srgbClr val="FBAE40"/>
          </p15:clr>
        </p15:guide>
        <p15:guide id="4" orient="horz" pos="3640" userDrawn="1">
          <p15:clr>
            <a:srgbClr val="FBAE40"/>
          </p15:clr>
        </p15:guide>
        <p15:guide id="5" orient="horz" pos="378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3">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1"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5416869" y="1200125"/>
            <a:ext cx="6224270" cy="2376000"/>
          </a:xfrm>
        </p:spPr>
        <p:txBody>
          <a:bodyPr anchor="b" anchorCtr="0"/>
          <a:lstStyle>
            <a:lvl1pPr algn="l">
              <a:defRPr sz="4800">
                <a:solidFill>
                  <a:schemeClr val="bg1"/>
                </a:solidFill>
              </a:defRPr>
            </a:lvl1pPr>
          </a:lstStyle>
          <a:p>
            <a:r>
              <a:rPr lang="de-DE" dirty="0"/>
              <a:t>Titel #3 Sparkasse Head 48pt linksbündig</a:t>
            </a:r>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5062268"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35" name="Grafik 34">
            <a:extLst>
              <a:ext uri="{FF2B5EF4-FFF2-40B4-BE49-F238E27FC236}">
                <a16:creationId xmlns:a16="http://schemas.microsoft.com/office/drawing/2014/main" id="{CE2210D0-05BF-B262-B3CF-2FF9A965C9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8174" y="1798538"/>
            <a:ext cx="2001600" cy="2598565"/>
          </a:xfrm>
          <a:prstGeom prst="rect">
            <a:avLst/>
          </a:prstGeom>
        </p:spPr>
      </p:pic>
      <p:sp>
        <p:nvSpPr>
          <p:cNvPr id="5" name="Untertitel 2">
            <a:extLst>
              <a:ext uri="{FF2B5EF4-FFF2-40B4-BE49-F238E27FC236}">
                <a16:creationId xmlns:a16="http://schemas.microsoft.com/office/drawing/2014/main" id="{6C4724CA-3CFE-5EC8-1ED3-F455ACB1A143}"/>
              </a:ext>
            </a:extLst>
          </p:cNvPr>
          <p:cNvSpPr>
            <a:spLocks noGrp="1"/>
          </p:cNvSpPr>
          <p:nvPr>
            <p:ph type="subTitle" idx="1" hasCustomPrompt="1"/>
          </p:nvPr>
        </p:nvSpPr>
        <p:spPr>
          <a:xfrm>
            <a:off x="5417394"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D9CF29AC-CF56-E19D-71E8-BF0E6ED34A64}"/>
              </a:ext>
            </a:extLst>
          </p:cNvPr>
          <p:cNvSpPr>
            <a:spLocks noGrp="1"/>
          </p:cNvSpPr>
          <p:nvPr>
            <p:ph type="body" idx="14" hasCustomPrompt="1"/>
          </p:nvPr>
        </p:nvSpPr>
        <p:spPr>
          <a:xfrm>
            <a:off x="5416869"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pic>
        <p:nvPicPr>
          <p:cNvPr id="3" name="Grafik 2">
            <a:extLst>
              <a:ext uri="{FF2B5EF4-FFF2-40B4-BE49-F238E27FC236}">
                <a16:creationId xmlns:a16="http://schemas.microsoft.com/office/drawing/2014/main" id="{32E9B652-513C-D84E-F65A-D8AFC84AC1D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152864" y="5486551"/>
            <a:ext cx="5019958" cy="1062275"/>
          </a:xfrm>
          <a:prstGeom prst="rect">
            <a:avLst/>
          </a:prstGeom>
        </p:spPr>
      </p:pic>
    </p:spTree>
    <p:extLst>
      <p:ext uri="{BB962C8B-B14F-4D97-AF65-F5344CB8AC3E}">
        <p14:creationId xmlns:p14="http://schemas.microsoft.com/office/powerpoint/2010/main" val="2967733024"/>
      </p:ext>
    </p:extLst>
  </p:cSld>
  <p:clrMapOvr>
    <a:masterClrMapping/>
  </p:clrMapOvr>
  <p:extLst>
    <p:ext uri="{DCECCB84-F9BA-43D5-87BE-67443E8EF086}">
      <p15:sldGuideLst xmlns:p15="http://schemas.microsoft.com/office/powerpoint/2012/main">
        <p15:guide id="1" orient="horz" pos="3640" userDrawn="1">
          <p15:clr>
            <a:srgbClr val="FBAE40"/>
          </p15:clr>
        </p15:guide>
        <p15:guide id="2" pos="3412" userDrawn="1">
          <p15:clr>
            <a:srgbClr val="FBAE40"/>
          </p15:clr>
        </p15:guide>
        <p15:guide id="3" pos="3582" userDrawn="1">
          <p15:clr>
            <a:srgbClr val="FBAE40"/>
          </p15:clr>
        </p15:guide>
        <p15:guide id="4" orient="horz" pos="378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5" y="0"/>
            <a:ext cx="391489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000" y="2159999"/>
            <a:ext cx="2836800" cy="2459380"/>
          </a:xfrm>
        </p:spPr>
        <p:txBody>
          <a:bodyPr anchor="ctr" anchorCtr="0"/>
          <a:lstStyle>
            <a:lvl1pPr algn="l">
              <a:lnSpc>
                <a:spcPct val="100000"/>
              </a:lnSpc>
              <a:defRPr sz="4800">
                <a:solidFill>
                  <a:schemeClr val="bg1"/>
                </a:solidFill>
              </a:defRPr>
            </a:lvl1pPr>
          </a:lstStyle>
          <a:p>
            <a:r>
              <a:rPr lang="de-DE" dirty="0"/>
              <a:t>Inhalt #1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6" name="Textplatzhalter 2">
            <a:extLst>
              <a:ext uri="{FF2B5EF4-FFF2-40B4-BE49-F238E27FC236}">
                <a16:creationId xmlns:a16="http://schemas.microsoft.com/office/drawing/2014/main" id="{B47B5461-A8FF-CC0C-3FEE-C5447276F4D5}"/>
              </a:ext>
            </a:extLst>
          </p:cNvPr>
          <p:cNvSpPr>
            <a:spLocks noGrp="1"/>
          </p:cNvSpPr>
          <p:nvPr>
            <p:ph idx="1" hasCustomPrompt="1"/>
          </p:nvPr>
        </p:nvSpPr>
        <p:spPr>
          <a:xfrm>
            <a:off x="5418000" y="792000"/>
            <a:ext cx="6224399" cy="5507201"/>
          </a:xfrm>
          <a:prstGeom prst="rect">
            <a:avLst/>
          </a:prstGeom>
        </p:spPr>
        <p:txBody>
          <a:bodyPr vert="horz" lIns="0" tIns="0" rIns="0" bIns="0" rtlCol="0" anchor="ctr" anchorCtr="0">
            <a:noAutofit/>
          </a:bodyPr>
          <a:lstStyle>
            <a:lvl1pPr marL="324000" indent="-324000">
              <a:lnSpc>
                <a:spcPct val="100000"/>
              </a:lnSpc>
              <a:spcBef>
                <a:spcPts val="2200"/>
              </a:spcBef>
              <a:buFont typeface="+mj-lt"/>
              <a:buAutoNum type="arabicPeriod"/>
              <a:tabLst>
                <a:tab pos="324000" algn="l"/>
              </a:tabLst>
              <a:defRPr sz="2000">
                <a:latin typeface="Sparkasse Medium" panose="020B0603080202020204" pitchFamily="34" charset="0"/>
              </a:defRPr>
            </a:lvl1pPr>
            <a:lvl2pPr marL="324000" indent="0">
              <a:spcBef>
                <a:spcPts val="0"/>
              </a:spcBef>
              <a:buFontTx/>
              <a:buNone/>
              <a:defRPr sz="1600"/>
            </a:lvl2pPr>
            <a:lvl3pPr marL="324000" indent="0">
              <a:spcBef>
                <a:spcPts val="0"/>
              </a:spcBef>
              <a:buFontTx/>
              <a:buNone/>
              <a:defRPr sz="1600"/>
            </a:lvl3pPr>
            <a:lvl4pPr marL="324000" indent="0">
              <a:spcBef>
                <a:spcPts val="0"/>
              </a:spcBef>
              <a:buFontTx/>
              <a:buNone/>
              <a:defRPr sz="1600"/>
            </a:lvl4pPr>
            <a:lvl5pPr marL="324000" indent="0">
              <a:spcBef>
                <a:spcPts val="0"/>
              </a:spcBef>
              <a:buFontTx/>
              <a:buNone/>
              <a:defRPr sz="1600"/>
            </a:lvl5pPr>
          </a:lstStyle>
          <a:p>
            <a:pPr lvl="0"/>
            <a:r>
              <a:rPr lang="de-DE" dirty="0" err="1"/>
              <a:t>Agendapunkt</a:t>
            </a:r>
            <a:r>
              <a:rPr lang="de-DE" dirty="0"/>
              <a:t> Sparkasse Md 20pt</a:t>
            </a:r>
          </a:p>
          <a:p>
            <a:pPr lvl="1"/>
            <a:r>
              <a:rPr lang="de-DE" dirty="0"/>
              <a:t>1.1 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E51B1FE4-8CBE-D228-3388-3997A119D9BA}"/>
              </a:ext>
            </a:extLst>
          </p:cNvPr>
          <p:cNvSpPr>
            <a:spLocks noGrp="1"/>
          </p:cNvSpPr>
          <p:nvPr>
            <p:ph type="ftr" sz="quarter" idx="13"/>
          </p:nvPr>
        </p:nvSpPr>
        <p:spPr/>
        <p:txBody>
          <a:bodyPr/>
          <a:lstStyle/>
          <a:p>
            <a:r>
              <a:rPr lang="de-DE"/>
              <a:t>1. RO-Ansprechpartner RV und VDL | Digital | 02. Juni 2026</a:t>
            </a:r>
          </a:p>
        </p:txBody>
      </p:sp>
    </p:spTree>
    <p:extLst>
      <p:ext uri="{BB962C8B-B14F-4D97-AF65-F5344CB8AC3E}">
        <p14:creationId xmlns:p14="http://schemas.microsoft.com/office/powerpoint/2010/main" val="3068088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p:txBody>
          <a:bodyPr/>
          <a:lstStyle>
            <a:lvl1pPr>
              <a:defRPr/>
            </a:lvl1pPr>
          </a:lstStyle>
          <a:p>
            <a:r>
              <a:rPr lang="de-DE" dirty="0"/>
              <a:t>Inhalt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Textplatzhalter 2">
            <a:extLst>
              <a:ext uri="{FF2B5EF4-FFF2-40B4-BE49-F238E27FC236}">
                <a16:creationId xmlns:a16="http://schemas.microsoft.com/office/drawing/2014/main" id="{1C6106C1-ACC7-8651-56FC-9C4D79721FBD}"/>
              </a:ext>
            </a:extLst>
          </p:cNvPr>
          <p:cNvSpPr>
            <a:spLocks noGrp="1"/>
          </p:cNvSpPr>
          <p:nvPr>
            <p:ph idx="1" hasCustomPrompt="1"/>
          </p:nvPr>
        </p:nvSpPr>
        <p:spPr>
          <a:xfrm>
            <a:off x="1150866" y="1566000"/>
            <a:ext cx="10488613" cy="4734000"/>
          </a:xfrm>
          <a:prstGeom prst="rect">
            <a:avLst/>
          </a:prstGeom>
        </p:spPr>
        <p:txBody>
          <a:bodyPr vert="horz" lIns="0" tIns="0" rIns="0" bIns="0" numCol="3" spcCol="180000" rtlCol="0" anchor="t" anchorCtr="0">
            <a:noAutofit/>
          </a:bodyPr>
          <a:lstStyle>
            <a:lvl1pPr marL="324000" indent="-324000">
              <a:lnSpc>
                <a:spcPct val="100000"/>
              </a:lnSpc>
              <a:spcBef>
                <a:spcPts val="2200"/>
              </a:spcBef>
              <a:buFont typeface="+mj-lt"/>
              <a:buAutoNum type="arabicPeriod"/>
              <a:tabLst>
                <a:tab pos="324000" algn="l"/>
              </a:tabLst>
              <a:defRPr sz="1600">
                <a:latin typeface="Sparkasse Medium" panose="020B0603080202020204" pitchFamily="34" charset="0"/>
                <a:ea typeface="Aero Medium" pitchFamily="2" charset="0"/>
              </a:defRPr>
            </a:lvl1pPr>
            <a:lvl2pPr marL="324000" indent="0">
              <a:lnSpc>
                <a:spcPct val="113000"/>
              </a:lnSpc>
              <a:spcBef>
                <a:spcPts val="0"/>
              </a:spcBef>
              <a:buFontTx/>
              <a:buNone/>
              <a:defRPr sz="1600"/>
            </a:lvl2pPr>
            <a:lvl3pPr marL="324000" indent="0">
              <a:lnSpc>
                <a:spcPct val="113000"/>
              </a:lnSpc>
              <a:spcBef>
                <a:spcPts val="0"/>
              </a:spcBef>
              <a:buFontTx/>
              <a:buNone/>
              <a:defRPr sz="1600"/>
            </a:lvl3pPr>
            <a:lvl4pPr marL="324000" indent="0">
              <a:lnSpc>
                <a:spcPct val="113000"/>
              </a:lnSpc>
              <a:spcBef>
                <a:spcPts val="0"/>
              </a:spcBef>
              <a:buFontTx/>
              <a:buNone/>
              <a:defRPr sz="1600"/>
            </a:lvl4pPr>
            <a:lvl5pPr marL="324000" indent="0">
              <a:lnSpc>
                <a:spcPct val="113000"/>
              </a:lnSpc>
              <a:spcBef>
                <a:spcPts val="0"/>
              </a:spcBef>
              <a:buFontTx/>
              <a:buNone/>
              <a:defRPr sz="1600"/>
            </a:lvl5pPr>
          </a:lstStyle>
          <a:p>
            <a:pPr lvl="0"/>
            <a:r>
              <a:rPr lang="de-DE" dirty="0" err="1"/>
              <a:t>Agendapunkt</a:t>
            </a:r>
            <a:r>
              <a:rPr lang="de-DE" dirty="0"/>
              <a:t> Sparkasse Md 16pt</a:t>
            </a:r>
          </a:p>
          <a:p>
            <a:pPr lvl="1"/>
            <a:r>
              <a:rPr lang="de-DE" dirty="0"/>
              <a:t>1.1 Zweite Ebene</a:t>
            </a:r>
          </a:p>
          <a:p>
            <a:pPr lvl="2"/>
            <a:r>
              <a:rPr lang="de-DE" dirty="0"/>
              <a:t>Dritte Ebene</a:t>
            </a:r>
          </a:p>
          <a:p>
            <a:pPr lvl="3"/>
            <a:r>
              <a:rPr lang="de-DE" dirty="0"/>
              <a:t>Vierte Ebene</a:t>
            </a:r>
          </a:p>
          <a:p>
            <a:pPr lvl="4"/>
            <a:r>
              <a:rPr lang="de-DE" dirty="0"/>
              <a:t>Fünfte Ebene</a:t>
            </a:r>
          </a:p>
        </p:txBody>
      </p:sp>
      <p:cxnSp>
        <p:nvCxnSpPr>
          <p:cNvPr id="33" name="Gerader Verbinder 32">
            <a:extLst>
              <a:ext uri="{FF2B5EF4-FFF2-40B4-BE49-F238E27FC236}">
                <a16:creationId xmlns:a16="http://schemas.microsoft.com/office/drawing/2014/main" id="{3D8AD20F-582F-905F-CD69-8556B9254432}"/>
              </a:ext>
            </a:extLst>
          </p:cNvPr>
          <p:cNvCxnSpPr>
            <a:cxnSpLocks/>
          </p:cNvCxnSpPr>
          <p:nvPr userDrawn="1"/>
        </p:nvCxnSpPr>
        <p:spPr>
          <a:xfrm>
            <a:off x="1150868" y="1401763"/>
            <a:ext cx="1049027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1CE48883-AA48-234A-87C5-6A89A76C900D}"/>
              </a:ext>
            </a:extLst>
          </p:cNvPr>
          <p:cNvSpPr>
            <a:spLocks noGrp="1"/>
          </p:cNvSpPr>
          <p:nvPr>
            <p:ph type="ftr" sz="quarter" idx="13"/>
          </p:nvPr>
        </p:nvSpPr>
        <p:spPr/>
        <p:txBody>
          <a:bodyPr/>
          <a:lstStyle/>
          <a:p>
            <a:r>
              <a:rPr lang="de-DE"/>
              <a:t>1. RO-Ansprechpartner RV und VDL | Digital | 02. Juni 2026</a:t>
            </a:r>
          </a:p>
        </p:txBody>
      </p:sp>
    </p:spTree>
    <p:extLst>
      <p:ext uri="{BB962C8B-B14F-4D97-AF65-F5344CB8AC3E}">
        <p14:creationId xmlns:p14="http://schemas.microsoft.com/office/powerpoint/2010/main" val="1374611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Kapiteltrenner-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692400"/>
            <a:ext cx="10488614" cy="3619616"/>
          </a:xfrm>
        </p:spPr>
        <p:txBody>
          <a:bodyPr anchor="t" anchorCtr="0"/>
          <a:lstStyle>
            <a:lvl1pPr algn="ctr">
              <a:defRPr sz="6000">
                <a:solidFill>
                  <a:schemeClr val="bg1"/>
                </a:solidFill>
              </a:defRPr>
            </a:lvl1pPr>
          </a:lstStyle>
          <a:p>
            <a:r>
              <a:rPr lang="de-DE" dirty="0" err="1"/>
              <a:t>Kapiteltrenner</a:t>
            </a:r>
            <a:r>
              <a:rPr lang="de-DE" dirty="0"/>
              <a:t> #1 </a:t>
            </a:r>
            <a:br>
              <a:rPr lang="de-DE" dirty="0"/>
            </a:br>
            <a:r>
              <a:rPr lang="de-DE" dirty="0"/>
              <a:t>Sparkasse Head 60pt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052000"/>
            <a:ext cx="10490400" cy="640400"/>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506877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Kapiteltrenner-Folie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000" y="0"/>
            <a:ext cx="1158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#2 Sparkasse </a:t>
            </a:r>
            <a:r>
              <a:rPr lang="de-DE" dirty="0" err="1"/>
              <a:t>Rg</a:t>
            </a:r>
            <a:r>
              <a:rPr lang="de-DE" dirty="0"/>
              <a:t>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890273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Kapiteltrenner-Folie #3">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tx2"/>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#3 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470044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Kapiteltrenner-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080000" y="2159998"/>
            <a:ext cx="2836800" cy="2573083"/>
          </a:xfrm>
        </p:spPr>
        <p:txBody>
          <a:bodyPr anchor="ctr" anchorCtr="0"/>
          <a:lstStyle>
            <a:lvl1pPr algn="ctr">
              <a:lnSpc>
                <a:spcPct val="80000"/>
              </a:lnSpc>
              <a:defRPr sz="1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4685344" y="2159999"/>
            <a:ext cx="6957056" cy="2402516"/>
          </a:xfrm>
        </p:spPr>
        <p:txBody>
          <a:bodyPr anchor="ctr" anchorCtr="0"/>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#4 </a:t>
            </a:r>
            <a:br>
              <a:rPr lang="de-DE" dirty="0"/>
            </a:br>
            <a:r>
              <a:rPr lang="de-DE" dirty="0"/>
              <a:t>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7319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piteltrenner-Folie #5">
    <p:spTree>
      <p:nvGrpSpPr>
        <p:cNvPr id="1" name=""/>
        <p:cNvGrpSpPr/>
        <p:nvPr/>
      </p:nvGrpSpPr>
      <p:grpSpPr>
        <a:xfrm>
          <a:off x="0" y="0"/>
          <a:ext cx="0" cy="0"/>
          <a:chOff x="0" y="0"/>
          <a:chExt cx="0" cy="0"/>
        </a:xfrm>
      </p:grpSpPr>
      <p:sp>
        <p:nvSpPr>
          <p:cNvPr id="10" name="Bildplatzhalter 4">
            <a:extLst>
              <a:ext uri="{FF2B5EF4-FFF2-40B4-BE49-F238E27FC236}">
                <a16:creationId xmlns:a16="http://schemas.microsoft.com/office/drawing/2014/main" id="{F33785CD-D20E-FB23-4874-64E658A300D3}"/>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3129280"/>
            <a:ext cx="10488614" cy="1339722"/>
          </a:xfrm>
        </p:spPr>
        <p:txBody>
          <a:bodyPr anchor="t" anchorCtr="0"/>
          <a:lstStyle>
            <a:lvl1pPr algn="ctr">
              <a:defRPr sz="4800">
                <a:solidFill>
                  <a:schemeClr val="bg1"/>
                </a:solidFill>
              </a:defRPr>
            </a:lvl1pPr>
          </a:lstStyle>
          <a:p>
            <a:r>
              <a:rPr lang="de-DE" dirty="0" err="1"/>
              <a:t>Kapiteltrenner</a:t>
            </a:r>
            <a:r>
              <a:rPr lang="de-DE" dirty="0"/>
              <a:t> #5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326640"/>
            <a:ext cx="10490400" cy="639237"/>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3960054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apiteltrenner-Folie #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07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388740"/>
            <a:ext cx="6733618" cy="3910459"/>
          </a:xfrm>
        </p:spPr>
        <p:txBody>
          <a:bodyPr anchor="t" anchorCtr="0"/>
          <a:lstStyle>
            <a:lvl1pPr algn="l">
              <a:defRPr sz="4800">
                <a:solidFill>
                  <a:schemeClr val="bg1"/>
                </a:solidFill>
              </a:defRPr>
            </a:lvl1pPr>
          </a:lstStyle>
          <a:p>
            <a:r>
              <a:rPr lang="de-DE" dirty="0" err="1"/>
              <a:t>Kapiteltrenner</a:t>
            </a:r>
            <a:r>
              <a:rPr lang="de-DE" dirty="0"/>
              <a:t> #6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1699621"/>
            <a:ext cx="6734765" cy="360000"/>
          </a:xfrm>
        </p:spPr>
        <p:txBody>
          <a:bodyPr/>
          <a:lstStyle>
            <a:lvl1pPr marL="0" indent="0" algn="l">
              <a:lnSpc>
                <a:spcPct val="100000"/>
              </a:lnSpc>
              <a:spcBef>
                <a:spcPts val="0"/>
              </a:spcBef>
              <a:buNone/>
              <a:defRPr sz="3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Bildplatzhalter 4">
            <a:extLst>
              <a:ext uri="{FF2B5EF4-FFF2-40B4-BE49-F238E27FC236}">
                <a16:creationId xmlns:a16="http://schemas.microsoft.com/office/drawing/2014/main" id="{8C2D2830-9194-FB31-E576-D3CCF216298C}"/>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Tree>
    <p:extLst>
      <p:ext uri="{BB962C8B-B14F-4D97-AF65-F5344CB8AC3E}">
        <p14:creationId xmlns:p14="http://schemas.microsoft.com/office/powerpoint/2010/main" val="699501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tement-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#1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6147F71F-55B1-B29B-00C3-246FD7E20937}"/>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1408333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tement-Folie #2">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defRPr sz="4800">
                <a:solidFill>
                  <a:schemeClr val="tx1"/>
                </a:solidFill>
              </a:defRPr>
            </a:lvl1pPr>
          </a:lstStyle>
          <a:p>
            <a:r>
              <a:rPr lang="de-DE" dirty="0"/>
              <a:t>»Statement #2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Untertitel 2">
            <a:extLst>
              <a:ext uri="{FF2B5EF4-FFF2-40B4-BE49-F238E27FC236}">
                <a16:creationId xmlns:a16="http://schemas.microsoft.com/office/drawing/2014/main" id="{86EDD31A-D279-36DE-532B-AD75F4472DDD}"/>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23667739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tement-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Titel 1">
            <a:extLst>
              <a:ext uri="{FF2B5EF4-FFF2-40B4-BE49-F238E27FC236}">
                <a16:creationId xmlns:a16="http://schemas.microsoft.com/office/drawing/2014/main" id="{A662E445-3F9C-1689-9EF8-97665E237461}"/>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#3 </a:t>
            </a:r>
            <a:br>
              <a:rPr lang="de-DE" dirty="0"/>
            </a:br>
            <a:r>
              <a:rPr lang="de-DE" dirty="0"/>
              <a:t>Sparkasse Head 48pt zentriert </a:t>
            </a:r>
            <a:br>
              <a:rPr lang="de-DE" dirty="0"/>
            </a:br>
            <a:r>
              <a:rPr lang="de-DE" dirty="0"/>
              <a:t>ein- bis vierzeilig«</a:t>
            </a:r>
          </a:p>
        </p:txBody>
      </p:sp>
      <p:sp>
        <p:nvSpPr>
          <p:cNvPr id="7" name="Textplatzhalter 2">
            <a:extLst>
              <a:ext uri="{FF2B5EF4-FFF2-40B4-BE49-F238E27FC236}">
                <a16:creationId xmlns:a16="http://schemas.microsoft.com/office/drawing/2014/main" id="{DADA7B2C-BB1E-E5CF-F561-56B80F14261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4094416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4" y="0"/>
            <a:ext cx="115804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#4 70pt </a:t>
            </a:r>
            <a:br>
              <a:rPr lang="de-DE" dirty="0"/>
            </a:br>
            <a:r>
              <a:rPr lang="de-DE" dirty="0"/>
              <a:t>ein- bis zweizeilig«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7F4BE844-4F8F-9FF2-E0D2-49CF96E7D397}"/>
              </a:ext>
            </a:extLst>
          </p:cNvPr>
          <p:cNvSpPr>
            <a:spLocks noGrp="1"/>
          </p:cNvSpPr>
          <p:nvPr>
            <p:ph type="subTitle" idx="13" hasCustomPrompt="1"/>
          </p:nvPr>
        </p:nvSpPr>
        <p:spPr>
          <a:xfrm>
            <a:off x="1152000" y="4860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3792682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Folie #5">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7EF46AA4-776F-67D3-9248-1E350A7CEBC2}"/>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tx1"/>
                </a:solidFill>
              </a:defRPr>
            </a:lvl1pPr>
          </a:lstStyle>
          <a:p>
            <a:r>
              <a:rPr lang="de-DE" dirty="0"/>
              <a:t>»Statement #5 70pt </a:t>
            </a:r>
            <a:br>
              <a:rPr lang="de-DE" dirty="0"/>
            </a:br>
            <a:r>
              <a:rPr lang="de-DE" dirty="0"/>
              <a:t>ein- bis zweizeilig«</a:t>
            </a:r>
          </a:p>
        </p:txBody>
      </p:sp>
      <p:sp>
        <p:nvSpPr>
          <p:cNvPr id="3" name="Textplatzhalter 2">
            <a:extLst>
              <a:ext uri="{FF2B5EF4-FFF2-40B4-BE49-F238E27FC236}">
                <a16:creationId xmlns:a16="http://schemas.microsoft.com/office/drawing/2014/main" id="{4F51F540-12FB-2C90-93EE-729F79EF2EA8}"/>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4" name="Untertitel 2">
            <a:extLst>
              <a:ext uri="{FF2B5EF4-FFF2-40B4-BE49-F238E27FC236}">
                <a16:creationId xmlns:a16="http://schemas.microsoft.com/office/drawing/2014/main" id="{342D12E8-8E0A-5EB8-B4D3-7F64A54EBEC8}"/>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7343019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Folie #6">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CB7D770E-8DC5-6983-D02A-F082507E200D}"/>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#6 70pt </a:t>
            </a:r>
            <a:br>
              <a:rPr lang="de-DE" dirty="0"/>
            </a:br>
            <a:r>
              <a:rPr lang="de-DE" dirty="0"/>
              <a:t>ein- bis zweizeilig«</a:t>
            </a:r>
          </a:p>
        </p:txBody>
      </p:sp>
      <p:sp>
        <p:nvSpPr>
          <p:cNvPr id="3" name="Textplatzhalter 2">
            <a:extLst>
              <a:ext uri="{FF2B5EF4-FFF2-40B4-BE49-F238E27FC236}">
                <a16:creationId xmlns:a16="http://schemas.microsoft.com/office/drawing/2014/main" id="{50A7BA38-3926-531B-83E5-3A0D394F17F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3105365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567298"/>
            <a:ext cx="10490399" cy="4731902"/>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525"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extplatzhalter 2">
            <a:extLst>
              <a:ext uri="{FF2B5EF4-FFF2-40B4-BE49-F238E27FC236}">
                <a16:creationId xmlns:a16="http://schemas.microsoft.com/office/drawing/2014/main" id="{AF94ACF5-E151-671E-5405-AF5ED2F70F7F}"/>
              </a:ext>
            </a:extLst>
          </p:cNvPr>
          <p:cNvSpPr>
            <a:spLocks noGrp="1"/>
          </p:cNvSpPr>
          <p:nvPr>
            <p:ph type="body" idx="15" hasCustomPrompt="1"/>
          </p:nvPr>
        </p:nvSpPr>
        <p:spPr>
          <a:xfrm>
            <a:off x="1152000" y="6181612"/>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E1B9ADAC-4953-A414-5F44-15432B379475}"/>
              </a:ext>
            </a:extLst>
          </p:cNvPr>
          <p:cNvSpPr>
            <a:spLocks noGrp="1"/>
          </p:cNvSpPr>
          <p:nvPr>
            <p:ph type="ftr" sz="quarter" idx="16"/>
          </p:nvPr>
        </p:nvSpPr>
        <p:spPr/>
        <p:txBody>
          <a:bodyPr/>
          <a:lstStyle/>
          <a:p>
            <a:r>
              <a:rPr lang="de-DE"/>
              <a:t>1. RO-Ansprechpartner RV und VDL | Digital | 02. Juni 2026</a:t>
            </a:r>
          </a:p>
        </p:txBody>
      </p:sp>
    </p:spTree>
    <p:extLst>
      <p:ext uri="{BB962C8B-B14F-4D97-AF65-F5344CB8AC3E}">
        <p14:creationId xmlns:p14="http://schemas.microsoft.com/office/powerpoint/2010/main" val="36488139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5155198"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487204" y="1565999"/>
            <a:ext cx="5155198"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FDFC7014-5E7D-BE9E-F249-054FBAED7792}"/>
              </a:ext>
            </a:extLst>
          </p:cNvPr>
          <p:cNvSpPr>
            <a:spLocks noGrp="1"/>
          </p:cNvSpPr>
          <p:nvPr>
            <p:ph type="body" idx="16"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p:txBody>
          <a:bodyPr/>
          <a:lstStyle/>
          <a:p>
            <a:r>
              <a:rPr lang="de-DE"/>
              <a:t>1. RO-Ansprechpartner RV und VDL | Digital | 02. Juni 2026</a:t>
            </a:r>
          </a:p>
        </p:txBody>
      </p:sp>
    </p:spTree>
    <p:extLst>
      <p:ext uri="{BB962C8B-B14F-4D97-AF65-F5344CB8AC3E}">
        <p14:creationId xmlns:p14="http://schemas.microsoft.com/office/powerpoint/2010/main" val="489291536"/>
      </p:ext>
    </p:extLst>
  </p:cSld>
  <p:clrMapOvr>
    <a:masterClrMapping/>
  </p:clrMapOvr>
  <p:extLst>
    <p:ext uri="{DCECCB84-F9BA-43D5-87BE-67443E8EF086}">
      <p15:sldGuideLst xmlns:p15="http://schemas.microsoft.com/office/powerpoint/2012/main">
        <p15:guide id="1" pos="3973" userDrawn="1">
          <p15:clr>
            <a:srgbClr val="FBAE40"/>
          </p15:clr>
        </p15:guide>
        <p15:guide id="2" pos="408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#3</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337713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377138"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4706606" y="1565999"/>
            <a:ext cx="337713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334D0129-0806-256C-6F30-6B5E99E79E7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p>
            <a:r>
              <a:rPr lang="de-DE"/>
              <a:t>1. RO-Ansprechpartner RV und VDL | Digital | 02. Juni 2026</a:t>
            </a:r>
          </a:p>
        </p:txBody>
      </p:sp>
    </p:spTree>
    <p:extLst>
      <p:ext uri="{BB962C8B-B14F-4D97-AF65-F5344CB8AC3E}">
        <p14:creationId xmlns:p14="http://schemas.microsoft.com/office/powerpoint/2010/main" val="1474049966"/>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#4</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2" y="1565999"/>
            <a:ext cx="2486466"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4172650" y="1565999"/>
            <a:ext cx="7469751"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2">
            <a:extLst>
              <a:ext uri="{FF2B5EF4-FFF2-40B4-BE49-F238E27FC236}">
                <a16:creationId xmlns:a16="http://schemas.microsoft.com/office/drawing/2014/main" id="{89C4115B-C0CB-09D1-A1FA-1947589EDEE4}"/>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3BB826EB-6448-19DD-B2C8-2271AB5A6342}"/>
              </a:ext>
            </a:extLst>
          </p:cNvPr>
          <p:cNvSpPr>
            <a:spLocks noGrp="1"/>
          </p:cNvSpPr>
          <p:nvPr>
            <p:ph type="ftr" sz="quarter" idx="18"/>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1182916904"/>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Folie #5">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9BA2681-781F-5257-1717-6FB8C8A710D7}"/>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tx1"/>
                </a:solidFill>
              </a:defRPr>
            </a:lvl1pPr>
          </a:lstStyle>
          <a:p>
            <a:r>
              <a:rPr lang="de-DE"/>
              <a:t>1. RO-Ansprechpartner RV und VDL | Digital | 02. Juni 2026</a:t>
            </a:r>
            <a:endParaRPr lang="de-DE" dirty="0"/>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6" y="486000"/>
            <a:ext cx="2903618" cy="913979"/>
          </a:xfrm>
        </p:spPr>
        <p:txBody>
          <a:bodyPr/>
          <a:lstStyle>
            <a:lvl1pPr>
              <a:defRPr>
                <a:solidFill>
                  <a:schemeClr val="bg1"/>
                </a:solidFill>
              </a:defRPr>
            </a:lvl1pPr>
          </a:lstStyle>
          <a:p>
            <a:r>
              <a:rPr lang="de-DE" dirty="0"/>
              <a:t>Headline ein- bis max. zweizeilig #5</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79BBDAF3-00BF-92A5-5327-3DAD4438D671}"/>
              </a:ext>
            </a:extLst>
          </p:cNvPr>
          <p:cNvSpPr>
            <a:spLocks noGrp="1"/>
          </p:cNvSpPr>
          <p:nvPr>
            <p:ph idx="19" hasCustomPrompt="1"/>
          </p:nvPr>
        </p:nvSpPr>
        <p:spPr>
          <a:xfrm>
            <a:off x="1163874" y="1565999"/>
            <a:ext cx="290362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2">
            <a:extLst>
              <a:ext uri="{FF2B5EF4-FFF2-40B4-BE49-F238E27FC236}">
                <a16:creationId xmlns:a16="http://schemas.microsoft.com/office/drawing/2014/main" id="{0BC48F0D-C190-3DFD-9B5F-FD791FAAFC07}"/>
              </a:ext>
            </a:extLst>
          </p:cNvPr>
          <p:cNvSpPr>
            <a:spLocks noGrp="1"/>
          </p:cNvSpPr>
          <p:nvPr>
            <p:ph idx="15" hasCustomPrompt="1"/>
          </p:nvPr>
        </p:nvSpPr>
        <p:spPr>
          <a:xfrm>
            <a:off x="5025224" y="1565999"/>
            <a:ext cx="661717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Untertitel 2">
            <a:extLst>
              <a:ext uri="{FF2B5EF4-FFF2-40B4-BE49-F238E27FC236}">
                <a16:creationId xmlns:a16="http://schemas.microsoft.com/office/drawing/2014/main" id="{BE40D2CD-E823-35DE-F24B-6E3F18272D57}"/>
              </a:ext>
            </a:extLst>
          </p:cNvPr>
          <p:cNvSpPr>
            <a:spLocks noGrp="1"/>
          </p:cNvSpPr>
          <p:nvPr>
            <p:ph type="subTitle" idx="1" hasCustomPrompt="1"/>
          </p:nvPr>
        </p:nvSpPr>
        <p:spPr>
          <a:xfrm>
            <a:off x="5022954" y="486000"/>
            <a:ext cx="661717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3785303623"/>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Folie #6">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57863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825669" y="1565999"/>
            <a:ext cx="4618733"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6" y="486000"/>
            <a:ext cx="4821736" cy="913979"/>
          </a:xfrm>
        </p:spPr>
        <p:txBody>
          <a:bodyPr/>
          <a:lstStyle>
            <a:lvl1pPr>
              <a:defRPr>
                <a:solidFill>
                  <a:schemeClr val="bg1"/>
                </a:solidFill>
              </a:defRPr>
            </a:lvl1pPr>
          </a:lstStyle>
          <a:p>
            <a:r>
              <a:rPr lang="de-DE" dirty="0"/>
              <a:t>Pro Sparkasse Head 28pt </a:t>
            </a:r>
            <a:br>
              <a:rPr lang="de-DE" dirty="0"/>
            </a:br>
            <a:r>
              <a:rPr lang="de-DE" dirty="0"/>
              <a:t>ein- bis max. zweizeilig #6</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1" name="Inhaltsplatzhalter 2">
            <a:extLst>
              <a:ext uri="{FF2B5EF4-FFF2-40B4-BE49-F238E27FC236}">
                <a16:creationId xmlns:a16="http://schemas.microsoft.com/office/drawing/2014/main" id="{494C1307-15E1-9CE2-05C0-CB5BC31E71F2}"/>
              </a:ext>
            </a:extLst>
          </p:cNvPr>
          <p:cNvSpPr>
            <a:spLocks noGrp="1"/>
          </p:cNvSpPr>
          <p:nvPr>
            <p:ph idx="18"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4" name="Untertitel 2">
            <a:extLst>
              <a:ext uri="{FF2B5EF4-FFF2-40B4-BE49-F238E27FC236}">
                <a16:creationId xmlns:a16="http://schemas.microsoft.com/office/drawing/2014/main" id="{C1D3B3DC-27BA-BFDD-C894-90643AF38824}"/>
              </a:ext>
            </a:extLst>
          </p:cNvPr>
          <p:cNvSpPr>
            <a:spLocks noGrp="1"/>
          </p:cNvSpPr>
          <p:nvPr>
            <p:ph type="subTitle" idx="1" hasCustomPrompt="1"/>
          </p:nvPr>
        </p:nvSpPr>
        <p:spPr>
          <a:xfrm>
            <a:off x="6825668" y="486000"/>
            <a:ext cx="4814463"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Contra Sparkasse Head 28pt ein- bis max. zweizeilig</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ußzeilenplatzhalter 6">
            <a:extLst>
              <a:ext uri="{FF2B5EF4-FFF2-40B4-BE49-F238E27FC236}">
                <a16:creationId xmlns:a16="http://schemas.microsoft.com/office/drawing/2014/main" id="{6A5068BE-DCF4-49FF-0FB1-1510B08C8E21}"/>
              </a:ext>
            </a:extLst>
          </p:cNvPr>
          <p:cNvSpPr>
            <a:spLocks noGrp="1"/>
          </p:cNvSpPr>
          <p:nvPr>
            <p:ph type="ftr" sz="quarter" idx="19"/>
          </p:nvPr>
        </p:nvSpPr>
        <p:spPr>
          <a:xfrm>
            <a:off x="4528800" y="6408000"/>
            <a:ext cx="7113600" cy="180000"/>
          </a:xfrm>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558209452"/>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Folie #7">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76532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a:xfrm>
            <a:off x="6486524" y="6408000"/>
            <a:ext cx="5155875" cy="180000"/>
          </a:xfrm>
        </p:spPr>
        <p:txBody>
          <a:bodyPr/>
          <a:lstStyle/>
          <a:p>
            <a:r>
              <a:rPr lang="de-DE"/>
              <a:t>1. RO-Ansprechpartner RV und VDL | Digital | 02. Juni 2026</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5" y="486000"/>
            <a:ext cx="6570703" cy="913979"/>
          </a:xfrm>
        </p:spPr>
        <p:txBody>
          <a:bodyPr/>
          <a:lstStyle>
            <a:lvl1pPr>
              <a:defRPr>
                <a:solidFill>
                  <a:schemeClr val="bg1"/>
                </a:solidFill>
              </a:defRPr>
            </a:lvl1pPr>
          </a:lstStyle>
          <a:p>
            <a:r>
              <a:rPr lang="de-DE" dirty="0"/>
              <a:t>Headline Sparkasse Head 28pt ein- bis max. zweizeilig #7</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5" y="266400"/>
            <a:ext cx="6570703"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Inhaltsplatzhalter 2">
            <a:extLst>
              <a:ext uri="{FF2B5EF4-FFF2-40B4-BE49-F238E27FC236}">
                <a16:creationId xmlns:a16="http://schemas.microsoft.com/office/drawing/2014/main" id="{F0523207-EAF6-17C4-33FA-CD9F05972EAF}"/>
              </a:ext>
            </a:extLst>
          </p:cNvPr>
          <p:cNvSpPr>
            <a:spLocks noGrp="1"/>
          </p:cNvSpPr>
          <p:nvPr>
            <p:ph idx="18" hasCustomPrompt="1"/>
          </p:nvPr>
        </p:nvSpPr>
        <p:spPr>
          <a:xfrm>
            <a:off x="1163874" y="1565999"/>
            <a:ext cx="657069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BCF12E4F-B39F-1744-CA17-F2F6CAFCB5D3}"/>
              </a:ext>
            </a:extLst>
          </p:cNvPr>
          <p:cNvSpPr>
            <a:spLocks noGrp="1"/>
          </p:cNvSpPr>
          <p:nvPr>
            <p:ph type="body" idx="19"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9" name="Inhaltsplatzhalter 2">
            <a:extLst>
              <a:ext uri="{FF2B5EF4-FFF2-40B4-BE49-F238E27FC236}">
                <a16:creationId xmlns:a16="http://schemas.microsoft.com/office/drawing/2014/main" id="{C62C37C3-0CF2-FC4F-DEB9-6F51E5D2810B}"/>
              </a:ext>
            </a:extLst>
          </p:cNvPr>
          <p:cNvSpPr>
            <a:spLocks noGrp="1"/>
          </p:cNvSpPr>
          <p:nvPr>
            <p:ph idx="16" hasCustomPrompt="1"/>
          </p:nvPr>
        </p:nvSpPr>
        <p:spPr>
          <a:xfrm>
            <a:off x="8595663"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E0C4CF1C-F6DA-AB47-B706-32E5DBAC00FC}"/>
              </a:ext>
            </a:extLst>
          </p:cNvPr>
          <p:cNvSpPr>
            <a:spLocks noGrp="1"/>
          </p:cNvSpPr>
          <p:nvPr>
            <p:ph type="body" idx="20"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Untertitel 2">
            <a:extLst>
              <a:ext uri="{FF2B5EF4-FFF2-40B4-BE49-F238E27FC236}">
                <a16:creationId xmlns:a16="http://schemas.microsoft.com/office/drawing/2014/main" id="{1DD2113F-15F5-BEFB-6FD6-4045847FF3A1}"/>
              </a:ext>
            </a:extLst>
          </p:cNvPr>
          <p:cNvSpPr>
            <a:spLocks noGrp="1"/>
          </p:cNvSpPr>
          <p:nvPr>
            <p:ph type="subTitle" idx="1" hasCustomPrompt="1"/>
          </p:nvPr>
        </p:nvSpPr>
        <p:spPr>
          <a:xfrm>
            <a:off x="8593394" y="486000"/>
            <a:ext cx="304673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Head 28pt</a:t>
            </a:r>
          </a:p>
        </p:txBody>
      </p:sp>
    </p:spTree>
    <p:extLst>
      <p:ext uri="{BB962C8B-B14F-4D97-AF65-F5344CB8AC3E}">
        <p14:creationId xmlns:p14="http://schemas.microsoft.com/office/powerpoint/2010/main" val="189570236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Folie #8">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726EB777-3FD1-DB6D-DA35-C1560064AC7B}"/>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bg1"/>
                </a:solidFill>
              </a:defRPr>
            </a:lvl1pPr>
          </a:lstStyle>
          <a:p>
            <a:r>
              <a:rPr lang="de-DE"/>
              <a:t>1. RO-Ansprechpartner RV und VDL | Digital | 02. Juni 2026</a:t>
            </a:r>
            <a:endParaRPr lang="de-DE" dirty="0"/>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5" y="486000"/>
            <a:ext cx="10490395" cy="913979"/>
          </a:xfrm>
        </p:spPr>
        <p:txBody>
          <a:bodyPr/>
          <a:lstStyle>
            <a:lvl1pPr>
              <a:defRPr>
                <a:solidFill>
                  <a:schemeClr val="bg1"/>
                </a:solidFill>
              </a:defRPr>
            </a:lvl1pPr>
          </a:lstStyle>
          <a:p>
            <a:r>
              <a:rPr lang="de-DE" dirty="0"/>
              <a:t>Headline ein- bis max. zweizeilig #8</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0" name="Inhaltsplatzhalter 2">
            <a:extLst>
              <a:ext uri="{FF2B5EF4-FFF2-40B4-BE49-F238E27FC236}">
                <a16:creationId xmlns:a16="http://schemas.microsoft.com/office/drawing/2014/main" id="{D82E6976-3C82-B3CC-BF59-C9BA9FA22935}"/>
              </a:ext>
            </a:extLst>
          </p:cNvPr>
          <p:cNvSpPr>
            <a:spLocks noGrp="1"/>
          </p:cNvSpPr>
          <p:nvPr>
            <p:ph idx="19" hasCustomPrompt="1"/>
          </p:nvPr>
        </p:nvSpPr>
        <p:spPr>
          <a:xfrm>
            <a:off x="1163873" y="1565999"/>
            <a:ext cx="1049039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7FB2F0E7-5CDA-6115-A50E-3845A8C39626}"/>
              </a:ext>
            </a:extLst>
          </p:cNvPr>
          <p:cNvSpPr>
            <a:spLocks noGrp="1"/>
          </p:cNvSpPr>
          <p:nvPr>
            <p:ph type="body" idx="16" hasCustomPrompt="1"/>
          </p:nvPr>
        </p:nvSpPr>
        <p:spPr>
          <a:xfrm>
            <a:off x="1151998" y="6181200"/>
            <a:ext cx="10490395"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616756"/>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Bild-Folie #1">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3909939"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10,86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5040000" y="486000"/>
            <a:ext cx="6602399" cy="913979"/>
          </a:xfrm>
        </p:spPr>
        <p:txBody>
          <a:bodyPr/>
          <a:lstStyle>
            <a:lvl1pPr>
              <a:defRPr/>
            </a:lvl1pPr>
          </a:lstStyle>
          <a:p>
            <a:r>
              <a:rPr lang="de-DE" dirty="0"/>
              <a:t>Headline Sparkasse Head 28pt Bild 1/3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5040000" y="266400"/>
            <a:ext cx="6602400" cy="180000"/>
          </a:xfrm>
        </p:spPr>
        <p:txBody>
          <a:bodyPr/>
          <a:lstStyle>
            <a:lvl1pPr marL="0" indent="0" algn="l">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045600"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5040001"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435F1FB0-6482-1DB6-9691-6EB5DADB0EF4}"/>
              </a:ext>
            </a:extLst>
          </p:cNvPr>
          <p:cNvSpPr>
            <a:spLocks noGrp="1"/>
          </p:cNvSpPr>
          <p:nvPr>
            <p:ph type="body" idx="18" hasCustomPrompt="1"/>
          </p:nvPr>
        </p:nvSpPr>
        <p:spPr>
          <a:xfrm>
            <a:off x="5040000" y="6181200"/>
            <a:ext cx="6602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ACB6F49B-8810-CC9F-312B-76D26F0C6D26}"/>
              </a:ext>
            </a:extLst>
          </p:cNvPr>
          <p:cNvSpPr>
            <a:spLocks noGrp="1"/>
          </p:cNvSpPr>
          <p:nvPr>
            <p:ph type="ftr" sz="quarter" idx="19"/>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407548714"/>
      </p:ext>
    </p:extLst>
  </p:cSld>
  <p:clrMapOvr>
    <a:masterClrMapping/>
  </p:clrMapOvr>
  <p:extLst>
    <p:ext uri="{DCECCB84-F9BA-43D5-87BE-67443E8EF086}">
      <p15:sldGuideLst xmlns:p15="http://schemas.microsoft.com/office/powerpoint/2012/main">
        <p15:guide id="1" pos="5093" userDrawn="1">
          <p15:clr>
            <a:srgbClr val="FBAE40"/>
          </p15:clr>
        </p15:guide>
        <p15:guide id="2" pos="3175" userDrawn="1">
          <p15:clr>
            <a:srgbClr val="FBAE40"/>
          </p15:clr>
        </p15:guide>
        <p15:guide id="3" pos="712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Bild-Folie #2">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6818401" y="486000"/>
            <a:ext cx="4821736" cy="913979"/>
          </a:xfrm>
        </p:spPr>
        <p:txBody>
          <a:bodyPr/>
          <a:lstStyle>
            <a:lvl1pPr>
              <a:defRPr/>
            </a:lvl1pPr>
          </a:lstStyle>
          <a:p>
            <a:r>
              <a:rPr lang="de-DE" dirty="0"/>
              <a:t>Headline Sparkasse Head 28pt Bild 1/2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6818401" y="266400"/>
            <a:ext cx="4821736"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6818399" y="1565999"/>
            <a:ext cx="4821735"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6818400" y="6181200"/>
            <a:ext cx="482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6818398" y="6408000"/>
            <a:ext cx="4824001" cy="180000"/>
          </a:xfrm>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430002082"/>
      </p:ext>
    </p:extLst>
  </p:cSld>
  <p:clrMapOvr>
    <a:masterClrMapping/>
  </p:clrMapOvr>
  <p:extLst>
    <p:ext uri="{DCECCB84-F9BA-43D5-87BE-67443E8EF086}">
      <p15:sldGuideLst xmlns:p15="http://schemas.microsoft.com/office/powerpoint/2012/main">
        <p15:guide id="1" pos="6213" userDrawn="1">
          <p15:clr>
            <a:srgbClr val="FBAE40"/>
          </p15:clr>
        </p15:guide>
        <p15:guide id="2" pos="429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Bild-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7466397"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20,74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8596800" y="486000"/>
            <a:ext cx="3044338" cy="913979"/>
          </a:xfrm>
        </p:spPr>
        <p:txBody>
          <a:bodyPr/>
          <a:lstStyle>
            <a:lvl1pPr>
              <a:defRPr/>
            </a:lvl1pPr>
          </a:lstStyle>
          <a:p>
            <a:r>
              <a:rPr lang="de-DE" dirty="0"/>
              <a:t>Headline Head 28pt Bild 2/3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8595663"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3C2088F0-2C54-A429-9FE8-EA49ED5AE317}"/>
              </a:ext>
            </a:extLst>
          </p:cNvPr>
          <p:cNvSpPr>
            <a:spLocks noGrp="1"/>
          </p:cNvSpPr>
          <p:nvPr>
            <p:ph type="body" idx="18"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40CCEEBE-C86E-C932-CA39-98C71756DE6F}"/>
              </a:ext>
            </a:extLst>
          </p:cNvPr>
          <p:cNvSpPr>
            <a:spLocks noGrp="1"/>
          </p:cNvSpPr>
          <p:nvPr>
            <p:ph type="ftr" sz="quarter" idx="19"/>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588121864"/>
      </p:ext>
    </p:extLst>
  </p:cSld>
  <p:clrMapOvr>
    <a:masterClrMapping/>
  </p:clrMapOvr>
  <p:extLst>
    <p:ext uri="{DCECCB84-F9BA-43D5-87BE-67443E8EF086}">
      <p15:sldGuideLst xmlns:p15="http://schemas.microsoft.com/office/powerpoint/2012/main">
        <p15:guide id="2" pos="541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Bild-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Head 28pt Bild 3/3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10490400"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29,14 x 13 cm.</a:t>
            </a:r>
          </a:p>
        </p:txBody>
      </p:sp>
      <p:sp>
        <p:nvSpPr>
          <p:cNvPr id="3" name="Fußzeilenplatzhalter 2">
            <a:extLst>
              <a:ext uri="{FF2B5EF4-FFF2-40B4-BE49-F238E27FC236}">
                <a16:creationId xmlns:a16="http://schemas.microsoft.com/office/drawing/2014/main" id="{969C1E98-4FFE-FA3E-5B86-D26EFB960F2E}"/>
              </a:ext>
            </a:extLst>
          </p:cNvPr>
          <p:cNvSpPr>
            <a:spLocks noGrp="1"/>
          </p:cNvSpPr>
          <p:nvPr>
            <p:ph type="ftr" sz="quarter" idx="19"/>
          </p:nvPr>
        </p:nvSpPr>
        <p:spPr/>
        <p:txBody>
          <a:bodyPr/>
          <a:lstStyle/>
          <a:p>
            <a:r>
              <a:rPr lang="de-DE"/>
              <a:t>1. RO-Ansprechpartner RV und VDL | Digital | 02. Juni 2026</a:t>
            </a:r>
          </a:p>
        </p:txBody>
      </p:sp>
    </p:spTree>
    <p:extLst>
      <p:ext uri="{BB962C8B-B14F-4D97-AF65-F5344CB8AC3E}">
        <p14:creationId xmlns:p14="http://schemas.microsoft.com/office/powerpoint/2010/main" val="34394650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Bild-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#5</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727824" y="1565999"/>
            <a:ext cx="491457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6727146" y="6181200"/>
            <a:ext cx="4914578"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542413264"/>
      </p:ext>
    </p:extLst>
  </p:cSld>
  <p:clrMapOvr>
    <a:masterClrMapping/>
  </p:clrMapOvr>
  <p:extLst>
    <p:ext uri="{DCECCB84-F9BA-43D5-87BE-67443E8EF086}">
      <p15:sldGuideLst xmlns:p15="http://schemas.microsoft.com/office/powerpoint/2012/main">
        <p15:guide id="1" pos="3974" userDrawn="1">
          <p15:clr>
            <a:srgbClr val="FBAE40"/>
          </p15:clr>
        </p15:guide>
        <p15:guide id="2" pos="408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Bild-Folie #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#6</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6484809"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1153525" y="6181200"/>
            <a:ext cx="51552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2749004958"/>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Bild-Folie #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9" y="486000"/>
            <a:ext cx="4914000" cy="995415"/>
          </a:xfrm>
        </p:spPr>
        <p:txBody>
          <a:bodyPr/>
          <a:lstStyle>
            <a:lvl1pPr>
              <a:defRPr/>
            </a:lvl1pPr>
          </a:lstStyle>
          <a:p>
            <a:r>
              <a:rPr lang="de-DE" dirty="0"/>
              <a:t>Headline Sparkasse Head 28pt ein- bis max. zweizeilig #7</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49140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4000"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7" name="Textplatzhalter 2">
            <a:extLst>
              <a:ext uri="{FF2B5EF4-FFF2-40B4-BE49-F238E27FC236}">
                <a16:creationId xmlns:a16="http://schemas.microsoft.com/office/drawing/2014/main" id="{7E3B6766-42F4-9F3A-A650-84CCE13C1EC3}"/>
              </a:ext>
            </a:extLst>
          </p:cNvPr>
          <p:cNvSpPr>
            <a:spLocks noGrp="1"/>
          </p:cNvSpPr>
          <p:nvPr>
            <p:ph type="body" idx="21" hasCustomPrompt="1"/>
          </p:nvPr>
        </p:nvSpPr>
        <p:spPr>
          <a:xfrm>
            <a:off x="1152000" y="6181200"/>
            <a:ext cx="491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36" name="Bildplatzhalter 4">
            <a:extLst>
              <a:ext uri="{FF2B5EF4-FFF2-40B4-BE49-F238E27FC236}">
                <a16:creationId xmlns:a16="http://schemas.microsoft.com/office/drawing/2014/main" id="{AA1E9442-964E-2BB8-FC0D-FBE22288FAC1}"/>
              </a:ext>
            </a:extLst>
          </p:cNvPr>
          <p:cNvSpPr>
            <a:spLocks noGrp="1"/>
          </p:cNvSpPr>
          <p:nvPr>
            <p:ph type="pic" sz="quarter" idx="17" hasCustomPrompt="1"/>
          </p:nvPr>
        </p:nvSpPr>
        <p:spPr>
          <a:xfrm>
            <a:off x="6484809" y="300038"/>
            <a:ext cx="5154673" cy="5994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16,65 cm.</a:t>
            </a:r>
          </a:p>
        </p:txBody>
      </p:sp>
    </p:spTree>
    <p:extLst>
      <p:ext uri="{BB962C8B-B14F-4D97-AF65-F5344CB8AC3E}">
        <p14:creationId xmlns:p14="http://schemas.microsoft.com/office/powerpoint/2010/main" val="1684912876"/>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Bild-Folie #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#8</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000"/>
            <a:ext cx="5154673" cy="288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8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7204" y="4762712"/>
            <a:ext cx="5155198" cy="1536487"/>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4809" y="1620000"/>
            <a:ext cx="5154673" cy="2880000"/>
          </a:xfrm>
          <a:solidFill>
            <a:schemeClr val="bg1">
              <a:lumMod val="95000"/>
            </a:schemeClr>
          </a:solidFill>
        </p:spPr>
        <p:txBody>
          <a:bodyPr lIns="72000" tIns="72000"/>
          <a:lstStyle>
            <a:lvl1pPr>
              <a:spcBef>
                <a:spcPts val="0"/>
              </a:spcBef>
              <a:defRPr sz="1000"/>
            </a:lvl1pPr>
          </a:lstStyle>
          <a:p>
            <a:r>
              <a:rPr lang="de-DE" dirty="0"/>
              <a:t>Bild einfügen (14,32 x 8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4762712"/>
            <a:ext cx="5155198" cy="1536487"/>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4D2E656C-B4A0-7271-8A65-0120FE9AAF6B}"/>
              </a:ext>
            </a:extLst>
          </p:cNvPr>
          <p:cNvSpPr>
            <a:spLocks noGrp="1"/>
          </p:cNvSpPr>
          <p:nvPr>
            <p:ph type="body" idx="20"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E49D17-41A1-5573-C008-DB1B87AFBC72}"/>
              </a:ext>
            </a:extLst>
          </p:cNvPr>
          <p:cNvSpPr>
            <a:spLocks noGrp="1"/>
          </p:cNvSpPr>
          <p:nvPr>
            <p:ph type="ftr" sz="quarter" idx="21"/>
          </p:nvPr>
        </p:nvSpPr>
        <p:spPr/>
        <p:txBody>
          <a:bodyPr/>
          <a:lstStyle/>
          <a:p>
            <a:r>
              <a:rPr lang="de-DE"/>
              <a:t>1. RO-Ansprechpartner RV und VDL | Digital | 02. Juni 2026</a:t>
            </a:r>
          </a:p>
        </p:txBody>
      </p:sp>
    </p:spTree>
    <p:extLst>
      <p:ext uri="{BB962C8B-B14F-4D97-AF65-F5344CB8AC3E}">
        <p14:creationId xmlns:p14="http://schemas.microsoft.com/office/powerpoint/2010/main" val="2542214445"/>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Bild-Folie #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#9</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3374490"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9,37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8264526" y="3773550"/>
            <a:ext cx="3377875"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8264527" y="1620838"/>
            <a:ext cx="3374955"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337713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4715335" y="1620838"/>
            <a:ext cx="3374490"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4715335" y="3773550"/>
            <a:ext cx="337713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AD9231C4-E0A8-0BC2-92D2-3BF848893565}"/>
              </a:ext>
            </a:extLst>
          </p:cNvPr>
          <p:cNvSpPr>
            <a:spLocks noGrp="1"/>
          </p:cNvSpPr>
          <p:nvPr>
            <p:ph type="body" idx="22"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2D1CEE-9F83-665E-E734-C6E196FD4284}"/>
              </a:ext>
            </a:extLst>
          </p:cNvPr>
          <p:cNvSpPr>
            <a:spLocks noGrp="1"/>
          </p:cNvSpPr>
          <p:nvPr>
            <p:ph type="ftr" sz="quarter" idx="23"/>
          </p:nvPr>
        </p:nvSpPr>
        <p:spPr/>
        <p:txBody>
          <a:bodyPr/>
          <a:lstStyle/>
          <a:p>
            <a:r>
              <a:rPr lang="de-DE"/>
              <a:t>1. RO-Ansprechpartner RV und VDL | Digital | 02. Juni 2026</a:t>
            </a:r>
          </a:p>
        </p:txBody>
      </p:sp>
    </p:spTree>
    <p:extLst>
      <p:ext uri="{BB962C8B-B14F-4D97-AF65-F5344CB8AC3E}">
        <p14:creationId xmlns:p14="http://schemas.microsoft.com/office/powerpoint/2010/main" val="4265085204"/>
      </p:ext>
    </p:extLst>
  </p:cSld>
  <p:clrMapOvr>
    <a:masterClrMapping/>
  </p:clrMapOvr>
  <p:extLst>
    <p:ext uri="{DCECCB84-F9BA-43D5-87BE-67443E8EF086}">
      <p15:sldGuideLst xmlns:p15="http://schemas.microsoft.com/office/powerpoint/2012/main">
        <p15:guide id="1" pos="2969" userDrawn="1">
          <p15:clr>
            <a:srgbClr val="FBAE40"/>
          </p15:clr>
        </p15:guide>
        <p15:guide id="2" pos="509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Bild-Folie #10">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2480541"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Bild einfügen (</a:t>
            </a:r>
            <a:r>
              <a:rPr lang="de-DE" dirty="0"/>
              <a:t>6,89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6124" y="3773550"/>
            <a:ext cx="248856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612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248759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3820587" y="1620838"/>
            <a:ext cx="2485481" cy="1890000"/>
          </a:xfrm>
          <a:solidFill>
            <a:schemeClr val="bg1">
              <a:lumMod val="95000"/>
            </a:schemeClr>
          </a:solidFill>
        </p:spPr>
        <p:txBody>
          <a:bodyPr lIns="72000" tIns="72000"/>
          <a:lstStyle>
            <a:lvl1pPr>
              <a:defRPr sz="1000"/>
            </a:lvl1pPr>
          </a:lstStyle>
          <a:p>
            <a:r>
              <a:rPr lang="de-DE" dirty="0"/>
              <a:t>Bild einfügen (6,89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3820587" y="3773550"/>
            <a:ext cx="248743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Inhaltsplatzhalter 2">
            <a:extLst>
              <a:ext uri="{FF2B5EF4-FFF2-40B4-BE49-F238E27FC236}">
                <a16:creationId xmlns:a16="http://schemas.microsoft.com/office/drawing/2014/main" id="{CE2DF2CE-6F57-A903-269A-3453EA660ED2}"/>
              </a:ext>
            </a:extLst>
          </p:cNvPr>
          <p:cNvSpPr>
            <a:spLocks noGrp="1"/>
          </p:cNvSpPr>
          <p:nvPr>
            <p:ph idx="22" hasCustomPrompt="1"/>
          </p:nvPr>
        </p:nvSpPr>
        <p:spPr>
          <a:xfrm>
            <a:off x="9152534" y="3773550"/>
            <a:ext cx="248856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915253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2" name="Titel 1">
            <a:extLst>
              <a:ext uri="{FF2B5EF4-FFF2-40B4-BE49-F238E27FC236}">
                <a16:creationId xmlns:a16="http://schemas.microsoft.com/office/drawing/2014/main" id="{79BA389D-CC20-74E5-BDA2-DC4642BC9C86}"/>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#10</a:t>
            </a:r>
          </a:p>
        </p:txBody>
      </p:sp>
      <p:sp>
        <p:nvSpPr>
          <p:cNvPr id="7" name="Textplatzhalter 2">
            <a:extLst>
              <a:ext uri="{FF2B5EF4-FFF2-40B4-BE49-F238E27FC236}">
                <a16:creationId xmlns:a16="http://schemas.microsoft.com/office/drawing/2014/main" id="{D7A93B81-A5A6-66CB-DF5C-C931F783AC07}"/>
              </a:ext>
            </a:extLst>
          </p:cNvPr>
          <p:cNvSpPr>
            <a:spLocks noGrp="1"/>
          </p:cNvSpPr>
          <p:nvPr>
            <p:ph type="body" idx="24"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3FACDDF5-3522-17F8-9242-48C6A4072214}"/>
              </a:ext>
            </a:extLst>
          </p:cNvPr>
          <p:cNvSpPr>
            <a:spLocks noGrp="1"/>
          </p:cNvSpPr>
          <p:nvPr>
            <p:ph type="ftr" sz="quarter" idx="25"/>
          </p:nvPr>
        </p:nvSpPr>
        <p:spPr/>
        <p:txBody>
          <a:bodyPr/>
          <a:lstStyle/>
          <a:p>
            <a:r>
              <a:rPr lang="de-DE"/>
              <a:t>1. RO-Ansprechpartner RV und VDL | Digital | 02. Juni 2026</a:t>
            </a:r>
          </a:p>
        </p:txBody>
      </p:sp>
      <p:sp>
        <p:nvSpPr>
          <p:cNvPr id="5" name="Textfeld 4">
            <a:extLst>
              <a:ext uri="{FF2B5EF4-FFF2-40B4-BE49-F238E27FC236}">
                <a16:creationId xmlns:a16="http://schemas.microsoft.com/office/drawing/2014/main" id="{389D7411-8100-5CE2-C28C-C913354D8E08}"/>
              </a:ext>
            </a:extLst>
          </p:cNvPr>
          <p:cNvSpPr txBox="1"/>
          <p:nvPr userDrawn="1"/>
        </p:nvSpPr>
        <p:spPr>
          <a:xfrm>
            <a:off x="10196623" y="680484"/>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3014990232"/>
      </p:ext>
    </p:extLst>
  </p:cSld>
  <p:clrMapOvr>
    <a:masterClrMapping/>
  </p:clrMapOvr>
  <p:extLst>
    <p:ext uri="{DCECCB84-F9BA-43D5-87BE-67443E8EF086}">
      <p15:sldGuideLst xmlns:p15="http://schemas.microsoft.com/office/powerpoint/2012/main">
        <p15:guide id="1" pos="2406" userDrawn="1">
          <p15:clr>
            <a:srgbClr val="FBAE40"/>
          </p15:clr>
        </p15:guide>
        <p15:guide id="2" pos="5765" userDrawn="1">
          <p15:clr>
            <a:srgbClr val="FBAE40"/>
          </p15:clr>
        </p15:guide>
        <p15:guide id="3" pos="5654" userDrawn="1">
          <p15:clr>
            <a:srgbClr val="FBAE40"/>
          </p15:clr>
        </p15:guide>
        <p15:guide id="4" pos="3976" userDrawn="1">
          <p15:clr>
            <a:srgbClr val="FBAE40"/>
          </p15:clr>
        </p15:guide>
        <p15:guide id="5" pos="4085" userDrawn="1">
          <p15:clr>
            <a:srgbClr val="FBAE40"/>
          </p15:clr>
        </p15:guide>
        <p15:guide id="6" pos="2291"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Bild-Folie #1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4265469" cy="3003799"/>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Format </a:t>
            </a:r>
            <a:r>
              <a:rPr lang="de-DE" dirty="0"/>
              <a:t>11,85 x 8,34 cm.</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5599387" y="1620839"/>
            <a:ext cx="2486410" cy="2391560"/>
          </a:xfrm>
          <a:solidFill>
            <a:schemeClr val="bg1">
              <a:lumMod val="95000"/>
            </a:schemeClr>
          </a:solidFill>
        </p:spPr>
        <p:txBody>
          <a:bodyPr lIns="72000" tIns="72000"/>
          <a:lstStyle>
            <a:lvl1pPr>
              <a:defRPr sz="1000"/>
            </a:lvl1pPr>
          </a:lstStyle>
          <a:p>
            <a:r>
              <a:rPr lang="de-DE" dirty="0"/>
              <a:t>Bild einfügen (6,91 x 6,64 cm)</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5596722" y="4226400"/>
            <a:ext cx="3378077" cy="2072800"/>
          </a:xfrm>
          <a:solidFill>
            <a:schemeClr val="bg1">
              <a:lumMod val="95000"/>
            </a:schemeClr>
          </a:solidFill>
        </p:spPr>
        <p:txBody>
          <a:bodyPr lIns="72000" tIns="72000"/>
          <a:lstStyle>
            <a:lvl1pPr>
              <a:defRPr sz="1000"/>
            </a:lvl1pPr>
          </a:lstStyle>
          <a:p>
            <a:r>
              <a:rPr lang="de-DE" dirty="0"/>
              <a:t>Bild einfügen (9,38 x 5,76 cm)</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8264525" y="1620838"/>
            <a:ext cx="3374421" cy="2391559"/>
          </a:xfrm>
          <a:solidFill>
            <a:schemeClr val="bg1">
              <a:lumMod val="95000"/>
            </a:schemeClr>
          </a:solidFill>
        </p:spPr>
        <p:txBody>
          <a:bodyPr lIns="72000" tIns="72000"/>
          <a:lstStyle>
            <a:lvl1pPr>
              <a:defRPr sz="1000"/>
            </a:lvl1pPr>
          </a:lstStyle>
          <a:p>
            <a:r>
              <a:rPr lang="de-DE" dirty="0"/>
              <a:t>Bild einfügen (9,37 x 6,64 cm)</a:t>
            </a:r>
          </a:p>
        </p:txBody>
      </p:sp>
      <p:sp>
        <p:nvSpPr>
          <p:cNvPr id="35" name="Bildplatzhalter 4">
            <a:extLst>
              <a:ext uri="{FF2B5EF4-FFF2-40B4-BE49-F238E27FC236}">
                <a16:creationId xmlns:a16="http://schemas.microsoft.com/office/drawing/2014/main" id="{03F0F056-7BE7-51F0-B82D-24253B7F0D79}"/>
              </a:ext>
            </a:extLst>
          </p:cNvPr>
          <p:cNvSpPr>
            <a:spLocks noGrp="1"/>
          </p:cNvSpPr>
          <p:nvPr>
            <p:ph type="pic" sz="quarter" idx="24" hasCustomPrompt="1"/>
          </p:nvPr>
        </p:nvSpPr>
        <p:spPr>
          <a:xfrm>
            <a:off x="3365994" y="4813200"/>
            <a:ext cx="2052000" cy="1486000"/>
          </a:xfrm>
          <a:solidFill>
            <a:schemeClr val="bg1">
              <a:lumMod val="95000"/>
            </a:schemeClr>
          </a:solidFill>
        </p:spPr>
        <p:txBody>
          <a:bodyPr lIns="72000" tIns="72000"/>
          <a:lstStyle>
            <a:lvl1pPr>
              <a:spcBef>
                <a:spcPts val="0"/>
              </a:spcBef>
              <a:defRPr sz="1000"/>
            </a:lvl1pPr>
          </a:lstStyle>
          <a:p>
            <a:r>
              <a:rPr lang="de-DE" dirty="0"/>
              <a:t>Bild einfügen (5,7 x 4,13 cm)</a:t>
            </a:r>
          </a:p>
        </p:txBody>
      </p:sp>
      <p:sp>
        <p:nvSpPr>
          <p:cNvPr id="40" name="Bildplatzhalter 4">
            <a:extLst>
              <a:ext uri="{FF2B5EF4-FFF2-40B4-BE49-F238E27FC236}">
                <a16:creationId xmlns:a16="http://schemas.microsoft.com/office/drawing/2014/main" id="{50D163F6-5E61-6C7A-A768-E7616B0762AE}"/>
              </a:ext>
            </a:extLst>
          </p:cNvPr>
          <p:cNvSpPr>
            <a:spLocks noGrp="1"/>
          </p:cNvSpPr>
          <p:nvPr>
            <p:ph type="pic" sz="quarter" idx="25" hasCustomPrompt="1"/>
          </p:nvPr>
        </p:nvSpPr>
        <p:spPr>
          <a:xfrm>
            <a:off x="9153521" y="4226400"/>
            <a:ext cx="2485426" cy="1656000"/>
          </a:xfrm>
          <a:solidFill>
            <a:schemeClr val="bg1">
              <a:lumMod val="95000"/>
            </a:schemeClr>
          </a:solidFill>
        </p:spPr>
        <p:txBody>
          <a:bodyPr lIns="72000" tIns="72000"/>
          <a:lstStyle>
            <a:lvl1pPr>
              <a:defRPr sz="1000"/>
            </a:lvl1pPr>
          </a:lstStyle>
          <a:p>
            <a:r>
              <a:rPr lang="de-DE" dirty="0"/>
              <a:t>Bild einfügen (6,9 x 4,6 cm)</a:t>
            </a:r>
          </a:p>
        </p:txBody>
      </p:sp>
      <p:sp>
        <p:nvSpPr>
          <p:cNvPr id="2" name="Titel 1">
            <a:extLst>
              <a:ext uri="{FF2B5EF4-FFF2-40B4-BE49-F238E27FC236}">
                <a16:creationId xmlns:a16="http://schemas.microsoft.com/office/drawing/2014/main" id="{66B3270F-BA2F-B063-560B-08FD880B7DF0}"/>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#11</a:t>
            </a:r>
          </a:p>
        </p:txBody>
      </p:sp>
      <p:sp>
        <p:nvSpPr>
          <p:cNvPr id="7" name="Textplatzhalter 2">
            <a:extLst>
              <a:ext uri="{FF2B5EF4-FFF2-40B4-BE49-F238E27FC236}">
                <a16:creationId xmlns:a16="http://schemas.microsoft.com/office/drawing/2014/main" id="{9298170C-B090-39E0-451A-A0CE94BEF1D5}"/>
              </a:ext>
            </a:extLst>
          </p:cNvPr>
          <p:cNvSpPr>
            <a:spLocks noGrp="1"/>
          </p:cNvSpPr>
          <p:nvPr>
            <p:ph type="body" idx="26" hasCustomPrompt="1"/>
          </p:nvPr>
        </p:nvSpPr>
        <p:spPr>
          <a:xfrm>
            <a:off x="1152000" y="6181200"/>
            <a:ext cx="2160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59022868-559F-F461-353A-E5C78779A1A1}"/>
              </a:ext>
            </a:extLst>
          </p:cNvPr>
          <p:cNvSpPr>
            <a:spLocks noGrp="1"/>
          </p:cNvSpPr>
          <p:nvPr>
            <p:ph type="ftr" sz="quarter" idx="27"/>
          </p:nvPr>
        </p:nvSpPr>
        <p:spPr/>
        <p:txBody>
          <a:bodyPr/>
          <a:lstStyle/>
          <a:p>
            <a:r>
              <a:rPr lang="de-DE"/>
              <a:t>1. RO-Ansprechpartner RV und VDL | Digital | 02. Juni 2026</a:t>
            </a:r>
          </a:p>
        </p:txBody>
      </p:sp>
    </p:spTree>
    <p:extLst>
      <p:ext uri="{BB962C8B-B14F-4D97-AF65-F5344CB8AC3E}">
        <p14:creationId xmlns:p14="http://schemas.microsoft.com/office/powerpoint/2010/main" val="394882845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Bild-Folie #12">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53F8B0A-705B-2488-1C9E-38FBB2F0011D}"/>
              </a:ext>
            </a:extLst>
          </p:cNvPr>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413574"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63876" y="487783"/>
            <a:ext cx="4821736" cy="913979"/>
          </a:xfrm>
        </p:spPr>
        <p:txBody>
          <a:bodyPr/>
          <a:lstStyle>
            <a:lvl1pPr>
              <a:defRPr>
                <a:solidFill>
                  <a:schemeClr val="bg1"/>
                </a:solidFill>
              </a:defRPr>
            </a:lvl1pPr>
          </a:lstStyle>
          <a:p>
            <a:r>
              <a:rPr lang="de-DE" dirty="0"/>
              <a:t>Headline Sparkasse Head 28pt Bild ½ #12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1152525" y="6181200"/>
            <a:ext cx="48240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1152523" y="6408000"/>
            <a:ext cx="4824001" cy="180000"/>
          </a:xfrm>
        </p:spPr>
        <p:txBody>
          <a:bodyPr/>
          <a:lstStyle>
            <a:lvl1pPr>
              <a:defRPr>
                <a:solidFill>
                  <a:schemeClr val="bg1"/>
                </a:solidFill>
              </a:defRPr>
            </a:lvl1pPr>
          </a:lstStyle>
          <a:p>
            <a:r>
              <a:rPr lang="de-DE"/>
              <a:t>1. RO-Ansprechpartner RV und VDL | Digital | 02. Juni 2026</a:t>
            </a:r>
          </a:p>
        </p:txBody>
      </p:sp>
      <p:cxnSp>
        <p:nvCxnSpPr>
          <p:cNvPr id="7" name="Gerader Verbinder 6">
            <a:extLst>
              <a:ext uri="{FF2B5EF4-FFF2-40B4-BE49-F238E27FC236}">
                <a16:creationId xmlns:a16="http://schemas.microsoft.com/office/drawing/2014/main" id="{B318B324-BAD5-6B0E-65CC-55C4B3C3E36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159907"/>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r Hedlin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#4</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p>
            <a:r>
              <a:rPr lang="de-DE"/>
              <a:t>1. RO-Ansprechpartner RV und VDL | Digital | 02. Juni 2026</a:t>
            </a:r>
          </a:p>
        </p:txBody>
      </p:sp>
    </p:spTree>
    <p:extLst>
      <p:ext uri="{BB962C8B-B14F-4D97-AF65-F5344CB8AC3E}">
        <p14:creationId xmlns:p14="http://schemas.microsoft.com/office/powerpoint/2010/main" val="29933175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r Hedline #2">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2A502F6-608E-6EB5-AD16-480A7E457CAE}"/>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solidFill>
                  <a:schemeClr val="bg1"/>
                </a:solidFill>
              </a:defRPr>
            </a:lvl1pPr>
          </a:lstStyle>
          <a:p>
            <a:r>
              <a:rPr lang="de-DE" dirty="0"/>
              <a:t>Headline Sparkasse Head 28pt ein- bis max. zweizeilig #5</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lvl1pPr>
              <a:defRPr>
                <a:solidFill>
                  <a:schemeClr val="bg1"/>
                </a:solidFill>
              </a:defRPr>
            </a:lvl1pPr>
          </a:lstStyle>
          <a:p>
            <a:r>
              <a:rPr lang="de-DE"/>
              <a:t>1. RO-Ansprechpartner RV und VDL | Digital | 02. Juni 2026</a:t>
            </a:r>
          </a:p>
        </p:txBody>
      </p:sp>
      <p:cxnSp>
        <p:nvCxnSpPr>
          <p:cNvPr id="9" name="Gerader Verbinder 8">
            <a:extLst>
              <a:ext uri="{FF2B5EF4-FFF2-40B4-BE49-F238E27FC236}">
                <a16:creationId xmlns:a16="http://schemas.microsoft.com/office/drawing/2014/main" id="{0A991AF5-616B-7119-1476-47784836895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838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Video-Folie">
    <p:bg>
      <p:bgPr>
        <a:solidFill>
          <a:schemeClr val="tx1"/>
        </a:solidFill>
        <a:effectLst/>
      </p:bgPr>
    </p:bg>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B010F72A-BD22-21C0-7378-614825734ED8}"/>
              </a:ext>
            </a:extLst>
          </p:cNvPr>
          <p:cNvSpPr>
            <a:spLocks noGrp="1"/>
          </p:cNvSpPr>
          <p:nvPr>
            <p:ph type="ftr" sz="quarter" idx="3"/>
          </p:nvPr>
        </p:nvSpPr>
        <p:spPr>
          <a:xfrm rot="16200000">
            <a:off x="-2564672" y="3373734"/>
            <a:ext cx="5742117" cy="144000"/>
          </a:xfrm>
          <a:prstGeom prst="rect">
            <a:avLst/>
          </a:prstGeom>
        </p:spPr>
        <p:txBody>
          <a:bodyPr vert="horz" lIns="0" tIns="0" rIns="0" bIns="28800" rtlCol="0" anchor="ctr">
            <a:noAutofit/>
          </a:bodyPr>
          <a:lstStyle>
            <a:lvl1pPr algn="ctr">
              <a:lnSpc>
                <a:spcPts val="1200"/>
              </a:lnSpc>
              <a:defRPr sz="700" cap="all" spc="80" baseline="0">
                <a:solidFill>
                  <a:schemeClr val="bg1">
                    <a:alpha val="0"/>
                  </a:schemeClr>
                </a:solidFill>
              </a:defRPr>
            </a:lvl1pPr>
          </a:lstStyle>
          <a:p>
            <a:r>
              <a:rPr lang="de-DE"/>
              <a:t>1. RO-Ansprechpartner RV und VDL | Digital | 02. Juni 2026</a:t>
            </a:r>
            <a:endParaRPr lang="de-DE" dirty="0"/>
          </a:p>
        </p:txBody>
      </p:sp>
      <p:sp>
        <p:nvSpPr>
          <p:cNvPr id="8" name="Medienplatzhalter 7">
            <a:extLst>
              <a:ext uri="{FF2B5EF4-FFF2-40B4-BE49-F238E27FC236}">
                <a16:creationId xmlns:a16="http://schemas.microsoft.com/office/drawing/2014/main" id="{E56DD4CA-6146-7937-6958-46699AA02ED5}"/>
              </a:ext>
            </a:extLst>
          </p:cNvPr>
          <p:cNvSpPr>
            <a:spLocks noGrp="1"/>
          </p:cNvSpPr>
          <p:nvPr>
            <p:ph type="media" sz="quarter" idx="13" hasCustomPrompt="1"/>
          </p:nvPr>
        </p:nvSpPr>
        <p:spPr>
          <a:xfrm>
            <a:off x="0" y="0"/>
            <a:ext cx="12193200" cy="6858000"/>
          </a:xfrm>
          <a:solidFill>
            <a:schemeClr val="bg1">
              <a:lumMod val="95000"/>
            </a:schemeClr>
          </a:solidFill>
        </p:spPr>
        <p:txBody>
          <a:bodyPr lIns="72000" tIns="36000"/>
          <a:lstStyle>
            <a:lvl1pPr>
              <a:spcBef>
                <a:spcPts val="0"/>
              </a:spcBef>
              <a:defRPr sz="900"/>
            </a:lvl1pPr>
          </a:lstStyle>
          <a:p>
            <a:r>
              <a:rPr lang="de-DE" noProof="0" dirty="0"/>
              <a:t>Bitte fügen Sie ein Video über Klick auf das Symbol im Platzhalter ein.</a:t>
            </a:r>
            <a:br>
              <a:rPr lang="de-DE" noProof="0" dirty="0"/>
            </a:br>
            <a:r>
              <a:rPr lang="de-DE" noProof="0" dirty="0"/>
              <a:t>Oder mit Klick auf den Platzhalter und der rechten Maustaste den Befehl „Video einfügen“ auswählen. </a:t>
            </a:r>
          </a:p>
          <a:p>
            <a:r>
              <a:rPr lang="de-DE" noProof="0" dirty="0"/>
              <a:t>Oder ein Video aus der Zwischenablage in den angeklickten Platzhalter einfügen. Format </a:t>
            </a:r>
            <a:r>
              <a:rPr lang="de-DE" dirty="0"/>
              <a:t>33,87 x 19,05 cm.</a:t>
            </a:r>
          </a:p>
        </p:txBody>
      </p:sp>
    </p:spTree>
    <p:extLst>
      <p:ext uri="{BB962C8B-B14F-4D97-AF65-F5344CB8AC3E}">
        <p14:creationId xmlns:p14="http://schemas.microsoft.com/office/powerpoint/2010/main" val="23632490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ockup-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7AEC34B0-20CC-3187-B106-26A3E1B73850}"/>
              </a:ext>
            </a:extLst>
          </p:cNvPr>
          <p:cNvSpPr>
            <a:spLocks noGrp="1"/>
          </p:cNvSpPr>
          <p:nvPr>
            <p:ph type="ftr" sz="quarter" idx="16"/>
          </p:nvPr>
        </p:nvSpPr>
        <p:spPr/>
        <p:txBody>
          <a:bodyPr/>
          <a:lstStyle/>
          <a:p>
            <a:r>
              <a:rPr lang="de-DE"/>
              <a:t>1. RO-Ansprechpartner RV und VDL | Digital | 02. Juni 2026</a:t>
            </a:r>
            <a:endParaRPr lang="de-DE" dirty="0"/>
          </a:p>
        </p:txBody>
      </p:sp>
      <p:sp>
        <p:nvSpPr>
          <p:cNvPr id="5" name="Textplatzhalter 2">
            <a:extLst>
              <a:ext uri="{FF2B5EF4-FFF2-40B4-BE49-F238E27FC236}">
                <a16:creationId xmlns:a16="http://schemas.microsoft.com/office/drawing/2014/main" id="{2B8221D4-A2C9-9171-3C19-A03B535ADFB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26" name="Bildplatzhalter 25">
            <a:extLst>
              <a:ext uri="{FF2B5EF4-FFF2-40B4-BE49-F238E27FC236}">
                <a16:creationId xmlns:a16="http://schemas.microsoft.com/office/drawing/2014/main" id="{E0FC838F-3880-1AD6-A575-C42AB089E25E}"/>
              </a:ext>
            </a:extLst>
          </p:cNvPr>
          <p:cNvSpPr>
            <a:spLocks noGrp="1"/>
          </p:cNvSpPr>
          <p:nvPr>
            <p:ph type="pic" sz="quarter" idx="15" hasCustomPrompt="1"/>
          </p:nvPr>
        </p:nvSpPr>
        <p:spPr>
          <a:xfrm>
            <a:off x="7915227" y="1720516"/>
            <a:ext cx="2111542" cy="4479759"/>
          </a:xfrm>
          <a:custGeom>
            <a:avLst/>
            <a:gdLst>
              <a:gd name="connsiteX0" fmla="*/ 200280 w 2111542"/>
              <a:gd name="connsiteY0" fmla="*/ 0 h 4465722"/>
              <a:gd name="connsiteX1" fmla="*/ 486997 w 2111542"/>
              <a:gd name="connsiteY1" fmla="*/ 0 h 4465722"/>
              <a:gd name="connsiteX2" fmla="*/ 479257 w 2111542"/>
              <a:gd name="connsiteY2" fmla="*/ 38335 h 4465722"/>
              <a:gd name="connsiteX3" fmla="*/ 601343 w 2111542"/>
              <a:gd name="connsiteY3" fmla="*/ 160421 h 4465722"/>
              <a:gd name="connsiteX4" fmla="*/ 1512203 w 2111542"/>
              <a:gd name="connsiteY4" fmla="*/ 160421 h 4465722"/>
              <a:gd name="connsiteX5" fmla="*/ 1634289 w 2111542"/>
              <a:gd name="connsiteY5" fmla="*/ 38335 h 4465722"/>
              <a:gd name="connsiteX6" fmla="*/ 1626549 w 2111542"/>
              <a:gd name="connsiteY6" fmla="*/ 0 h 4465722"/>
              <a:gd name="connsiteX7" fmla="*/ 1911262 w 2111542"/>
              <a:gd name="connsiteY7" fmla="*/ 0 h 4465722"/>
              <a:gd name="connsiteX8" fmla="*/ 2111542 w 2111542"/>
              <a:gd name="connsiteY8" fmla="*/ 200280 h 4465722"/>
              <a:gd name="connsiteX9" fmla="*/ 2111542 w 2111542"/>
              <a:gd name="connsiteY9" fmla="*/ 4265442 h 4465722"/>
              <a:gd name="connsiteX10" fmla="*/ 1911262 w 2111542"/>
              <a:gd name="connsiteY10" fmla="*/ 4465722 h 4465722"/>
              <a:gd name="connsiteX11" fmla="*/ 200280 w 2111542"/>
              <a:gd name="connsiteY11" fmla="*/ 4465722 h 4465722"/>
              <a:gd name="connsiteX12" fmla="*/ 0 w 2111542"/>
              <a:gd name="connsiteY12" fmla="*/ 4265442 h 4465722"/>
              <a:gd name="connsiteX13" fmla="*/ 0 w 2111542"/>
              <a:gd name="connsiteY13" fmla="*/ 200280 h 4465722"/>
              <a:gd name="connsiteX14" fmla="*/ 200280 w 2111542"/>
              <a:gd name="connsiteY14" fmla="*/ 0 h 446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11542" h="4465722">
                <a:moveTo>
                  <a:pt x="200280" y="0"/>
                </a:moveTo>
                <a:lnTo>
                  <a:pt x="486997" y="0"/>
                </a:lnTo>
                <a:lnTo>
                  <a:pt x="479257" y="38335"/>
                </a:lnTo>
                <a:cubicBezTo>
                  <a:pt x="479257" y="105761"/>
                  <a:pt x="533917" y="160421"/>
                  <a:pt x="601343" y="160421"/>
                </a:cubicBezTo>
                <a:lnTo>
                  <a:pt x="1512203" y="160421"/>
                </a:lnTo>
                <a:cubicBezTo>
                  <a:pt x="1579629" y="160421"/>
                  <a:pt x="1634289" y="105761"/>
                  <a:pt x="1634289" y="38335"/>
                </a:cubicBezTo>
                <a:lnTo>
                  <a:pt x="1626549" y="0"/>
                </a:lnTo>
                <a:lnTo>
                  <a:pt x="1911262" y="0"/>
                </a:lnTo>
                <a:cubicBezTo>
                  <a:pt x="2021874" y="0"/>
                  <a:pt x="2111542" y="89668"/>
                  <a:pt x="2111542" y="200280"/>
                </a:cubicBezTo>
                <a:lnTo>
                  <a:pt x="2111542" y="4265442"/>
                </a:lnTo>
                <a:cubicBezTo>
                  <a:pt x="2111542" y="4376054"/>
                  <a:pt x="2021874" y="4465722"/>
                  <a:pt x="1911262" y="4465722"/>
                </a:cubicBezTo>
                <a:lnTo>
                  <a:pt x="200280" y="4465722"/>
                </a:lnTo>
                <a:cubicBezTo>
                  <a:pt x="89668" y="4465722"/>
                  <a:pt x="0" y="4376054"/>
                  <a:pt x="0" y="4265442"/>
                </a:cubicBezTo>
                <a:lnTo>
                  <a:pt x="0" y="200280"/>
                </a:lnTo>
                <a:cubicBezTo>
                  <a:pt x="0" y="89668"/>
                  <a:pt x="89668" y="0"/>
                  <a:pt x="200280" y="0"/>
                </a:cubicBezTo>
                <a:close/>
              </a:path>
            </a:pathLst>
          </a:custGeom>
          <a:noFill/>
        </p:spPr>
        <p:txBody>
          <a:bodyPr wrap="square" tIns="360000">
            <a:noAutofit/>
          </a:bodyPr>
          <a:lstStyle>
            <a:lvl1pPr algn="ctr">
              <a:lnSpc>
                <a:spcPct val="100000"/>
              </a:lnSpc>
              <a:spcBef>
                <a:spcPts val="0"/>
              </a:spcBef>
              <a:defRPr sz="95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a:t>
            </a:r>
            <a:br>
              <a:rPr lang="de-DE" noProof="0" dirty="0"/>
            </a:br>
            <a:r>
              <a:rPr lang="de-DE" noProof="0" dirty="0"/>
              <a:t>und der rechten Maustaste </a:t>
            </a:r>
            <a:br>
              <a:rPr lang="de-DE" noProof="0" dirty="0"/>
            </a:br>
            <a:r>
              <a:rPr lang="de-DE" noProof="0" dirty="0"/>
              <a:t>den Befehl „Bild einfügen“ </a:t>
            </a:r>
            <a:br>
              <a:rPr lang="de-DE" noProof="0" dirty="0"/>
            </a:br>
            <a:r>
              <a:rPr lang="de-DE" noProof="0" dirty="0"/>
              <a:t>auswählen. Oder ein Bild aus </a:t>
            </a:r>
            <a:br>
              <a:rPr lang="de-DE" noProof="0" dirty="0"/>
            </a:br>
            <a:r>
              <a:rPr lang="de-DE" noProof="0" dirty="0"/>
              <a:t>der Zwischenablage in den </a:t>
            </a:r>
            <a:br>
              <a:rPr lang="de-DE" noProof="0" dirty="0"/>
            </a:br>
            <a:r>
              <a:rPr lang="de-DE" noProof="0" dirty="0"/>
              <a:t>angeklickten Platzhalter einfügen. </a:t>
            </a:r>
            <a:br>
              <a:rPr lang="de-DE" noProof="0" dirty="0"/>
            </a:br>
            <a:r>
              <a:rPr lang="de-DE" noProof="0" dirty="0"/>
              <a:t>Format </a:t>
            </a:r>
            <a:r>
              <a:rPr lang="de-DE" dirty="0"/>
              <a:t>5,87 x 12,44 cm.</a:t>
            </a:r>
          </a:p>
        </p:txBody>
      </p:sp>
      <p:sp>
        <p:nvSpPr>
          <p:cNvPr id="8" name="Inhaltsplatzhalter 2">
            <a:extLst>
              <a:ext uri="{FF2B5EF4-FFF2-40B4-BE49-F238E27FC236}">
                <a16:creationId xmlns:a16="http://schemas.microsoft.com/office/drawing/2014/main" id="{3A07F1A6-0364-4636-B0FD-73374061C9D2}"/>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43099038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ockup-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AAA33AA8-9CAC-3492-3865-3D78C0DBD23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8" name="Textplatzhalter 2">
            <a:extLst>
              <a:ext uri="{FF2B5EF4-FFF2-40B4-BE49-F238E27FC236}">
                <a16:creationId xmlns:a16="http://schemas.microsoft.com/office/drawing/2014/main" id="{7846DD82-0332-8564-685F-C282CC53A221}"/>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Picture Placeholder 8">
            <a:extLst>
              <a:ext uri="{FF2B5EF4-FFF2-40B4-BE49-F238E27FC236}">
                <a16:creationId xmlns:a16="http://schemas.microsoft.com/office/drawing/2014/main" id="{881DC0CE-F9B5-00F4-D385-745EBC2AB6D7}"/>
              </a:ext>
            </a:extLst>
          </p:cNvPr>
          <p:cNvSpPr>
            <a:spLocks noGrp="1"/>
          </p:cNvSpPr>
          <p:nvPr>
            <p:ph type="pic" sz="quarter" idx="10" hasCustomPrompt="1"/>
          </p:nvPr>
        </p:nvSpPr>
        <p:spPr>
          <a:xfrm>
            <a:off x="5396418" y="1799566"/>
            <a:ext cx="5464513" cy="3430800"/>
          </a:xfrm>
          <a:prstGeom prst="rect">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a:t>
            </a:r>
            <a:br>
              <a:rPr lang="de-DE" noProof="0" dirty="0"/>
            </a:br>
            <a:r>
              <a:rPr lang="de-DE" noProof="0" dirty="0"/>
              <a:t>den Befehl „Bild einfügen“ auswählen. Oder ein Bild aus der Zwischenablage </a:t>
            </a:r>
            <a:br>
              <a:rPr lang="de-DE" noProof="0" dirty="0"/>
            </a:br>
            <a:r>
              <a:rPr lang="de-DE" noProof="0" dirty="0"/>
              <a:t>in den angeklickten Platzhalter einfügen. Format 15,18 x 9,5 cm.</a:t>
            </a:r>
          </a:p>
        </p:txBody>
      </p:sp>
      <p:sp>
        <p:nvSpPr>
          <p:cNvPr id="3" name="Inhaltsplatzhalter 2">
            <a:extLst>
              <a:ext uri="{FF2B5EF4-FFF2-40B4-BE49-F238E27FC236}">
                <a16:creationId xmlns:a16="http://schemas.microsoft.com/office/drawing/2014/main" id="{6E9468DE-4895-6680-1BEC-D4253351E75D}"/>
              </a:ext>
            </a:extLst>
          </p:cNvPr>
          <p:cNvSpPr>
            <a:spLocks noGrp="1"/>
          </p:cNvSpPr>
          <p:nvPr>
            <p:ph idx="18" hasCustomPrompt="1"/>
          </p:nvPr>
        </p:nvSpPr>
        <p:spPr>
          <a:xfrm>
            <a:off x="1153527" y="1565999"/>
            <a:ext cx="3375273"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63916835"/>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ockup-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Picture Placeholder 8">
            <a:extLst>
              <a:ext uri="{FF2B5EF4-FFF2-40B4-BE49-F238E27FC236}">
                <a16:creationId xmlns:a16="http://schemas.microsoft.com/office/drawing/2014/main" id="{ADF869EA-A822-2479-DCCB-749E96B2C36B}"/>
              </a:ext>
            </a:extLst>
          </p:cNvPr>
          <p:cNvSpPr>
            <a:spLocks noGrp="1"/>
          </p:cNvSpPr>
          <p:nvPr>
            <p:ph type="pic" sz="quarter" idx="10" hasCustomPrompt="1"/>
          </p:nvPr>
        </p:nvSpPr>
        <p:spPr>
          <a:xfrm>
            <a:off x="7459506" y="1768788"/>
            <a:ext cx="3292509" cy="4391689"/>
          </a:xfrm>
          <a:prstGeom prst="roundRect">
            <a:avLst>
              <a:gd name="adj" fmla="val 1668"/>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 </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t>
            </a:r>
            <a:br>
              <a:rPr lang="de-DE" noProof="0" dirty="0"/>
            </a:br>
            <a:r>
              <a:rPr lang="de-DE" noProof="0" dirty="0"/>
              <a:t>angeklickten Platzhalter einfügen. </a:t>
            </a:r>
            <a:br>
              <a:rPr lang="de-DE" noProof="0" dirty="0"/>
            </a:br>
            <a:r>
              <a:rPr lang="de-DE" noProof="0" dirty="0"/>
              <a:t>Format 9,15 x 12,2 cm.</a:t>
            </a:r>
          </a:p>
        </p:txBody>
      </p:sp>
      <p:sp>
        <p:nvSpPr>
          <p:cNvPr id="3" name="Inhaltsplatzhalter 2">
            <a:extLst>
              <a:ext uri="{FF2B5EF4-FFF2-40B4-BE49-F238E27FC236}">
                <a16:creationId xmlns:a16="http://schemas.microsoft.com/office/drawing/2014/main" id="{F1C8DA12-C7BD-F01D-8103-0FFD27ECD76D}"/>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663819460"/>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ockup-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4" name="Bildplatzhalter 16">
            <a:extLst>
              <a:ext uri="{FF2B5EF4-FFF2-40B4-BE49-F238E27FC236}">
                <a16:creationId xmlns:a16="http://schemas.microsoft.com/office/drawing/2014/main" id="{07C9C1A3-C6AA-F496-78F1-60C54CD5C8F2}"/>
              </a:ext>
            </a:extLst>
          </p:cNvPr>
          <p:cNvSpPr>
            <a:spLocks noGrp="1"/>
          </p:cNvSpPr>
          <p:nvPr>
            <p:ph type="pic" sz="quarter" idx="10" hasCustomPrompt="1"/>
          </p:nvPr>
        </p:nvSpPr>
        <p:spPr>
          <a:xfrm>
            <a:off x="7776839" y="1373819"/>
            <a:ext cx="3351320" cy="4103703"/>
          </a:xfrm>
          <a:custGeom>
            <a:avLst/>
            <a:gdLst>
              <a:gd name="connsiteX0" fmla="*/ 749422 w 3351320"/>
              <a:gd name="connsiteY0" fmla="*/ 0 h 4103703"/>
              <a:gd name="connsiteX1" fmla="*/ 2601898 w 3351320"/>
              <a:gd name="connsiteY1" fmla="*/ 0 h 4103703"/>
              <a:gd name="connsiteX2" fmla="*/ 3351320 w 3351320"/>
              <a:gd name="connsiteY2" fmla="*/ 749422 h 4103703"/>
              <a:gd name="connsiteX3" fmla="*/ 3351320 w 3351320"/>
              <a:gd name="connsiteY3" fmla="*/ 3354281 h 4103703"/>
              <a:gd name="connsiteX4" fmla="*/ 2601898 w 3351320"/>
              <a:gd name="connsiteY4" fmla="*/ 4103703 h 4103703"/>
              <a:gd name="connsiteX5" fmla="*/ 749422 w 3351320"/>
              <a:gd name="connsiteY5" fmla="*/ 4103703 h 4103703"/>
              <a:gd name="connsiteX6" fmla="*/ 0 w 3351320"/>
              <a:gd name="connsiteY6" fmla="*/ 3354281 h 4103703"/>
              <a:gd name="connsiteX7" fmla="*/ 0 w 3351320"/>
              <a:gd name="connsiteY7" fmla="*/ 749422 h 4103703"/>
              <a:gd name="connsiteX8" fmla="*/ 749422 w 3351320"/>
              <a:gd name="connsiteY8" fmla="*/ 0 h 410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1320" h="4103703">
                <a:moveTo>
                  <a:pt x="749422" y="0"/>
                </a:moveTo>
                <a:lnTo>
                  <a:pt x="2601898" y="0"/>
                </a:lnTo>
                <a:cubicBezTo>
                  <a:pt x="3015792" y="0"/>
                  <a:pt x="3351320" y="335528"/>
                  <a:pt x="3351320" y="749422"/>
                </a:cubicBezTo>
                <a:lnTo>
                  <a:pt x="3351320" y="3354281"/>
                </a:lnTo>
                <a:cubicBezTo>
                  <a:pt x="3351320" y="3768175"/>
                  <a:pt x="3015792" y="4103703"/>
                  <a:pt x="2601898" y="4103703"/>
                </a:cubicBezTo>
                <a:lnTo>
                  <a:pt x="749422" y="4103703"/>
                </a:lnTo>
                <a:cubicBezTo>
                  <a:pt x="335528" y="4103703"/>
                  <a:pt x="0" y="3768175"/>
                  <a:pt x="0" y="3354281"/>
                </a:cubicBezTo>
                <a:lnTo>
                  <a:pt x="0" y="749422"/>
                </a:lnTo>
                <a:cubicBezTo>
                  <a:pt x="0" y="335528"/>
                  <a:pt x="335528" y="0"/>
                  <a:pt x="749422" y="0"/>
                </a:cubicBezTo>
                <a:close/>
              </a:path>
            </a:pathLst>
          </a:custGeom>
          <a:solidFill>
            <a:schemeClr val="bg1"/>
          </a:solidFill>
        </p:spPr>
        <p:txBody>
          <a:bodyPr wrap="square" lIns="36000" tIns="144000">
            <a:noAutofit/>
          </a:bodyPr>
          <a:lstStyle>
            <a:lvl1pPr marL="0" indent="0" algn="ctr">
              <a:lnSpc>
                <a:spcPct val="100000"/>
              </a:lnSpc>
              <a:spcBef>
                <a:spcPts val="0"/>
              </a:spcBef>
              <a:spcAft>
                <a:spcPts val="30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und der </a:t>
            </a:r>
            <a:br>
              <a:rPr lang="de-DE" noProof="0" dirty="0"/>
            </a:br>
            <a:r>
              <a:rPr lang="de-DE" noProof="0" dirty="0"/>
              <a:t>rechten Maustaste den Befehl „Bild einfügen“ </a:t>
            </a:r>
            <a:br>
              <a:rPr lang="de-DE" noProof="0" dirty="0"/>
            </a:br>
            <a:r>
              <a:rPr lang="de-DE" noProof="0" dirty="0"/>
              <a:t>auswählen. Oder ein Bild aus der Zwischenablage </a:t>
            </a:r>
            <a:br>
              <a:rPr lang="de-DE" noProof="0" dirty="0"/>
            </a:br>
            <a:r>
              <a:rPr lang="de-DE" noProof="0" dirty="0"/>
              <a:t>in den angeklickten Platzhalter einfügen. </a:t>
            </a:r>
            <a:br>
              <a:rPr lang="de-DE" noProof="0" dirty="0"/>
            </a:br>
            <a:r>
              <a:rPr lang="de-DE" noProof="0" dirty="0"/>
              <a:t>Format 9,31 x 11,4 cm.</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3" name="Inhaltsplatzhalter 2">
            <a:extLst>
              <a:ext uri="{FF2B5EF4-FFF2-40B4-BE49-F238E27FC236}">
                <a16:creationId xmlns:a16="http://schemas.microsoft.com/office/drawing/2014/main" id="{9049C178-C84C-C374-146D-9B5256D30C93}"/>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128956683"/>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afik-Übersich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260476"/>
            <a:ext cx="5163834" cy="5038724"/>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Inhaltsplatzhalter 2">
            <a:extLst>
              <a:ext uri="{FF2B5EF4-FFF2-40B4-BE49-F238E27FC236}">
                <a16:creationId xmlns:a16="http://schemas.microsoft.com/office/drawing/2014/main" id="{2E21D476-910E-E0E4-0A8E-500FFE2ACB5B}"/>
              </a:ext>
            </a:extLst>
          </p:cNvPr>
          <p:cNvSpPr>
            <a:spLocks noGrp="1"/>
          </p:cNvSpPr>
          <p:nvPr>
            <p:ph idx="14" hasCustomPrompt="1"/>
          </p:nvPr>
        </p:nvSpPr>
        <p:spPr>
          <a:xfrm>
            <a:off x="6477304" y="1260475"/>
            <a:ext cx="5163834" cy="5038724"/>
          </a:xfrm>
        </p:spPr>
        <p:txBody>
          <a:bodyPr/>
          <a:lstStyle>
            <a:lvl1pPr>
              <a:defRPr/>
            </a:lvl1pPr>
          </a:lstStyle>
          <a:p>
            <a:pPr lvl="0"/>
            <a:r>
              <a:rPr lang="de-DE" dirty="0"/>
              <a:t>Tabelle</a:t>
            </a:r>
          </a:p>
        </p:txBody>
      </p:sp>
      <p:sp>
        <p:nvSpPr>
          <p:cNvPr id="5" name="Fußzeilenplatzhalter 4">
            <a:extLst>
              <a:ext uri="{FF2B5EF4-FFF2-40B4-BE49-F238E27FC236}">
                <a16:creationId xmlns:a16="http://schemas.microsoft.com/office/drawing/2014/main" id="{E01DBE8A-70F2-A5AB-ED97-F5564D9962F7}"/>
              </a:ext>
            </a:extLst>
          </p:cNvPr>
          <p:cNvSpPr>
            <a:spLocks noGrp="1"/>
          </p:cNvSpPr>
          <p:nvPr>
            <p:ph type="ftr" sz="quarter" idx="15"/>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6007058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Grafik-Übersich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260475"/>
            <a:ext cx="10490399" cy="5038725"/>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Fußzeilenplatzhalter 3">
            <a:extLst>
              <a:ext uri="{FF2B5EF4-FFF2-40B4-BE49-F238E27FC236}">
                <a16:creationId xmlns:a16="http://schemas.microsoft.com/office/drawing/2014/main" id="{03D12EE8-0443-68C3-2AD9-3FD7DB97AE22}"/>
              </a:ext>
            </a:extLst>
          </p:cNvPr>
          <p:cNvSpPr>
            <a:spLocks noGrp="1"/>
          </p:cNvSpPr>
          <p:nvPr>
            <p:ph type="ftr" sz="quarter" idx="14"/>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40528280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chlussfoli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51999" y="16214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3801521"/>
            <a:ext cx="3378980" cy="2497679"/>
          </a:xfrm>
        </p:spPr>
        <p:txBody>
          <a:bodyPr/>
          <a:lstStyle>
            <a:lvl1pPr>
              <a:spcBef>
                <a:spcPts val="600"/>
              </a:spcBef>
              <a:defRPr sz="1400">
                <a:latin typeface="Sparkasse Medium" panose="020B0603080202020204" pitchFamily="34" charset="0"/>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39" name="Bildplatzhalter 35">
            <a:extLst>
              <a:ext uri="{FF2B5EF4-FFF2-40B4-BE49-F238E27FC236}">
                <a16:creationId xmlns:a16="http://schemas.microsoft.com/office/drawing/2014/main" id="{461B2A19-7C73-1B14-5D3D-5CCEFBDED6AF}"/>
              </a:ext>
            </a:extLst>
          </p:cNvPr>
          <p:cNvSpPr>
            <a:spLocks noGrp="1"/>
          </p:cNvSpPr>
          <p:nvPr>
            <p:ph type="pic" sz="quarter" idx="20" hasCustomPrompt="1"/>
          </p:nvPr>
        </p:nvSpPr>
        <p:spPr>
          <a:xfrm>
            <a:off x="4709883" y="16215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0" name="Bildplatzhalter 35">
            <a:extLst>
              <a:ext uri="{FF2B5EF4-FFF2-40B4-BE49-F238E27FC236}">
                <a16:creationId xmlns:a16="http://schemas.microsoft.com/office/drawing/2014/main" id="{1ABDF9DA-B5FA-DCA6-F1AC-B7D65D221A02}"/>
              </a:ext>
            </a:extLst>
          </p:cNvPr>
          <p:cNvSpPr>
            <a:spLocks noGrp="1"/>
          </p:cNvSpPr>
          <p:nvPr>
            <p:ph type="pic" sz="quarter" idx="21" hasCustomPrompt="1"/>
          </p:nvPr>
        </p:nvSpPr>
        <p:spPr>
          <a:xfrm>
            <a:off x="8266449" y="1620838"/>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1" name="Inhaltsplatzhalter 2">
            <a:extLst>
              <a:ext uri="{FF2B5EF4-FFF2-40B4-BE49-F238E27FC236}">
                <a16:creationId xmlns:a16="http://schemas.microsoft.com/office/drawing/2014/main" id="{AB46D1AB-DF6C-B897-6366-43830399C4D3}"/>
              </a:ext>
            </a:extLst>
          </p:cNvPr>
          <p:cNvSpPr>
            <a:spLocks noGrp="1"/>
          </p:cNvSpPr>
          <p:nvPr>
            <p:ph idx="22" hasCustomPrompt="1"/>
          </p:nvPr>
        </p:nvSpPr>
        <p:spPr>
          <a:xfrm>
            <a:off x="4710642"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42" name="Inhaltsplatzhalter 2">
            <a:extLst>
              <a:ext uri="{FF2B5EF4-FFF2-40B4-BE49-F238E27FC236}">
                <a16:creationId xmlns:a16="http://schemas.microsoft.com/office/drawing/2014/main" id="{475514C4-6B3D-92E1-DB05-EABB01543415}"/>
              </a:ext>
            </a:extLst>
          </p:cNvPr>
          <p:cNvSpPr>
            <a:spLocks noGrp="1"/>
          </p:cNvSpPr>
          <p:nvPr>
            <p:ph idx="23" hasCustomPrompt="1"/>
          </p:nvPr>
        </p:nvSpPr>
        <p:spPr>
          <a:xfrm>
            <a:off x="8264738"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13pt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D0F3D02F-453D-F41E-DA8B-8D4C83FD1AD3}"/>
              </a:ext>
            </a:extLst>
          </p:cNvPr>
          <p:cNvSpPr>
            <a:spLocks noGrp="1"/>
          </p:cNvSpPr>
          <p:nvPr>
            <p:ph type="ftr" sz="quarter" idx="24"/>
          </p:nvPr>
        </p:nvSpPr>
        <p:spPr/>
        <p:txBody>
          <a:bodyPr/>
          <a:lstStyle/>
          <a:p>
            <a:r>
              <a:rPr lang="de-DE"/>
              <a:t>1. RO-Ansprechpartner RV und VDL | Digital | 02. Juni 2026</a:t>
            </a:r>
          </a:p>
        </p:txBody>
      </p:sp>
    </p:spTree>
    <p:extLst>
      <p:ext uri="{BB962C8B-B14F-4D97-AF65-F5344CB8AC3E}">
        <p14:creationId xmlns:p14="http://schemas.microsoft.com/office/powerpoint/2010/main" val="10054336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chlussfolie #2">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1944439"/>
            <a:ext cx="3376800" cy="4354761"/>
          </a:xfrm>
          <a:noFill/>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2" name="Inhaltsplatzhalter 2">
            <a:extLst>
              <a:ext uri="{FF2B5EF4-FFF2-40B4-BE49-F238E27FC236}">
                <a16:creationId xmlns:a16="http://schemas.microsoft.com/office/drawing/2014/main" id="{E198FAAA-BA71-2089-2DE6-74F55CA522EA}"/>
              </a:ext>
            </a:extLst>
          </p:cNvPr>
          <p:cNvSpPr>
            <a:spLocks noGrp="1"/>
          </p:cNvSpPr>
          <p:nvPr>
            <p:ph idx="20" hasCustomPrompt="1"/>
          </p:nvPr>
        </p:nvSpPr>
        <p:spPr>
          <a:xfrm>
            <a:off x="4709750"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4" name="Inhaltsplatzhalter 2">
            <a:extLst>
              <a:ext uri="{FF2B5EF4-FFF2-40B4-BE49-F238E27FC236}">
                <a16:creationId xmlns:a16="http://schemas.microsoft.com/office/drawing/2014/main" id="{F3CB4BEB-5EBA-1A1C-1847-9AE4D08DD3FC}"/>
              </a:ext>
            </a:extLst>
          </p:cNvPr>
          <p:cNvSpPr>
            <a:spLocks noGrp="1"/>
          </p:cNvSpPr>
          <p:nvPr>
            <p:ph idx="21" hasCustomPrompt="1"/>
          </p:nvPr>
        </p:nvSpPr>
        <p:spPr>
          <a:xfrm>
            <a:off x="8265132"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9" name="Textplatzhalter 2">
            <a:extLst>
              <a:ext uri="{FF2B5EF4-FFF2-40B4-BE49-F238E27FC236}">
                <a16:creationId xmlns:a16="http://schemas.microsoft.com/office/drawing/2014/main" id="{7526A466-E56F-46AC-EE5A-DB7460E4DAA3}"/>
              </a:ext>
            </a:extLst>
          </p:cNvPr>
          <p:cNvSpPr>
            <a:spLocks noGrp="1"/>
          </p:cNvSpPr>
          <p:nvPr>
            <p:ph type="body" idx="22" hasCustomPrompt="1"/>
          </p:nvPr>
        </p:nvSpPr>
        <p:spPr>
          <a:xfrm>
            <a:off x="115166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0" name="Textplatzhalter 2">
            <a:extLst>
              <a:ext uri="{FF2B5EF4-FFF2-40B4-BE49-F238E27FC236}">
                <a16:creationId xmlns:a16="http://schemas.microsoft.com/office/drawing/2014/main" id="{7BC5A927-461E-1834-790A-050EA1E4B82A}"/>
              </a:ext>
            </a:extLst>
          </p:cNvPr>
          <p:cNvSpPr>
            <a:spLocks noGrp="1"/>
          </p:cNvSpPr>
          <p:nvPr>
            <p:ph type="body" idx="23" hasCustomPrompt="1"/>
          </p:nvPr>
        </p:nvSpPr>
        <p:spPr>
          <a:xfrm>
            <a:off x="4709750"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1" name="Textplatzhalter 2">
            <a:extLst>
              <a:ext uri="{FF2B5EF4-FFF2-40B4-BE49-F238E27FC236}">
                <a16:creationId xmlns:a16="http://schemas.microsoft.com/office/drawing/2014/main" id="{BE5AE043-F4BB-BC6A-A6DA-F808F49A00DA}"/>
              </a:ext>
            </a:extLst>
          </p:cNvPr>
          <p:cNvSpPr>
            <a:spLocks noGrp="1"/>
          </p:cNvSpPr>
          <p:nvPr>
            <p:ph type="body" idx="24" hasCustomPrompt="1"/>
          </p:nvPr>
        </p:nvSpPr>
        <p:spPr>
          <a:xfrm>
            <a:off x="826513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4" name="Fußzeilenplatzhalter 3">
            <a:extLst>
              <a:ext uri="{FF2B5EF4-FFF2-40B4-BE49-F238E27FC236}">
                <a16:creationId xmlns:a16="http://schemas.microsoft.com/office/drawing/2014/main" id="{DEBB5C08-E9AF-4222-A6A7-C039C143FEA0}"/>
              </a:ext>
            </a:extLst>
          </p:cNvPr>
          <p:cNvSpPr>
            <a:spLocks noGrp="1"/>
          </p:cNvSpPr>
          <p:nvPr>
            <p:ph type="ftr" sz="quarter" idx="25"/>
          </p:nvPr>
        </p:nvSpPr>
        <p:spPr/>
        <p:txBody>
          <a:bodyPr/>
          <a:lstStyle/>
          <a:p>
            <a:r>
              <a:rPr lang="de-DE"/>
              <a:t>1. RO-Ansprechpartner RV und VDL | Digital | 02. Juni 2026</a:t>
            </a:r>
          </a:p>
        </p:txBody>
      </p:sp>
    </p:spTree>
    <p:extLst>
      <p:ext uri="{BB962C8B-B14F-4D97-AF65-F5344CB8AC3E}">
        <p14:creationId xmlns:p14="http://schemas.microsoft.com/office/powerpoint/2010/main" val="38911630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chlussfolie #3">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49508"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5290"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2" name="Bildplatzhalter 35">
            <a:extLst>
              <a:ext uri="{FF2B5EF4-FFF2-40B4-BE49-F238E27FC236}">
                <a16:creationId xmlns:a16="http://schemas.microsoft.com/office/drawing/2014/main" id="{45811CDE-E580-15BD-0797-02ADC0B15142}"/>
              </a:ext>
            </a:extLst>
          </p:cNvPr>
          <p:cNvSpPr>
            <a:spLocks noGrp="1"/>
          </p:cNvSpPr>
          <p:nvPr>
            <p:ph type="pic" sz="quarter" idx="20" hasCustomPrompt="1"/>
          </p:nvPr>
        </p:nvSpPr>
        <p:spPr>
          <a:xfrm>
            <a:off x="2928406"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3" name="Inhaltsplatzhalter 2">
            <a:extLst>
              <a:ext uri="{FF2B5EF4-FFF2-40B4-BE49-F238E27FC236}">
                <a16:creationId xmlns:a16="http://schemas.microsoft.com/office/drawing/2014/main" id="{5DB9AD0E-77D5-46BA-FA71-F13FE65A83E0}"/>
              </a:ext>
            </a:extLst>
          </p:cNvPr>
          <p:cNvSpPr>
            <a:spLocks noGrp="1"/>
          </p:cNvSpPr>
          <p:nvPr>
            <p:ph idx="21" hasCustomPrompt="1"/>
          </p:nvPr>
        </p:nvSpPr>
        <p:spPr>
          <a:xfrm>
            <a:off x="2933688"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4" name="Bildplatzhalter 35">
            <a:extLst>
              <a:ext uri="{FF2B5EF4-FFF2-40B4-BE49-F238E27FC236}">
                <a16:creationId xmlns:a16="http://schemas.microsoft.com/office/drawing/2014/main" id="{8908C699-57C4-8333-01F9-CE9CBBD6C7F7}"/>
              </a:ext>
            </a:extLst>
          </p:cNvPr>
          <p:cNvSpPr>
            <a:spLocks noGrp="1"/>
          </p:cNvSpPr>
          <p:nvPr>
            <p:ph type="pic" sz="quarter" idx="22" hasCustomPrompt="1"/>
          </p:nvPr>
        </p:nvSpPr>
        <p:spPr>
          <a:xfrm>
            <a:off x="4707304"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5" name="Inhaltsplatzhalter 2">
            <a:extLst>
              <a:ext uri="{FF2B5EF4-FFF2-40B4-BE49-F238E27FC236}">
                <a16:creationId xmlns:a16="http://schemas.microsoft.com/office/drawing/2014/main" id="{AC928720-2BDA-79F4-DE73-37CC9FFEF73D}"/>
              </a:ext>
            </a:extLst>
          </p:cNvPr>
          <p:cNvSpPr>
            <a:spLocks noGrp="1"/>
          </p:cNvSpPr>
          <p:nvPr>
            <p:ph idx="23" hasCustomPrompt="1"/>
          </p:nvPr>
        </p:nvSpPr>
        <p:spPr>
          <a:xfrm>
            <a:off x="47093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7" name="Bildplatzhalter 35">
            <a:extLst>
              <a:ext uri="{FF2B5EF4-FFF2-40B4-BE49-F238E27FC236}">
                <a16:creationId xmlns:a16="http://schemas.microsoft.com/office/drawing/2014/main" id="{147CE74B-258E-80F9-DCF0-F8754A3F79ED}"/>
              </a:ext>
            </a:extLst>
          </p:cNvPr>
          <p:cNvSpPr>
            <a:spLocks noGrp="1"/>
          </p:cNvSpPr>
          <p:nvPr>
            <p:ph type="pic" sz="quarter" idx="24" hasCustomPrompt="1"/>
          </p:nvPr>
        </p:nvSpPr>
        <p:spPr>
          <a:xfrm>
            <a:off x="6486202"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3" name="Inhaltsplatzhalter 2">
            <a:extLst>
              <a:ext uri="{FF2B5EF4-FFF2-40B4-BE49-F238E27FC236}">
                <a16:creationId xmlns:a16="http://schemas.microsoft.com/office/drawing/2014/main" id="{87CA2289-6E12-F79A-551E-BCD26657C34F}"/>
              </a:ext>
            </a:extLst>
          </p:cNvPr>
          <p:cNvSpPr>
            <a:spLocks noGrp="1"/>
          </p:cNvSpPr>
          <p:nvPr>
            <p:ph idx="25" hasCustomPrompt="1"/>
          </p:nvPr>
        </p:nvSpPr>
        <p:spPr>
          <a:xfrm>
            <a:off x="64877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4" name="Bildplatzhalter 35">
            <a:extLst>
              <a:ext uri="{FF2B5EF4-FFF2-40B4-BE49-F238E27FC236}">
                <a16:creationId xmlns:a16="http://schemas.microsoft.com/office/drawing/2014/main" id="{2B7C61FC-550C-AC67-8050-5B79719C0EB3}"/>
              </a:ext>
            </a:extLst>
          </p:cNvPr>
          <p:cNvSpPr>
            <a:spLocks noGrp="1"/>
          </p:cNvSpPr>
          <p:nvPr>
            <p:ph type="pic" sz="quarter" idx="26" hasCustomPrompt="1"/>
          </p:nvPr>
        </p:nvSpPr>
        <p:spPr>
          <a:xfrm>
            <a:off x="82651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5" name="Inhaltsplatzhalter 2">
            <a:extLst>
              <a:ext uri="{FF2B5EF4-FFF2-40B4-BE49-F238E27FC236}">
                <a16:creationId xmlns:a16="http://schemas.microsoft.com/office/drawing/2014/main" id="{F07555BD-892C-D8E1-AC9E-D7CC557EAD4D}"/>
              </a:ext>
            </a:extLst>
          </p:cNvPr>
          <p:cNvSpPr>
            <a:spLocks noGrp="1"/>
          </p:cNvSpPr>
          <p:nvPr>
            <p:ph idx="27" hasCustomPrompt="1"/>
          </p:nvPr>
        </p:nvSpPr>
        <p:spPr>
          <a:xfrm>
            <a:off x="8266125"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6" name="Bildplatzhalter 35">
            <a:extLst>
              <a:ext uri="{FF2B5EF4-FFF2-40B4-BE49-F238E27FC236}">
                <a16:creationId xmlns:a16="http://schemas.microsoft.com/office/drawing/2014/main" id="{1F511D09-5F69-B424-F989-3C131D3FB86C}"/>
              </a:ext>
            </a:extLst>
          </p:cNvPr>
          <p:cNvSpPr>
            <a:spLocks noGrp="1"/>
          </p:cNvSpPr>
          <p:nvPr>
            <p:ph type="pic" sz="quarter" idx="28" hasCustomPrompt="1"/>
          </p:nvPr>
        </p:nvSpPr>
        <p:spPr>
          <a:xfrm>
            <a:off x="100440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7" name="Inhaltsplatzhalter 2">
            <a:extLst>
              <a:ext uri="{FF2B5EF4-FFF2-40B4-BE49-F238E27FC236}">
                <a16:creationId xmlns:a16="http://schemas.microsoft.com/office/drawing/2014/main" id="{A6FA8EDB-3F20-68C3-3300-301AEEAB2381}"/>
              </a:ext>
            </a:extLst>
          </p:cNvPr>
          <p:cNvSpPr>
            <a:spLocks noGrp="1"/>
          </p:cNvSpPr>
          <p:nvPr>
            <p:ph idx="29" hasCustomPrompt="1"/>
          </p:nvPr>
        </p:nvSpPr>
        <p:spPr>
          <a:xfrm>
            <a:off x="10044527"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3060E986-E833-C99B-BE20-29EB356C3277}"/>
              </a:ext>
            </a:extLst>
          </p:cNvPr>
          <p:cNvSpPr>
            <a:spLocks noGrp="1"/>
          </p:cNvSpPr>
          <p:nvPr>
            <p:ph type="ftr" sz="quarter" idx="30"/>
          </p:nvPr>
        </p:nvSpPr>
        <p:spPr/>
        <p:txBody>
          <a:bodyPr/>
          <a:lstStyle/>
          <a:p>
            <a:r>
              <a:rPr lang="de-DE"/>
              <a:t>1. RO-Ansprechpartner RV und VDL | Digital | 02. Juni 2026</a:t>
            </a:r>
          </a:p>
        </p:txBody>
      </p:sp>
      <p:sp>
        <p:nvSpPr>
          <p:cNvPr id="2" name="Textfeld 1">
            <a:extLst>
              <a:ext uri="{FF2B5EF4-FFF2-40B4-BE49-F238E27FC236}">
                <a16:creationId xmlns:a16="http://schemas.microsoft.com/office/drawing/2014/main" id="{2D188BE3-6E0E-7564-FF25-DD0AEE2B8FAF}"/>
              </a:ext>
            </a:extLst>
          </p:cNvPr>
          <p:cNvSpPr txBox="1"/>
          <p:nvPr userDrawn="1"/>
        </p:nvSpPr>
        <p:spPr>
          <a:xfrm>
            <a:off x="9641541" y="705971"/>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16819879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chlussfolie #4">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260475"/>
            <a:ext cx="6217171" cy="234517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Sparkasse Musterstadt </a:t>
            </a:r>
          </a:p>
          <a:p>
            <a:pPr lvl="1"/>
            <a:br>
              <a:rPr lang="de-DE" dirty="0"/>
            </a:br>
            <a:r>
              <a:rPr lang="de-DE" dirty="0"/>
              <a:t>+49 12 34567-890</a:t>
            </a:r>
            <a:br>
              <a:rPr lang="de-DE" dirty="0"/>
            </a:br>
            <a:r>
              <a:rPr lang="de-DE" dirty="0" err="1"/>
              <a:t>muster@sparkasse-musterstadt.de</a:t>
            </a:r>
            <a:endParaRPr lang="de-DE" dirty="0"/>
          </a:p>
        </p:txBody>
      </p:sp>
      <p:sp>
        <p:nvSpPr>
          <p:cNvPr id="11" name="Inhaltsplatzhalter 2">
            <a:extLst>
              <a:ext uri="{FF2B5EF4-FFF2-40B4-BE49-F238E27FC236}">
                <a16:creationId xmlns:a16="http://schemas.microsoft.com/office/drawing/2014/main" id="{6A714E9A-1478-7F26-4307-08020303560D}"/>
              </a:ext>
            </a:extLst>
          </p:cNvPr>
          <p:cNvSpPr>
            <a:spLocks noGrp="1"/>
          </p:cNvSpPr>
          <p:nvPr>
            <p:ph idx="20" hasCustomPrompt="1"/>
          </p:nvPr>
        </p:nvSpPr>
        <p:spPr>
          <a:xfrm>
            <a:off x="5423967" y="3605645"/>
            <a:ext cx="6217171" cy="2322486"/>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Sparkasse Musterstadt </a:t>
            </a:r>
          </a:p>
          <a:p>
            <a:pPr lvl="1"/>
            <a:br>
              <a:rPr lang="de-DE" dirty="0"/>
            </a:br>
            <a:r>
              <a:rPr lang="de-DE" dirty="0"/>
              <a:t>+49 12 34567-890</a:t>
            </a:r>
            <a:br>
              <a:rPr lang="de-DE" dirty="0"/>
            </a:br>
            <a:r>
              <a:rPr lang="de-DE" dirty="0" err="1"/>
              <a:t>muster@sparkasse-musterstadt.de</a:t>
            </a:r>
            <a:endParaRPr lang="de-DE" dirty="0"/>
          </a:p>
        </p:txBody>
      </p:sp>
      <p:sp>
        <p:nvSpPr>
          <p:cNvPr id="2" name="Titel 1">
            <a:extLst>
              <a:ext uri="{FF2B5EF4-FFF2-40B4-BE49-F238E27FC236}">
                <a16:creationId xmlns:a16="http://schemas.microsoft.com/office/drawing/2014/main" id="{7FE28FB5-24E0-4115-EBE0-828E5B943EB2}"/>
              </a:ext>
            </a:extLst>
          </p:cNvPr>
          <p:cNvSpPr>
            <a:spLocks noGrp="1"/>
          </p:cNvSpPr>
          <p:nvPr>
            <p:ph type="title" hasCustomPrompt="1"/>
          </p:nvPr>
        </p:nvSpPr>
        <p:spPr>
          <a:xfrm>
            <a:off x="600891" y="3024000"/>
            <a:ext cx="3327357" cy="810000"/>
          </a:xfrm>
        </p:spPr>
        <p:txBody>
          <a:bodyPr/>
          <a:lstStyle>
            <a:lvl1pPr algn="ctr">
              <a:defRPr sz="4800">
                <a:solidFill>
                  <a:schemeClr val="bg1"/>
                </a:solidFill>
              </a:defRPr>
            </a:lvl1pPr>
          </a:lstStyle>
          <a:p>
            <a:r>
              <a:rPr lang="de-DE" dirty="0"/>
              <a:t>Danke.</a:t>
            </a:r>
          </a:p>
        </p:txBody>
      </p:sp>
    </p:spTree>
    <p:extLst>
      <p:ext uri="{BB962C8B-B14F-4D97-AF65-F5344CB8AC3E}">
        <p14:creationId xmlns:p14="http://schemas.microsoft.com/office/powerpoint/2010/main" val="2202902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chlussfolie #5">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lvl1pPr>
          </a:lstStyle>
          <a:p>
            <a:r>
              <a:rPr lang="de-DE" dirty="0"/>
              <a:t>Danke.</a:t>
            </a:r>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Sparkasse Musterstadt</a:t>
            </a:r>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muster@sparkasse-musterstadt.de</a:t>
            </a:r>
          </a:p>
        </p:txBody>
      </p:sp>
    </p:spTree>
    <p:extLst>
      <p:ext uri="{BB962C8B-B14F-4D97-AF65-F5344CB8AC3E}">
        <p14:creationId xmlns:p14="http://schemas.microsoft.com/office/powerpoint/2010/main" val="23868467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chlussfolie #6">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solidFill>
                  <a:schemeClr val="bg1"/>
                </a:solidFill>
              </a:defRPr>
            </a:lvl1pPr>
          </a:lstStyle>
          <a:p>
            <a:r>
              <a:rPr lang="de-DE" dirty="0"/>
              <a:t>Danke.</a:t>
            </a:r>
          </a:p>
        </p:txBody>
      </p:sp>
      <p:cxnSp>
        <p:nvCxnSpPr>
          <p:cNvPr id="2" name="Gerader Verbinder 1">
            <a:extLst>
              <a:ext uri="{FF2B5EF4-FFF2-40B4-BE49-F238E27FC236}">
                <a16:creationId xmlns:a16="http://schemas.microsoft.com/office/drawing/2014/main" id="{480FCCA5-E8A9-F17E-4570-899F03170D2B}"/>
              </a:ext>
            </a:extLst>
          </p:cNvPr>
          <p:cNvCxnSpPr/>
          <p:nvPr userDrawn="1"/>
        </p:nvCxnSpPr>
        <p:spPr>
          <a:xfrm>
            <a:off x="4529138"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Inhaltsplatzhalter 2">
            <a:extLst>
              <a:ext uri="{FF2B5EF4-FFF2-40B4-BE49-F238E27FC236}">
                <a16:creationId xmlns:a16="http://schemas.microsoft.com/office/drawing/2014/main" id="{AA9D6592-5362-0196-5092-96EFEB5FD2D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solidFill>
                  <a:schemeClr val="bg1"/>
                </a:solidFill>
                <a:latin typeface="Sparkasse Medium" panose="020B0603080202020204" pitchFamily="34" charset="0"/>
              </a:defRPr>
            </a:lvl1pPr>
            <a:lvl2pPr marL="0" indent="0">
              <a:spcBef>
                <a:spcPts val="0"/>
              </a:spcBef>
              <a:buFontTx/>
              <a:buNone/>
              <a:defRPr>
                <a:solidFill>
                  <a:schemeClr val="bg1"/>
                </a:solidFill>
              </a:defRPr>
            </a:lvl2pPr>
            <a:lvl3pPr marL="216000">
              <a:spcBef>
                <a:spcPts val="600"/>
              </a:spcBef>
              <a:defRPr/>
            </a:lvl3pPr>
            <a:lvl4pPr marL="432000">
              <a:spcBef>
                <a:spcPts val="600"/>
              </a:spcBef>
              <a:defRPr/>
            </a:lvl4pPr>
            <a:lvl5pPr marL="648000">
              <a:spcBef>
                <a:spcPts val="600"/>
              </a:spcBef>
              <a:defRPr/>
            </a:lvl5pPr>
          </a:lstStyle>
          <a:p>
            <a:pPr lvl="0"/>
            <a:r>
              <a:rPr lang="de-DE" dirty="0"/>
              <a:t>Sparkasse Musterstadt</a:t>
            </a:r>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muster@sparkasse-musterstadt.de</a:t>
            </a:r>
          </a:p>
        </p:txBody>
      </p:sp>
    </p:spTree>
    <p:extLst>
      <p:ext uri="{BB962C8B-B14F-4D97-AF65-F5344CB8AC3E}">
        <p14:creationId xmlns:p14="http://schemas.microsoft.com/office/powerpoint/2010/main" val="41180886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chlussfolie #7">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979474"/>
            <a:ext cx="6217171" cy="4319725"/>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Vertraulichkeit und Nutzung dieser Unterlage</a:t>
            </a:r>
            <a:br>
              <a:rPr lang="de-DE" dirty="0"/>
            </a:br>
            <a:endParaRPr lang="de-DE" dirty="0"/>
          </a:p>
          <a:p>
            <a:pPr lvl="1"/>
            <a:r>
              <a:rPr lang="de-DE" dirty="0"/>
              <a:t>Der Inhalt dieser Unterlage ist vertraulich zu behandeln. </a:t>
            </a:r>
          </a:p>
          <a:p>
            <a:pPr lvl="1"/>
            <a:r>
              <a:rPr lang="de-DE" dirty="0"/>
              <a:t>Vertrauliche Behandlung bedeutet, dass Inhalte und Informationen Dritten nicht zugänglich gemacht und durch diese nicht wirtschaftlich verwertet werden dürfen. Eine darüber hinausgehende Verwendung oder die Weitergabe an Dritte bedarf der schriftlichen Zustimmung der Urheber oder des Auftraggebers. </a:t>
            </a:r>
          </a:p>
          <a:p>
            <a:pPr lvl="1"/>
            <a:endParaRPr lang="de-DE" dirty="0"/>
          </a:p>
          <a:p>
            <a:pPr lvl="1"/>
            <a:r>
              <a:rPr lang="de-DE" dirty="0"/>
              <a:t>Alle Abbildungen und Texte in dieser Präsentation sind urheberrechtlich geschützt. Die Rechte liegen bei den Urhebern. Jegliche externe Verwendung oder Reproduktion in elektronischer oder gedruckter Form bedarf der ausdrücklichen Zustimmung durch die Urheber.</a:t>
            </a:r>
          </a:p>
        </p:txBody>
      </p:sp>
    </p:spTree>
    <p:extLst>
      <p:ext uri="{BB962C8B-B14F-4D97-AF65-F5344CB8AC3E}">
        <p14:creationId xmlns:p14="http://schemas.microsoft.com/office/powerpoint/2010/main" val="2446533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chlussfolie #8">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0"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598999" y="3010602"/>
            <a:ext cx="11042139" cy="836795"/>
          </a:xfrm>
        </p:spPr>
        <p:txBody>
          <a:bodyPr anchor="ctr" anchorCtr="0"/>
          <a:lstStyle>
            <a:lvl1pPr algn="ctr">
              <a:lnSpc>
                <a:spcPct val="100000"/>
              </a:lnSpc>
              <a:defRPr sz="4800">
                <a:solidFill>
                  <a:schemeClr val="bg1"/>
                </a:solidFill>
              </a:defRPr>
            </a:lvl1pPr>
          </a:lstStyle>
          <a:p>
            <a:r>
              <a:rPr lang="de-DE" dirty="0"/>
              <a:t> Weil’s um mehr als Geld geht.</a:t>
            </a:r>
          </a:p>
        </p:txBody>
      </p:sp>
      <p:sp>
        <p:nvSpPr>
          <p:cNvPr id="3" name="Textfeld 2">
            <a:extLst>
              <a:ext uri="{FF2B5EF4-FFF2-40B4-BE49-F238E27FC236}">
                <a16:creationId xmlns:a16="http://schemas.microsoft.com/office/drawing/2014/main" id="{BE1A973E-B4A5-1B77-3CC3-8C6930343552}"/>
              </a:ext>
            </a:extLst>
          </p:cNvPr>
          <p:cNvSpPr txBox="1"/>
          <p:nvPr userDrawn="1"/>
        </p:nvSpPr>
        <p:spPr>
          <a:xfrm flipH="1">
            <a:off x="294967" y="3575009"/>
            <a:ext cx="45719"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36732817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el-Folie #1">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1152525" y="1189428"/>
            <a:ext cx="10488613" cy="2376000"/>
          </a:xfrm>
        </p:spPr>
        <p:txBody>
          <a:bodyPr anchor="b" anchorCtr="0"/>
          <a:lstStyle>
            <a:lvl1pPr algn="ctr">
              <a:defRPr sz="4800">
                <a:solidFill>
                  <a:schemeClr val="bg1"/>
                </a:solidFill>
              </a:defRPr>
            </a:lvl1pPr>
          </a:lstStyle>
          <a:p>
            <a:r>
              <a:rPr lang="de-DE"/>
              <a:t>Titel #1 Sparkasse Head 48pt </a:t>
            </a:r>
            <a:br>
              <a:rPr lang="de-DE"/>
            </a:br>
            <a:r>
              <a:rPr lang="de-DE"/>
              <a:t>zentriert ein- bis dreizeilig</a:t>
            </a:r>
          </a:p>
        </p:txBody>
      </p:sp>
      <p:sp>
        <p:nvSpPr>
          <p:cNvPr id="3" name="Untertitel 2">
            <a:extLst>
              <a:ext uri="{FF2B5EF4-FFF2-40B4-BE49-F238E27FC236}">
                <a16:creationId xmlns:a16="http://schemas.microsoft.com/office/drawing/2014/main" id="{47C4F625-5994-40E2-A7F6-DEFBD05E874F}"/>
              </a:ext>
            </a:extLst>
          </p:cNvPr>
          <p:cNvSpPr>
            <a:spLocks noGrp="1"/>
          </p:cNvSpPr>
          <p:nvPr>
            <p:ph type="subTitle" idx="1" hasCustomPrompt="1"/>
          </p:nvPr>
        </p:nvSpPr>
        <p:spPr>
          <a:xfrm>
            <a:off x="1152525" y="3716850"/>
            <a:ext cx="10488612" cy="396000"/>
          </a:xfrm>
        </p:spPr>
        <p:txBody>
          <a:bodyPr/>
          <a:lstStyle>
            <a:lvl1pPr marL="0" indent="0" algn="ctr">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Optionale </a:t>
            </a:r>
            <a:r>
              <a:rPr lang="de-DE" err="1"/>
              <a:t>Subline</a:t>
            </a:r>
            <a:r>
              <a:rPr lang="de-DE"/>
              <a:t> Sparkasse Medium 20pt</a:t>
            </a:r>
          </a:p>
        </p:txBody>
      </p:sp>
      <p:sp>
        <p:nvSpPr>
          <p:cNvPr id="6" name="Textplatzhalter 2">
            <a:extLst>
              <a:ext uri="{FF2B5EF4-FFF2-40B4-BE49-F238E27FC236}">
                <a16:creationId xmlns:a16="http://schemas.microsoft.com/office/drawing/2014/main" id="{A7A7EE83-79EA-460F-89C1-5479B11B3B09}"/>
              </a:ext>
            </a:extLst>
          </p:cNvPr>
          <p:cNvSpPr>
            <a:spLocks noGrp="1"/>
          </p:cNvSpPr>
          <p:nvPr>
            <p:ph type="body" idx="13" hasCustomPrompt="1"/>
          </p:nvPr>
        </p:nvSpPr>
        <p:spPr>
          <a:xfrm>
            <a:off x="1152525" y="4918479"/>
            <a:ext cx="10490400" cy="180000"/>
          </a:xfrm>
        </p:spPr>
        <p:txBody>
          <a:bodyPr/>
          <a:lstStyle>
            <a:lvl1pPr marL="0" indent="0" algn="ctr">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a:t>Vorname Nachname Sparkasse Regular 12pt | Ort, Datum</a:t>
            </a:r>
          </a:p>
        </p:txBody>
      </p:sp>
      <p:sp>
        <p:nvSpPr>
          <p:cNvPr id="4" name="Rechteck 3">
            <a:extLst>
              <a:ext uri="{FF2B5EF4-FFF2-40B4-BE49-F238E27FC236}">
                <a16:creationId xmlns:a16="http://schemas.microsoft.com/office/drawing/2014/main" id="{B908447A-A357-FD7A-74E2-53CCB1D69DB2}"/>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BB5A85AC-1722-A12F-ED20-9FF7FB04AF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17714F21-FFB9-D8A3-09EE-F75679BA9B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320203" y="5480725"/>
            <a:ext cx="5019958" cy="1062275"/>
          </a:xfrm>
          <a:prstGeom prst="rect">
            <a:avLst/>
          </a:prstGeom>
        </p:spPr>
      </p:pic>
    </p:spTree>
    <p:extLst>
      <p:ext uri="{BB962C8B-B14F-4D97-AF65-F5344CB8AC3E}">
        <p14:creationId xmlns:p14="http://schemas.microsoft.com/office/powerpoint/2010/main" val="2759007891"/>
      </p:ext>
    </p:extLst>
  </p:cSld>
  <p:clrMapOvr>
    <a:masterClrMapping/>
  </p:clrMapOvr>
  <p:extLst>
    <p:ext uri="{DCECCB84-F9BA-43D5-87BE-67443E8EF086}">
      <p15:sldGuideLst xmlns:p15="http://schemas.microsoft.com/office/powerpoint/2012/main">
        <p15:guide id="1" pos="3514">
          <p15:clr>
            <a:srgbClr val="FBAE40"/>
          </p15:clr>
        </p15:guide>
        <p15:guide id="2" pos="3686">
          <p15:clr>
            <a:srgbClr val="FBAE40"/>
          </p15:clr>
        </p15:guide>
        <p15:guide id="3" orient="horz" pos="3640">
          <p15:clr>
            <a:srgbClr val="FBAE40"/>
          </p15:clr>
        </p15:guide>
        <p15:guide id="4" orient="horz" pos="378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el-Folie #2">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792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Bildplatzhalter 4">
            <a:extLst>
              <a:ext uri="{FF2B5EF4-FFF2-40B4-BE49-F238E27FC236}">
                <a16:creationId xmlns:a16="http://schemas.microsoft.com/office/drawing/2014/main" id="{770A8487-9BC7-7696-CEC0-6A15DDD60D36}"/>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spcBef>
                <a:spcPts val="0"/>
              </a:spcBef>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a:t>Bitte fügen Sie ein Bild über Klick auf das Symbol im Platzhalter ein </a:t>
            </a:r>
            <a:r>
              <a:rPr lang="de-DE"/>
              <a:t>und stellen sie es über Anordnen &gt; In den Hintergrund</a:t>
            </a:r>
            <a:r>
              <a:rPr lang="de-DE" noProof="0"/>
              <a:t>. Oder mit Klick auf den Platzhalter und der rechten Maustaste den Befehl „Bild einfügen“ auswählen. Oder ein Bild aus der Zwischenablage in den angeklickten Platzhalter einfügen. Format </a:t>
            </a:r>
            <a:r>
              <a:rPr lang="de-DE"/>
              <a:t>11,41 x 19,05 cm.</a:t>
            </a:r>
          </a:p>
        </p:txBody>
      </p:sp>
      <p:sp>
        <p:nvSpPr>
          <p:cNvPr id="6" name="Untertitel 2">
            <a:extLst>
              <a:ext uri="{FF2B5EF4-FFF2-40B4-BE49-F238E27FC236}">
                <a16:creationId xmlns:a16="http://schemas.microsoft.com/office/drawing/2014/main" id="{C6F23CE8-BDF6-85CC-B3F3-066A79865DE3}"/>
              </a:ext>
            </a:extLst>
          </p:cNvPr>
          <p:cNvSpPr>
            <a:spLocks noGrp="1"/>
          </p:cNvSpPr>
          <p:nvPr>
            <p:ph type="subTitle" idx="1" hasCustomPrompt="1"/>
          </p:nvPr>
        </p:nvSpPr>
        <p:spPr>
          <a:xfrm>
            <a:off x="1152525"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Optionale </a:t>
            </a:r>
            <a:r>
              <a:rPr lang="de-DE" err="1"/>
              <a:t>Subline</a:t>
            </a:r>
            <a:r>
              <a:rPr lang="de-DE"/>
              <a:t> Sparkasse Medium 20pt</a:t>
            </a:r>
          </a:p>
        </p:txBody>
      </p:sp>
      <p:sp>
        <p:nvSpPr>
          <p:cNvPr id="9" name="Textplatzhalter 2">
            <a:extLst>
              <a:ext uri="{FF2B5EF4-FFF2-40B4-BE49-F238E27FC236}">
                <a16:creationId xmlns:a16="http://schemas.microsoft.com/office/drawing/2014/main" id="{4BF9713A-E657-42CE-094B-DDA0F740F2F8}"/>
              </a:ext>
            </a:extLst>
          </p:cNvPr>
          <p:cNvSpPr>
            <a:spLocks noGrp="1"/>
          </p:cNvSpPr>
          <p:nvPr>
            <p:ph type="body" idx="14" hasCustomPrompt="1"/>
          </p:nvPr>
        </p:nvSpPr>
        <p:spPr>
          <a:xfrm>
            <a:off x="1152000"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a:t>Vorname Nachname Sparkasse Regular 12pt | Ort, Datum</a:t>
            </a:r>
          </a:p>
        </p:txBody>
      </p:sp>
      <p:sp>
        <p:nvSpPr>
          <p:cNvPr id="10" name="Titel 1">
            <a:extLst>
              <a:ext uri="{FF2B5EF4-FFF2-40B4-BE49-F238E27FC236}">
                <a16:creationId xmlns:a16="http://schemas.microsoft.com/office/drawing/2014/main" id="{4A6EAB25-F5EE-6677-9E08-889DD7C709C3}"/>
              </a:ext>
            </a:extLst>
          </p:cNvPr>
          <p:cNvSpPr>
            <a:spLocks noGrp="1"/>
          </p:cNvSpPr>
          <p:nvPr>
            <p:ph type="ctrTitle" hasCustomPrompt="1"/>
          </p:nvPr>
        </p:nvSpPr>
        <p:spPr>
          <a:xfrm>
            <a:off x="1152000" y="1189428"/>
            <a:ext cx="6224270" cy="2376000"/>
          </a:xfrm>
        </p:spPr>
        <p:txBody>
          <a:bodyPr anchor="b" anchorCtr="0"/>
          <a:lstStyle>
            <a:lvl1pPr algn="l">
              <a:defRPr sz="4800">
                <a:solidFill>
                  <a:schemeClr val="bg1"/>
                </a:solidFill>
              </a:defRPr>
            </a:lvl1pPr>
          </a:lstStyle>
          <a:p>
            <a:r>
              <a:rPr lang="de-DE"/>
              <a:t>Titel #2 Sparkasse Head 48pt linksbündig</a:t>
            </a:r>
          </a:p>
        </p:txBody>
      </p:sp>
      <p:sp>
        <p:nvSpPr>
          <p:cNvPr id="2" name="Rechteck 1">
            <a:extLst>
              <a:ext uri="{FF2B5EF4-FFF2-40B4-BE49-F238E27FC236}">
                <a16:creationId xmlns:a16="http://schemas.microsoft.com/office/drawing/2014/main" id="{B9059D5D-2102-883F-0C67-F7D34EAAA684}"/>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a:extLst>
              <a:ext uri="{FF2B5EF4-FFF2-40B4-BE49-F238E27FC236}">
                <a16:creationId xmlns:a16="http://schemas.microsoft.com/office/drawing/2014/main" id="{C68611AC-84AF-26B0-633C-F477D40F4FE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Grafik 4">
            <a:extLst>
              <a:ext uri="{FF2B5EF4-FFF2-40B4-BE49-F238E27FC236}">
                <a16:creationId xmlns:a16="http://schemas.microsoft.com/office/drawing/2014/main" id="{2D3F22E1-5ED2-A554-935E-F2F95479536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88983" y="5486551"/>
            <a:ext cx="5019958" cy="1062275"/>
          </a:xfrm>
          <a:prstGeom prst="rect">
            <a:avLst/>
          </a:prstGeom>
        </p:spPr>
      </p:pic>
    </p:spTree>
    <p:extLst>
      <p:ext uri="{BB962C8B-B14F-4D97-AF65-F5344CB8AC3E}">
        <p14:creationId xmlns:p14="http://schemas.microsoft.com/office/powerpoint/2010/main" val="727647049"/>
      </p:ext>
    </p:extLst>
  </p:cSld>
  <p:clrMapOvr>
    <a:masterClrMapping/>
  </p:clrMapOvr>
  <p:extLst>
    <p:ext uri="{DCECCB84-F9BA-43D5-87BE-67443E8EF086}">
      <p15:sldGuideLst xmlns:p15="http://schemas.microsoft.com/office/powerpoint/2012/main">
        <p15:guide id="2" pos="725">
          <p15:clr>
            <a:srgbClr val="FBAE40"/>
          </p15:clr>
        </p15:guide>
        <p15:guide id="3" pos="895">
          <p15:clr>
            <a:srgbClr val="FBAE40"/>
          </p15:clr>
        </p15:guide>
        <p15:guide id="4" orient="horz" pos="3640">
          <p15:clr>
            <a:srgbClr val="FBAE40"/>
          </p15:clr>
        </p15:guide>
        <p15:guide id="5" orient="horz" pos="378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el-Folie #3">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1"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5416869" y="1200125"/>
            <a:ext cx="6224270" cy="2376000"/>
          </a:xfrm>
        </p:spPr>
        <p:txBody>
          <a:bodyPr anchor="b" anchorCtr="0"/>
          <a:lstStyle>
            <a:lvl1pPr algn="l">
              <a:defRPr sz="4800">
                <a:solidFill>
                  <a:schemeClr val="bg1"/>
                </a:solidFill>
              </a:defRPr>
            </a:lvl1pPr>
          </a:lstStyle>
          <a:p>
            <a:r>
              <a:rPr lang="de-DE"/>
              <a:t>Titel #3 Sparkasse Head 48pt linksbündig</a:t>
            </a:r>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5062268"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35" name="Grafik 34">
            <a:extLst>
              <a:ext uri="{FF2B5EF4-FFF2-40B4-BE49-F238E27FC236}">
                <a16:creationId xmlns:a16="http://schemas.microsoft.com/office/drawing/2014/main" id="{CE2210D0-05BF-B262-B3CF-2FF9A965C9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8174" y="1798538"/>
            <a:ext cx="2001600" cy="2598565"/>
          </a:xfrm>
          <a:prstGeom prst="rect">
            <a:avLst/>
          </a:prstGeom>
        </p:spPr>
      </p:pic>
      <p:sp>
        <p:nvSpPr>
          <p:cNvPr id="5" name="Untertitel 2">
            <a:extLst>
              <a:ext uri="{FF2B5EF4-FFF2-40B4-BE49-F238E27FC236}">
                <a16:creationId xmlns:a16="http://schemas.microsoft.com/office/drawing/2014/main" id="{6C4724CA-3CFE-5EC8-1ED3-F455ACB1A143}"/>
              </a:ext>
            </a:extLst>
          </p:cNvPr>
          <p:cNvSpPr>
            <a:spLocks noGrp="1"/>
          </p:cNvSpPr>
          <p:nvPr>
            <p:ph type="subTitle" idx="1" hasCustomPrompt="1"/>
          </p:nvPr>
        </p:nvSpPr>
        <p:spPr>
          <a:xfrm>
            <a:off x="5417394"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Optionale </a:t>
            </a:r>
            <a:r>
              <a:rPr lang="de-DE" err="1"/>
              <a:t>Subline</a:t>
            </a:r>
            <a:r>
              <a:rPr lang="de-DE"/>
              <a:t> Sparkasse Medium 20pt</a:t>
            </a:r>
          </a:p>
        </p:txBody>
      </p:sp>
      <p:sp>
        <p:nvSpPr>
          <p:cNvPr id="6" name="Textplatzhalter 2">
            <a:extLst>
              <a:ext uri="{FF2B5EF4-FFF2-40B4-BE49-F238E27FC236}">
                <a16:creationId xmlns:a16="http://schemas.microsoft.com/office/drawing/2014/main" id="{D9CF29AC-CF56-E19D-71E8-BF0E6ED34A64}"/>
              </a:ext>
            </a:extLst>
          </p:cNvPr>
          <p:cNvSpPr>
            <a:spLocks noGrp="1"/>
          </p:cNvSpPr>
          <p:nvPr>
            <p:ph type="body" idx="14" hasCustomPrompt="1"/>
          </p:nvPr>
        </p:nvSpPr>
        <p:spPr>
          <a:xfrm>
            <a:off x="5416869"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a:t>Vorname Nachname Sparkasse Regular 12pt | Ort, Datum</a:t>
            </a:r>
          </a:p>
        </p:txBody>
      </p:sp>
      <p:pic>
        <p:nvPicPr>
          <p:cNvPr id="3" name="Grafik 2">
            <a:extLst>
              <a:ext uri="{FF2B5EF4-FFF2-40B4-BE49-F238E27FC236}">
                <a16:creationId xmlns:a16="http://schemas.microsoft.com/office/drawing/2014/main" id="{DB27F3E2-3F8A-7394-2302-441A66E495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152864" y="5486551"/>
            <a:ext cx="5019958" cy="1062275"/>
          </a:xfrm>
          <a:prstGeom prst="rect">
            <a:avLst/>
          </a:prstGeom>
        </p:spPr>
      </p:pic>
    </p:spTree>
    <p:extLst>
      <p:ext uri="{BB962C8B-B14F-4D97-AF65-F5344CB8AC3E}">
        <p14:creationId xmlns:p14="http://schemas.microsoft.com/office/powerpoint/2010/main" val="3801681718"/>
      </p:ext>
    </p:extLst>
  </p:cSld>
  <p:clrMapOvr>
    <a:masterClrMapping/>
  </p:clrMapOvr>
  <p:extLst>
    <p:ext uri="{DCECCB84-F9BA-43D5-87BE-67443E8EF086}">
      <p15:sldGuideLst xmlns:p15="http://schemas.microsoft.com/office/powerpoint/2012/main">
        <p15:guide id="1" orient="horz" pos="3640">
          <p15:clr>
            <a:srgbClr val="FBAE40"/>
          </p15:clr>
        </p15:guide>
        <p15:guide id="2" pos="3412">
          <p15:clr>
            <a:srgbClr val="FBAE40"/>
          </p15:clr>
        </p15:guide>
        <p15:guide id="3" pos="3582">
          <p15:clr>
            <a:srgbClr val="FBAE40"/>
          </p15:clr>
        </p15:guide>
        <p15:guide id="4" orient="horz" pos="3786">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Agenda-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5" y="0"/>
            <a:ext cx="391489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000" y="2159999"/>
            <a:ext cx="2836800" cy="2459380"/>
          </a:xfrm>
        </p:spPr>
        <p:txBody>
          <a:bodyPr anchor="ctr" anchorCtr="0"/>
          <a:lstStyle>
            <a:lvl1pPr algn="l">
              <a:lnSpc>
                <a:spcPct val="100000"/>
              </a:lnSpc>
              <a:defRPr sz="4800">
                <a:solidFill>
                  <a:schemeClr val="bg1"/>
                </a:solidFill>
              </a:defRPr>
            </a:lvl1pPr>
          </a:lstStyle>
          <a:p>
            <a:r>
              <a:rPr lang="de-DE"/>
              <a:t>Inhalt #1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6" name="Textplatzhalter 2">
            <a:extLst>
              <a:ext uri="{FF2B5EF4-FFF2-40B4-BE49-F238E27FC236}">
                <a16:creationId xmlns:a16="http://schemas.microsoft.com/office/drawing/2014/main" id="{B47B5461-A8FF-CC0C-3FEE-C5447276F4D5}"/>
              </a:ext>
            </a:extLst>
          </p:cNvPr>
          <p:cNvSpPr>
            <a:spLocks noGrp="1"/>
          </p:cNvSpPr>
          <p:nvPr>
            <p:ph idx="1" hasCustomPrompt="1"/>
          </p:nvPr>
        </p:nvSpPr>
        <p:spPr>
          <a:xfrm>
            <a:off x="5418000" y="792000"/>
            <a:ext cx="6224399" cy="5507201"/>
          </a:xfrm>
          <a:prstGeom prst="rect">
            <a:avLst/>
          </a:prstGeom>
        </p:spPr>
        <p:txBody>
          <a:bodyPr vert="horz" lIns="0" tIns="0" rIns="0" bIns="0" rtlCol="0" anchor="ctr" anchorCtr="0">
            <a:noAutofit/>
          </a:bodyPr>
          <a:lstStyle>
            <a:lvl1pPr marL="324000" indent="-324000">
              <a:lnSpc>
                <a:spcPct val="100000"/>
              </a:lnSpc>
              <a:spcBef>
                <a:spcPts val="2200"/>
              </a:spcBef>
              <a:buFont typeface="+mj-lt"/>
              <a:buAutoNum type="arabicPeriod"/>
              <a:tabLst>
                <a:tab pos="324000" algn="l"/>
              </a:tabLst>
              <a:defRPr sz="2000">
                <a:latin typeface="Sparkasse Medium" panose="020B0603080202020204" pitchFamily="34" charset="0"/>
              </a:defRPr>
            </a:lvl1pPr>
            <a:lvl2pPr marL="324000" indent="0">
              <a:spcBef>
                <a:spcPts val="0"/>
              </a:spcBef>
              <a:buFontTx/>
              <a:buNone/>
              <a:defRPr sz="1600"/>
            </a:lvl2pPr>
            <a:lvl3pPr marL="324000" indent="0">
              <a:spcBef>
                <a:spcPts val="0"/>
              </a:spcBef>
              <a:buFontTx/>
              <a:buNone/>
              <a:defRPr sz="1600"/>
            </a:lvl3pPr>
            <a:lvl4pPr marL="324000" indent="0">
              <a:spcBef>
                <a:spcPts val="0"/>
              </a:spcBef>
              <a:buFontTx/>
              <a:buNone/>
              <a:defRPr sz="1600"/>
            </a:lvl4pPr>
            <a:lvl5pPr marL="324000" indent="0">
              <a:spcBef>
                <a:spcPts val="0"/>
              </a:spcBef>
              <a:buFontTx/>
              <a:buNone/>
              <a:defRPr sz="1600"/>
            </a:lvl5pPr>
          </a:lstStyle>
          <a:p>
            <a:pPr lvl="0"/>
            <a:r>
              <a:rPr lang="de-DE" err="1"/>
              <a:t>Agendapunkt</a:t>
            </a:r>
            <a:r>
              <a:rPr lang="de-DE"/>
              <a:t> Sparkasse Md 20pt</a:t>
            </a:r>
          </a:p>
          <a:p>
            <a:pPr lvl="1"/>
            <a:r>
              <a:rPr lang="de-DE"/>
              <a:t>1.1 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E51B1FE4-8CBE-D228-3388-3997A119D9BA}"/>
              </a:ext>
            </a:extLst>
          </p:cNvPr>
          <p:cNvSpPr>
            <a:spLocks noGrp="1"/>
          </p:cNvSpPr>
          <p:nvPr>
            <p:ph type="ftr" sz="quarter" idx="13"/>
          </p:nvPr>
        </p:nvSpPr>
        <p:spPr/>
        <p:txBody>
          <a:bodyPr/>
          <a:lstStyle/>
          <a:p>
            <a:r>
              <a:rPr lang="de-DE"/>
              <a:t>1. RO-Ansprechpartner RV und VDL | Digital | 02. Juni 2026</a:t>
            </a:r>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669961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genda-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p:txBody>
          <a:bodyPr/>
          <a:lstStyle>
            <a:lvl1pPr>
              <a:defRPr/>
            </a:lvl1pPr>
          </a:lstStyle>
          <a:p>
            <a:r>
              <a:rPr lang="de-DE"/>
              <a:t>Inhalt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Textplatzhalter 2">
            <a:extLst>
              <a:ext uri="{FF2B5EF4-FFF2-40B4-BE49-F238E27FC236}">
                <a16:creationId xmlns:a16="http://schemas.microsoft.com/office/drawing/2014/main" id="{1C6106C1-ACC7-8651-56FC-9C4D79721FBD}"/>
              </a:ext>
            </a:extLst>
          </p:cNvPr>
          <p:cNvSpPr>
            <a:spLocks noGrp="1"/>
          </p:cNvSpPr>
          <p:nvPr>
            <p:ph idx="1" hasCustomPrompt="1"/>
          </p:nvPr>
        </p:nvSpPr>
        <p:spPr>
          <a:xfrm>
            <a:off x="1150866" y="1566000"/>
            <a:ext cx="10488613" cy="4734000"/>
          </a:xfrm>
          <a:prstGeom prst="rect">
            <a:avLst/>
          </a:prstGeom>
        </p:spPr>
        <p:txBody>
          <a:bodyPr vert="horz" lIns="0" tIns="0" rIns="0" bIns="0" numCol="3" spcCol="180000" rtlCol="0" anchor="t" anchorCtr="0">
            <a:noAutofit/>
          </a:bodyPr>
          <a:lstStyle>
            <a:lvl1pPr marL="324000" indent="-324000">
              <a:lnSpc>
                <a:spcPct val="100000"/>
              </a:lnSpc>
              <a:spcBef>
                <a:spcPts val="2200"/>
              </a:spcBef>
              <a:buFont typeface="+mj-lt"/>
              <a:buAutoNum type="arabicPeriod"/>
              <a:tabLst>
                <a:tab pos="324000" algn="l"/>
              </a:tabLst>
              <a:defRPr sz="1600">
                <a:latin typeface="Sparkasse Medium" panose="020B0603080202020204" pitchFamily="34" charset="0"/>
                <a:ea typeface="Aero Medium" pitchFamily="2" charset="0"/>
              </a:defRPr>
            </a:lvl1pPr>
            <a:lvl2pPr marL="324000" indent="0">
              <a:lnSpc>
                <a:spcPct val="113000"/>
              </a:lnSpc>
              <a:spcBef>
                <a:spcPts val="0"/>
              </a:spcBef>
              <a:buFontTx/>
              <a:buNone/>
              <a:defRPr sz="1600"/>
            </a:lvl2pPr>
            <a:lvl3pPr marL="324000" indent="0">
              <a:lnSpc>
                <a:spcPct val="113000"/>
              </a:lnSpc>
              <a:spcBef>
                <a:spcPts val="0"/>
              </a:spcBef>
              <a:buFontTx/>
              <a:buNone/>
              <a:defRPr sz="1600"/>
            </a:lvl3pPr>
            <a:lvl4pPr marL="324000" indent="0">
              <a:lnSpc>
                <a:spcPct val="113000"/>
              </a:lnSpc>
              <a:spcBef>
                <a:spcPts val="0"/>
              </a:spcBef>
              <a:buFontTx/>
              <a:buNone/>
              <a:defRPr sz="1600"/>
            </a:lvl4pPr>
            <a:lvl5pPr marL="324000" indent="0">
              <a:lnSpc>
                <a:spcPct val="113000"/>
              </a:lnSpc>
              <a:spcBef>
                <a:spcPts val="0"/>
              </a:spcBef>
              <a:buFontTx/>
              <a:buNone/>
              <a:defRPr sz="1600"/>
            </a:lvl5pPr>
          </a:lstStyle>
          <a:p>
            <a:pPr lvl="0"/>
            <a:r>
              <a:rPr lang="de-DE" err="1"/>
              <a:t>Agendapunkt</a:t>
            </a:r>
            <a:r>
              <a:rPr lang="de-DE"/>
              <a:t> Sparkasse Md 16pt</a:t>
            </a:r>
          </a:p>
          <a:p>
            <a:pPr lvl="1"/>
            <a:r>
              <a:rPr lang="de-DE"/>
              <a:t>1.1 Zweite Ebene</a:t>
            </a:r>
          </a:p>
          <a:p>
            <a:pPr lvl="2"/>
            <a:r>
              <a:rPr lang="de-DE"/>
              <a:t>Dritte Ebene</a:t>
            </a:r>
          </a:p>
          <a:p>
            <a:pPr lvl="3"/>
            <a:r>
              <a:rPr lang="de-DE"/>
              <a:t>Vierte Ebene</a:t>
            </a:r>
          </a:p>
          <a:p>
            <a:pPr lvl="4"/>
            <a:r>
              <a:rPr lang="de-DE"/>
              <a:t>Fünfte Ebene</a:t>
            </a:r>
          </a:p>
        </p:txBody>
      </p:sp>
      <p:cxnSp>
        <p:nvCxnSpPr>
          <p:cNvPr id="33" name="Gerader Verbinder 32">
            <a:extLst>
              <a:ext uri="{FF2B5EF4-FFF2-40B4-BE49-F238E27FC236}">
                <a16:creationId xmlns:a16="http://schemas.microsoft.com/office/drawing/2014/main" id="{3D8AD20F-582F-905F-CD69-8556B9254432}"/>
              </a:ext>
            </a:extLst>
          </p:cNvPr>
          <p:cNvCxnSpPr>
            <a:cxnSpLocks/>
          </p:cNvCxnSpPr>
          <p:nvPr userDrawn="1"/>
        </p:nvCxnSpPr>
        <p:spPr>
          <a:xfrm>
            <a:off x="1150868" y="1401763"/>
            <a:ext cx="1049027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1CE48883-AA48-234A-87C5-6A89A76C900D}"/>
              </a:ext>
            </a:extLst>
          </p:cNvPr>
          <p:cNvSpPr>
            <a:spLocks noGrp="1"/>
          </p:cNvSpPr>
          <p:nvPr>
            <p:ph type="ftr" sz="quarter" idx="13"/>
          </p:nvPr>
        </p:nvSpPr>
        <p:spPr/>
        <p:txBody>
          <a:bodyPr/>
          <a:lstStyle/>
          <a:p>
            <a:r>
              <a:rPr lang="de-DE"/>
              <a:t>1. RO-Ansprechpartner RV und VDL | Digital | 02. Juni 2026</a:t>
            </a:r>
          </a:p>
        </p:txBody>
      </p:sp>
    </p:spTree>
    <p:extLst>
      <p:ext uri="{BB962C8B-B14F-4D97-AF65-F5344CB8AC3E}">
        <p14:creationId xmlns:p14="http://schemas.microsoft.com/office/powerpoint/2010/main" val="16537930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Kapiteltrenner-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692400"/>
            <a:ext cx="10488614" cy="3619616"/>
          </a:xfrm>
        </p:spPr>
        <p:txBody>
          <a:bodyPr anchor="t" anchorCtr="0"/>
          <a:lstStyle>
            <a:lvl1pPr algn="ctr">
              <a:defRPr sz="6000">
                <a:solidFill>
                  <a:schemeClr val="bg1"/>
                </a:solidFill>
              </a:defRPr>
            </a:lvl1pPr>
          </a:lstStyle>
          <a:p>
            <a:r>
              <a:rPr lang="de-DE" err="1"/>
              <a:t>Kapiteltrenner</a:t>
            </a:r>
            <a:r>
              <a:rPr lang="de-DE"/>
              <a:t> #1 </a:t>
            </a:r>
            <a:br>
              <a:rPr lang="de-DE"/>
            </a:br>
            <a:r>
              <a:rPr lang="de-DE"/>
              <a:t>Sparkasse Head 60pt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052000"/>
            <a:ext cx="10490400" cy="640400"/>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105086938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Kapiteltrenner-Folie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000" y="0"/>
            <a:ext cx="1158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bg1"/>
                </a:solidFill>
              </a:defRPr>
            </a:lvl1pPr>
          </a:lstStyle>
          <a:p>
            <a:r>
              <a:rPr lang="de-DE"/>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err="1"/>
              <a:t>Kapiteltrenner</a:t>
            </a:r>
            <a:r>
              <a:rPr lang="de-DE"/>
              <a:t> #2 Sparkasse </a:t>
            </a:r>
            <a:r>
              <a:rPr lang="de-DE" err="1"/>
              <a:t>Rg</a:t>
            </a:r>
            <a:r>
              <a:rPr lang="de-DE"/>
              <a:t>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7629779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Kapiteltrenner-Folie #3">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tx2"/>
                </a:solidFill>
              </a:defRPr>
            </a:lvl1pPr>
          </a:lstStyle>
          <a:p>
            <a:r>
              <a:rPr lang="de-DE"/>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err="1"/>
              <a:t>Kapiteltrenner</a:t>
            </a:r>
            <a:r>
              <a:rPr lang="de-DE"/>
              <a:t> #3 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5709577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Kapiteltrenner-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080000" y="2159998"/>
            <a:ext cx="2836800" cy="2573083"/>
          </a:xfrm>
        </p:spPr>
        <p:txBody>
          <a:bodyPr anchor="ctr" anchorCtr="0"/>
          <a:lstStyle>
            <a:lvl1pPr algn="ctr">
              <a:lnSpc>
                <a:spcPct val="80000"/>
              </a:lnSpc>
              <a:defRPr sz="10000">
                <a:solidFill>
                  <a:schemeClr val="bg1"/>
                </a:solidFill>
              </a:defRPr>
            </a:lvl1pPr>
          </a:lstStyle>
          <a:p>
            <a:r>
              <a:rPr lang="de-DE"/>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4685344" y="2159999"/>
            <a:ext cx="6957056" cy="2402516"/>
          </a:xfrm>
        </p:spPr>
        <p:txBody>
          <a:bodyPr anchor="ctr" anchorCtr="0"/>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err="1"/>
              <a:t>Kapiteltrenner</a:t>
            </a:r>
            <a:r>
              <a:rPr lang="de-DE"/>
              <a:t> #4 </a:t>
            </a:r>
            <a:br>
              <a:rPr lang="de-DE"/>
            </a:br>
            <a:r>
              <a:rPr lang="de-DE"/>
              <a:t>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6467867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Kapiteltrenner-Folie #5">
    <p:spTree>
      <p:nvGrpSpPr>
        <p:cNvPr id="1" name=""/>
        <p:cNvGrpSpPr/>
        <p:nvPr/>
      </p:nvGrpSpPr>
      <p:grpSpPr>
        <a:xfrm>
          <a:off x="0" y="0"/>
          <a:ext cx="0" cy="0"/>
          <a:chOff x="0" y="0"/>
          <a:chExt cx="0" cy="0"/>
        </a:xfrm>
      </p:grpSpPr>
      <p:sp>
        <p:nvSpPr>
          <p:cNvPr id="10" name="Bildplatzhalter 4">
            <a:extLst>
              <a:ext uri="{FF2B5EF4-FFF2-40B4-BE49-F238E27FC236}">
                <a16:creationId xmlns:a16="http://schemas.microsoft.com/office/drawing/2014/main" id="{F33785CD-D20E-FB23-4874-64E658A300D3}"/>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 </a:t>
            </a:r>
            <a:r>
              <a:rPr lang="de-DE"/>
              <a:t>und stellen sie es über Anordnen &gt; In den Hintergrund</a:t>
            </a:r>
            <a:r>
              <a:rPr lang="de-DE" noProof="0"/>
              <a:t>.</a:t>
            </a:r>
            <a:br>
              <a:rPr lang="de-DE" noProof="0"/>
            </a:br>
            <a:r>
              <a:rPr lang="de-DE" noProof="0"/>
              <a:t>Oder mit Klick auf den Platzhalter und der rechten Maustaste den Befehl „Bild einfügen“ auswählen. </a:t>
            </a:r>
            <a:br>
              <a:rPr lang="de-DE" noProof="0"/>
            </a:br>
            <a:r>
              <a:rPr lang="de-DE" noProof="0"/>
              <a:t>Oder ein Bild aus der Zwischenablage in den angeklickten Platzhalter einfügen. Format </a:t>
            </a:r>
            <a:r>
              <a:rPr lang="de-DE"/>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3129280"/>
            <a:ext cx="10488614" cy="1339722"/>
          </a:xfrm>
        </p:spPr>
        <p:txBody>
          <a:bodyPr anchor="t" anchorCtr="0"/>
          <a:lstStyle>
            <a:lvl1pPr algn="ctr">
              <a:defRPr sz="4800">
                <a:solidFill>
                  <a:schemeClr val="bg1"/>
                </a:solidFill>
              </a:defRPr>
            </a:lvl1pPr>
          </a:lstStyle>
          <a:p>
            <a:r>
              <a:rPr lang="de-DE" err="1"/>
              <a:t>Kapiteltrenner</a:t>
            </a:r>
            <a:r>
              <a:rPr lang="de-DE"/>
              <a:t> #5 </a:t>
            </a:r>
            <a:br>
              <a:rPr lang="de-DE"/>
            </a:br>
            <a:r>
              <a:rPr lang="de-DE"/>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326640"/>
            <a:ext cx="10490400" cy="639237"/>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3488531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Kapiteltrenner-Folie #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07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388740"/>
            <a:ext cx="6733618" cy="3910459"/>
          </a:xfrm>
        </p:spPr>
        <p:txBody>
          <a:bodyPr anchor="t" anchorCtr="0"/>
          <a:lstStyle>
            <a:lvl1pPr algn="l">
              <a:defRPr sz="4800">
                <a:solidFill>
                  <a:schemeClr val="bg1"/>
                </a:solidFill>
              </a:defRPr>
            </a:lvl1pPr>
          </a:lstStyle>
          <a:p>
            <a:r>
              <a:rPr lang="de-DE" err="1"/>
              <a:t>Kapiteltrenner</a:t>
            </a:r>
            <a:r>
              <a:rPr lang="de-DE"/>
              <a:t> #6 </a:t>
            </a:r>
            <a:br>
              <a:rPr lang="de-DE"/>
            </a:br>
            <a:r>
              <a:rPr lang="de-DE"/>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1699621"/>
            <a:ext cx="6734765" cy="360000"/>
          </a:xfrm>
        </p:spPr>
        <p:txBody>
          <a:bodyPr/>
          <a:lstStyle>
            <a:lvl1pPr marL="0" indent="0" algn="l">
              <a:lnSpc>
                <a:spcPct val="100000"/>
              </a:lnSpc>
              <a:spcBef>
                <a:spcPts val="0"/>
              </a:spcBef>
              <a:buNone/>
              <a:defRPr sz="3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Bildplatzhalter 4">
            <a:extLst>
              <a:ext uri="{FF2B5EF4-FFF2-40B4-BE49-F238E27FC236}">
                <a16:creationId xmlns:a16="http://schemas.microsoft.com/office/drawing/2014/main" id="{8C2D2830-9194-FB31-E576-D3CCF216298C}"/>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a:t>Bitte fügen Sie ein Bild über Klick auf das Symbol im Platzhalter ein </a:t>
            </a:r>
            <a:r>
              <a:rPr lang="de-DE"/>
              <a:t>und stellen sie es über Anordnen &gt; In den Hintergrund</a:t>
            </a:r>
            <a:r>
              <a:rPr lang="de-DE" noProof="0"/>
              <a:t>. Oder mit Klick auf den Platzhalter und der rechten Maustaste den Befehl „Bild einfügen“ auswählen. Oder ein Bild aus der Zwischenablage in den angeklickten Platzhalter einfügen. Format </a:t>
            </a:r>
            <a:r>
              <a:rPr lang="de-DE"/>
              <a:t>11,41 x 19,05 cm.</a:t>
            </a:r>
          </a:p>
        </p:txBody>
      </p:sp>
    </p:spTree>
    <p:extLst>
      <p:ext uri="{BB962C8B-B14F-4D97-AF65-F5344CB8AC3E}">
        <p14:creationId xmlns:p14="http://schemas.microsoft.com/office/powerpoint/2010/main" val="54343251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tatement-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a:t>»Statement #1 </a:t>
            </a:r>
            <a:br>
              <a:rPr lang="de-DE"/>
            </a:br>
            <a:r>
              <a:rPr lang="de-DE"/>
              <a:t>Sparkasse Head 48pt zentriert </a:t>
            </a:r>
            <a:br>
              <a:rPr lang="de-DE"/>
            </a:br>
            <a:r>
              <a:rPr lang="de-DE"/>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6147F71F-55B1-B29B-00C3-246FD7E20937}"/>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Sparkasse Head 28pt ein- bis max. zweizeilig</a:t>
            </a:r>
          </a:p>
        </p:txBody>
      </p:sp>
    </p:spTree>
    <p:extLst>
      <p:ext uri="{BB962C8B-B14F-4D97-AF65-F5344CB8AC3E}">
        <p14:creationId xmlns:p14="http://schemas.microsoft.com/office/powerpoint/2010/main" val="17048784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tatement-Folie #2">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defRPr sz="4800">
                <a:solidFill>
                  <a:schemeClr val="tx1"/>
                </a:solidFill>
              </a:defRPr>
            </a:lvl1pPr>
          </a:lstStyle>
          <a:p>
            <a:r>
              <a:rPr lang="de-DE"/>
              <a:t>»Statement #2 </a:t>
            </a:r>
            <a:br>
              <a:rPr lang="de-DE"/>
            </a:br>
            <a:r>
              <a:rPr lang="de-DE"/>
              <a:t>Sparkasse Head 48pt zentriert </a:t>
            </a:r>
            <a:br>
              <a:rPr lang="de-DE"/>
            </a:br>
            <a:r>
              <a:rPr lang="de-DE"/>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Untertitel 2">
            <a:extLst>
              <a:ext uri="{FF2B5EF4-FFF2-40B4-BE49-F238E27FC236}">
                <a16:creationId xmlns:a16="http://schemas.microsoft.com/office/drawing/2014/main" id="{4B7472F6-0A1B-4BFE-3C5B-E58101893473}"/>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Sparkasse Head 28pt ein- bis max. zweizeilig</a:t>
            </a:r>
          </a:p>
        </p:txBody>
      </p:sp>
    </p:spTree>
    <p:extLst>
      <p:ext uri="{BB962C8B-B14F-4D97-AF65-F5344CB8AC3E}">
        <p14:creationId xmlns:p14="http://schemas.microsoft.com/office/powerpoint/2010/main" val="257275407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tatement-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 </a:t>
            </a:r>
            <a:r>
              <a:rPr lang="de-DE"/>
              <a:t>und stellen sie es über Anordnen &gt; In den Hintergrund</a:t>
            </a:r>
            <a:r>
              <a:rPr lang="de-DE" noProof="0"/>
              <a:t>.</a:t>
            </a:r>
            <a:br>
              <a:rPr lang="de-DE" noProof="0"/>
            </a:br>
            <a:r>
              <a:rPr lang="de-DE" noProof="0"/>
              <a:t>Oder mit Klick auf den Platzhalter und der rechten Maustaste den Befehl „Bild einfügen“ auswählen. </a:t>
            </a:r>
            <a:br>
              <a:rPr lang="de-DE" noProof="0"/>
            </a:br>
            <a:r>
              <a:rPr lang="de-DE" noProof="0"/>
              <a:t>Oder ein Bild aus der Zwischenablage in den angeklickten Platzhalter einfügen. Format </a:t>
            </a:r>
            <a:r>
              <a:rPr lang="de-DE"/>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Titel 1">
            <a:extLst>
              <a:ext uri="{FF2B5EF4-FFF2-40B4-BE49-F238E27FC236}">
                <a16:creationId xmlns:a16="http://schemas.microsoft.com/office/drawing/2014/main" id="{A662E445-3F9C-1689-9EF8-97665E237461}"/>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a:t>»Statement #3 </a:t>
            </a:r>
            <a:br>
              <a:rPr lang="de-DE"/>
            </a:br>
            <a:r>
              <a:rPr lang="de-DE"/>
              <a:t>Sparkasse Head 48pt zentriert </a:t>
            </a:r>
            <a:br>
              <a:rPr lang="de-DE"/>
            </a:br>
            <a:r>
              <a:rPr lang="de-DE"/>
              <a:t>ein- bis vierzeilig«</a:t>
            </a:r>
          </a:p>
        </p:txBody>
      </p:sp>
      <p:sp>
        <p:nvSpPr>
          <p:cNvPr id="7" name="Textplatzhalter 2">
            <a:extLst>
              <a:ext uri="{FF2B5EF4-FFF2-40B4-BE49-F238E27FC236}">
                <a16:creationId xmlns:a16="http://schemas.microsoft.com/office/drawing/2014/main" id="{DADA7B2C-BB1E-E5CF-F561-56B80F14261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Autor oder Quelle Sparkasse Medium 14pt</a:t>
            </a:r>
          </a:p>
        </p:txBody>
      </p:sp>
    </p:spTree>
    <p:extLst>
      <p:ext uri="{BB962C8B-B14F-4D97-AF65-F5344CB8AC3E}">
        <p14:creationId xmlns:p14="http://schemas.microsoft.com/office/powerpoint/2010/main" val="14583709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tatement-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4" y="0"/>
            <a:ext cx="115804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a:t>»Statement #4 70pt </a:t>
            </a:r>
            <a:br>
              <a:rPr lang="de-DE"/>
            </a:br>
            <a:r>
              <a:rPr lang="de-DE"/>
              <a:t>ein- bis zweizeilig«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7F4BE844-4F8F-9FF2-E0D2-49CF96E7D397}"/>
              </a:ext>
            </a:extLst>
          </p:cNvPr>
          <p:cNvSpPr>
            <a:spLocks noGrp="1"/>
          </p:cNvSpPr>
          <p:nvPr>
            <p:ph type="subTitle" idx="13" hasCustomPrompt="1"/>
          </p:nvPr>
        </p:nvSpPr>
        <p:spPr>
          <a:xfrm>
            <a:off x="1152000" y="4860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Sparkasse Head 28pt ein- bis max. zweizeilig</a:t>
            </a:r>
          </a:p>
        </p:txBody>
      </p:sp>
    </p:spTree>
    <p:extLst>
      <p:ext uri="{BB962C8B-B14F-4D97-AF65-F5344CB8AC3E}">
        <p14:creationId xmlns:p14="http://schemas.microsoft.com/office/powerpoint/2010/main" val="158310495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tatement-Folie #5">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7EF46AA4-776F-67D3-9248-1E350A7CEBC2}"/>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tx1"/>
                </a:solidFill>
              </a:defRPr>
            </a:lvl1pPr>
          </a:lstStyle>
          <a:p>
            <a:r>
              <a:rPr lang="de-DE"/>
              <a:t>»Statement #5 70pt </a:t>
            </a:r>
            <a:br>
              <a:rPr lang="de-DE"/>
            </a:br>
            <a:r>
              <a:rPr lang="de-DE"/>
              <a:t>ein- bis zweizeilig«</a:t>
            </a:r>
          </a:p>
        </p:txBody>
      </p:sp>
      <p:sp>
        <p:nvSpPr>
          <p:cNvPr id="3" name="Textplatzhalter 2">
            <a:extLst>
              <a:ext uri="{FF2B5EF4-FFF2-40B4-BE49-F238E27FC236}">
                <a16:creationId xmlns:a16="http://schemas.microsoft.com/office/drawing/2014/main" id="{4F51F540-12FB-2C90-93EE-729F79EF2EA8}"/>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Autor oder Quelle Sparkasse Medium 14pt</a:t>
            </a:r>
          </a:p>
        </p:txBody>
      </p:sp>
      <p:sp>
        <p:nvSpPr>
          <p:cNvPr id="4" name="Untertitel 2">
            <a:extLst>
              <a:ext uri="{FF2B5EF4-FFF2-40B4-BE49-F238E27FC236}">
                <a16:creationId xmlns:a16="http://schemas.microsoft.com/office/drawing/2014/main" id="{42889ECF-9214-602F-13E3-A3D5CFF9FDAD}"/>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Sparkasse Head 28pt ein- bis max. zweizeilig</a:t>
            </a:r>
          </a:p>
        </p:txBody>
      </p:sp>
    </p:spTree>
    <p:extLst>
      <p:ext uri="{BB962C8B-B14F-4D97-AF65-F5344CB8AC3E}">
        <p14:creationId xmlns:p14="http://schemas.microsoft.com/office/powerpoint/2010/main" val="20477855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tatement-Folie #6">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 </a:t>
            </a:r>
            <a:r>
              <a:rPr lang="de-DE"/>
              <a:t>und stellen sie es über Anordnen &gt; In den Hintergrund</a:t>
            </a:r>
            <a:r>
              <a:rPr lang="de-DE" noProof="0"/>
              <a:t>.</a:t>
            </a:r>
            <a:br>
              <a:rPr lang="de-DE" noProof="0"/>
            </a:br>
            <a:r>
              <a:rPr lang="de-DE" noProof="0"/>
              <a:t>Oder mit Klick auf den Platzhalter und der rechten Maustaste den Befehl „Bild einfügen“ auswählen. </a:t>
            </a:r>
            <a:br>
              <a:rPr lang="de-DE" noProof="0"/>
            </a:br>
            <a:r>
              <a:rPr lang="de-DE" noProof="0"/>
              <a:t>Oder ein Bild aus der Zwischenablage in den angeklickten Platzhalter einfügen. Format </a:t>
            </a:r>
            <a:r>
              <a:rPr lang="de-DE"/>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CB7D770E-8DC5-6983-D02A-F082507E200D}"/>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a:t>»Statement #6 70pt </a:t>
            </a:r>
            <a:br>
              <a:rPr lang="de-DE"/>
            </a:br>
            <a:r>
              <a:rPr lang="de-DE"/>
              <a:t>ein- bis zweizeilig«</a:t>
            </a:r>
          </a:p>
        </p:txBody>
      </p:sp>
      <p:sp>
        <p:nvSpPr>
          <p:cNvPr id="3" name="Textplatzhalter 2">
            <a:extLst>
              <a:ext uri="{FF2B5EF4-FFF2-40B4-BE49-F238E27FC236}">
                <a16:creationId xmlns:a16="http://schemas.microsoft.com/office/drawing/2014/main" id="{50A7BA38-3926-531B-83E5-3A0D394F17F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Autor oder Quelle Sparkasse Medium 14pt</a:t>
            </a:r>
          </a:p>
        </p:txBody>
      </p:sp>
    </p:spTree>
    <p:extLst>
      <p:ext uri="{BB962C8B-B14F-4D97-AF65-F5344CB8AC3E}">
        <p14:creationId xmlns:p14="http://schemas.microsoft.com/office/powerpoint/2010/main" val="40041080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a:t>Headline Sparkasse Head 28pt ein- bis max. zweizeilig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567298"/>
            <a:ext cx="10490399" cy="4731902"/>
          </a:xfrm>
        </p:spPr>
        <p:txBody>
          <a:bodyPr/>
          <a:lstStyle>
            <a:lvl1pPr>
              <a:defRPr/>
            </a:lvl1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525"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8" name="Textplatzhalter 2">
            <a:extLst>
              <a:ext uri="{FF2B5EF4-FFF2-40B4-BE49-F238E27FC236}">
                <a16:creationId xmlns:a16="http://schemas.microsoft.com/office/drawing/2014/main" id="{AF94ACF5-E151-671E-5405-AF5ED2F70F7F}"/>
              </a:ext>
            </a:extLst>
          </p:cNvPr>
          <p:cNvSpPr>
            <a:spLocks noGrp="1"/>
          </p:cNvSpPr>
          <p:nvPr>
            <p:ph type="body" idx="15" hasCustomPrompt="1"/>
          </p:nvPr>
        </p:nvSpPr>
        <p:spPr>
          <a:xfrm>
            <a:off x="1152000" y="6181612"/>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5" name="Fußzeilenplatzhalter 4">
            <a:extLst>
              <a:ext uri="{FF2B5EF4-FFF2-40B4-BE49-F238E27FC236}">
                <a16:creationId xmlns:a16="http://schemas.microsoft.com/office/drawing/2014/main" id="{E1B9ADAC-4953-A414-5F44-15432B379475}"/>
              </a:ext>
            </a:extLst>
          </p:cNvPr>
          <p:cNvSpPr>
            <a:spLocks noGrp="1"/>
          </p:cNvSpPr>
          <p:nvPr>
            <p:ph type="ftr" sz="quarter" idx="16"/>
          </p:nvPr>
        </p:nvSpPr>
        <p:spPr/>
        <p:txBody>
          <a:bodyPr/>
          <a:lstStyle/>
          <a:p>
            <a:r>
              <a:rPr lang="de-DE"/>
              <a:t>1. RO-Ansprechpartner RV und VDL | Digital | 02. Juni 2026</a:t>
            </a:r>
          </a:p>
        </p:txBody>
      </p:sp>
    </p:spTree>
    <p:extLst>
      <p:ext uri="{BB962C8B-B14F-4D97-AF65-F5344CB8AC3E}">
        <p14:creationId xmlns:p14="http://schemas.microsoft.com/office/powerpoint/2010/main" val="17944637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a:t>Headline Sparkasse Head 28pt ein- bis max. zweizeilig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5155198" cy="4733201"/>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487204" y="1565999"/>
            <a:ext cx="5155198" cy="4733201"/>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4" name="Textplatzhalter 2">
            <a:extLst>
              <a:ext uri="{FF2B5EF4-FFF2-40B4-BE49-F238E27FC236}">
                <a16:creationId xmlns:a16="http://schemas.microsoft.com/office/drawing/2014/main" id="{FDFC7014-5E7D-BE9E-F249-054FBAED7792}"/>
              </a:ext>
            </a:extLst>
          </p:cNvPr>
          <p:cNvSpPr>
            <a:spLocks noGrp="1"/>
          </p:cNvSpPr>
          <p:nvPr>
            <p:ph type="body" idx="16"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p:txBody>
          <a:bodyPr/>
          <a:lstStyle/>
          <a:p>
            <a:r>
              <a:rPr lang="de-DE"/>
              <a:t>1. RO-Ansprechpartner RV und VDL | Digital | 02. Juni 2026</a:t>
            </a:r>
          </a:p>
        </p:txBody>
      </p:sp>
    </p:spTree>
    <p:extLst>
      <p:ext uri="{BB962C8B-B14F-4D97-AF65-F5344CB8AC3E}">
        <p14:creationId xmlns:p14="http://schemas.microsoft.com/office/powerpoint/2010/main" val="761529841"/>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a:t>Headline Sparkasse Head 28pt ein- bis max. zweizeilig #3</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3377137"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377138"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4706606" y="1565999"/>
            <a:ext cx="3377137"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4" name="Textplatzhalter 2">
            <a:extLst>
              <a:ext uri="{FF2B5EF4-FFF2-40B4-BE49-F238E27FC236}">
                <a16:creationId xmlns:a16="http://schemas.microsoft.com/office/drawing/2014/main" id="{334D0129-0806-256C-6F30-6B5E99E79E7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p>
            <a:r>
              <a:rPr lang="de-DE"/>
              <a:t>1. RO-Ansprechpartner RV und VDL | Digital | 02. Juni 2026</a:t>
            </a:r>
          </a:p>
        </p:txBody>
      </p:sp>
    </p:spTree>
    <p:extLst>
      <p:ext uri="{BB962C8B-B14F-4D97-AF65-F5344CB8AC3E}">
        <p14:creationId xmlns:p14="http://schemas.microsoft.com/office/powerpoint/2010/main" val="3125512270"/>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a:t>Headline Sparkasse Head 28pt ein- bis max. zweizeilig #4</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2" y="1565999"/>
            <a:ext cx="2486466"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4172650" y="1565999"/>
            <a:ext cx="7469751"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5" name="Textplatzhalter 2">
            <a:extLst>
              <a:ext uri="{FF2B5EF4-FFF2-40B4-BE49-F238E27FC236}">
                <a16:creationId xmlns:a16="http://schemas.microsoft.com/office/drawing/2014/main" id="{89C4115B-C0CB-09D1-A1FA-1947589EDEE4}"/>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7" name="Fußzeilenplatzhalter 6">
            <a:extLst>
              <a:ext uri="{FF2B5EF4-FFF2-40B4-BE49-F238E27FC236}">
                <a16:creationId xmlns:a16="http://schemas.microsoft.com/office/drawing/2014/main" id="{3BB826EB-6448-19DD-B2C8-2271AB5A6342}"/>
              </a:ext>
            </a:extLst>
          </p:cNvPr>
          <p:cNvSpPr>
            <a:spLocks noGrp="1"/>
          </p:cNvSpPr>
          <p:nvPr>
            <p:ph type="ftr" sz="quarter" idx="18"/>
          </p:nvPr>
        </p:nvSpPr>
        <p:spPr/>
        <p:txBody>
          <a:bodyPr/>
          <a:lstStyle/>
          <a:p>
            <a:r>
              <a:rPr lang="de-DE"/>
              <a:t>1. RO-Ansprechpartner RV und VDL | Digital | 02. Juni 2026</a:t>
            </a:r>
          </a:p>
        </p:txBody>
      </p:sp>
    </p:spTree>
    <p:extLst>
      <p:ext uri="{BB962C8B-B14F-4D97-AF65-F5344CB8AC3E}">
        <p14:creationId xmlns:p14="http://schemas.microsoft.com/office/powerpoint/2010/main" val="1345365074"/>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Folie #5">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9BA2681-781F-5257-1717-6FB8C8A710D7}"/>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tx1"/>
                </a:solidFill>
              </a:defRPr>
            </a:lvl1pPr>
          </a:lstStyle>
          <a:p>
            <a:r>
              <a:rPr lang="de-DE"/>
              <a:t>1. RO-Ansprechpartner RV und VDL | Digital | 02. Juni 2026</a:t>
            </a:r>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6" y="486000"/>
            <a:ext cx="2903618" cy="913979"/>
          </a:xfrm>
        </p:spPr>
        <p:txBody>
          <a:bodyPr/>
          <a:lstStyle>
            <a:lvl1pPr>
              <a:defRPr>
                <a:solidFill>
                  <a:schemeClr val="bg1"/>
                </a:solidFill>
              </a:defRPr>
            </a:lvl1pPr>
          </a:lstStyle>
          <a:p>
            <a:r>
              <a:rPr lang="de-DE"/>
              <a:t>Headline ein- bis max. zweizeilig #5</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79BBDAF3-00BF-92A5-5327-3DAD4438D671}"/>
              </a:ext>
            </a:extLst>
          </p:cNvPr>
          <p:cNvSpPr>
            <a:spLocks noGrp="1"/>
          </p:cNvSpPr>
          <p:nvPr>
            <p:ph idx="19" hasCustomPrompt="1"/>
          </p:nvPr>
        </p:nvSpPr>
        <p:spPr>
          <a:xfrm>
            <a:off x="1163874" y="1565999"/>
            <a:ext cx="290362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2">
            <a:extLst>
              <a:ext uri="{FF2B5EF4-FFF2-40B4-BE49-F238E27FC236}">
                <a16:creationId xmlns:a16="http://schemas.microsoft.com/office/drawing/2014/main" id="{0BC48F0D-C190-3DFD-9B5F-FD791FAAFC07}"/>
              </a:ext>
            </a:extLst>
          </p:cNvPr>
          <p:cNvSpPr>
            <a:spLocks noGrp="1"/>
          </p:cNvSpPr>
          <p:nvPr>
            <p:ph idx="15" hasCustomPrompt="1"/>
          </p:nvPr>
        </p:nvSpPr>
        <p:spPr>
          <a:xfrm>
            <a:off x="5025224" y="1565999"/>
            <a:ext cx="6617177"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9" name="Untertitel 2">
            <a:extLst>
              <a:ext uri="{FF2B5EF4-FFF2-40B4-BE49-F238E27FC236}">
                <a16:creationId xmlns:a16="http://schemas.microsoft.com/office/drawing/2014/main" id="{BE40D2CD-E823-35DE-F24B-6E3F18272D57}"/>
              </a:ext>
            </a:extLst>
          </p:cNvPr>
          <p:cNvSpPr>
            <a:spLocks noGrp="1"/>
          </p:cNvSpPr>
          <p:nvPr>
            <p:ph type="subTitle" idx="1" hasCustomPrompt="1"/>
          </p:nvPr>
        </p:nvSpPr>
        <p:spPr>
          <a:xfrm>
            <a:off x="5022954" y="486000"/>
            <a:ext cx="661717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Sparkasse Head 28pt ein- bis max. zweizeilig</a:t>
            </a:r>
          </a:p>
        </p:txBody>
      </p:sp>
    </p:spTree>
    <p:extLst>
      <p:ext uri="{BB962C8B-B14F-4D97-AF65-F5344CB8AC3E}">
        <p14:creationId xmlns:p14="http://schemas.microsoft.com/office/powerpoint/2010/main" val="55936050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Folie #6">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57863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825669" y="1565999"/>
            <a:ext cx="4618733" cy="4733201"/>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6" y="486000"/>
            <a:ext cx="4821736" cy="913979"/>
          </a:xfrm>
        </p:spPr>
        <p:txBody>
          <a:bodyPr/>
          <a:lstStyle>
            <a:lvl1pPr>
              <a:defRPr>
                <a:solidFill>
                  <a:schemeClr val="bg1"/>
                </a:solidFill>
              </a:defRPr>
            </a:lvl1pPr>
          </a:lstStyle>
          <a:p>
            <a:r>
              <a:rPr lang="de-DE"/>
              <a:t>Pro Sparkasse Head 28pt </a:t>
            </a:r>
            <a:br>
              <a:rPr lang="de-DE"/>
            </a:br>
            <a:r>
              <a:rPr lang="de-DE"/>
              <a:t>ein- bis max. zweizeilig #6</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11" name="Inhaltsplatzhalter 2">
            <a:extLst>
              <a:ext uri="{FF2B5EF4-FFF2-40B4-BE49-F238E27FC236}">
                <a16:creationId xmlns:a16="http://schemas.microsoft.com/office/drawing/2014/main" id="{494C1307-15E1-9CE2-05C0-CB5BC31E71F2}"/>
              </a:ext>
            </a:extLst>
          </p:cNvPr>
          <p:cNvSpPr>
            <a:spLocks noGrp="1"/>
          </p:cNvSpPr>
          <p:nvPr>
            <p:ph idx="18"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44" name="Untertitel 2">
            <a:extLst>
              <a:ext uri="{FF2B5EF4-FFF2-40B4-BE49-F238E27FC236}">
                <a16:creationId xmlns:a16="http://schemas.microsoft.com/office/drawing/2014/main" id="{C1D3B3DC-27BA-BFDD-C894-90643AF38824}"/>
              </a:ext>
            </a:extLst>
          </p:cNvPr>
          <p:cNvSpPr>
            <a:spLocks noGrp="1"/>
          </p:cNvSpPr>
          <p:nvPr>
            <p:ph type="subTitle" idx="1" hasCustomPrompt="1"/>
          </p:nvPr>
        </p:nvSpPr>
        <p:spPr>
          <a:xfrm>
            <a:off x="6825668" y="486000"/>
            <a:ext cx="4814463"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Contra Sparkasse Head 28pt ein- bis max. zweizeilig</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ußzeilenplatzhalter 6">
            <a:extLst>
              <a:ext uri="{FF2B5EF4-FFF2-40B4-BE49-F238E27FC236}">
                <a16:creationId xmlns:a16="http://schemas.microsoft.com/office/drawing/2014/main" id="{6A5068BE-DCF4-49FF-0FB1-1510B08C8E21}"/>
              </a:ext>
            </a:extLst>
          </p:cNvPr>
          <p:cNvSpPr>
            <a:spLocks noGrp="1"/>
          </p:cNvSpPr>
          <p:nvPr>
            <p:ph type="ftr" sz="quarter" idx="19"/>
          </p:nvPr>
        </p:nvSpPr>
        <p:spPr>
          <a:xfrm>
            <a:off x="4528800" y="6408000"/>
            <a:ext cx="7113600" cy="180000"/>
          </a:xfrm>
        </p:spPr>
        <p:txBody>
          <a:bodyPr/>
          <a:lstStyle/>
          <a:p>
            <a:r>
              <a:rPr lang="de-DE"/>
              <a:t>1. RO-Ansprechpartner RV und VDL | Digital | 02. Juni 2026</a:t>
            </a:r>
          </a:p>
        </p:txBody>
      </p:sp>
    </p:spTree>
    <p:extLst>
      <p:ext uri="{BB962C8B-B14F-4D97-AF65-F5344CB8AC3E}">
        <p14:creationId xmlns:p14="http://schemas.microsoft.com/office/powerpoint/2010/main" val="2433632385"/>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Folie #7">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76532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a:xfrm>
            <a:off x="6486524" y="6408000"/>
            <a:ext cx="5155875" cy="180000"/>
          </a:xfrm>
        </p:spPr>
        <p:txBody>
          <a:bodyPr/>
          <a:lstStyle/>
          <a:p>
            <a:r>
              <a:rPr lang="de-DE"/>
              <a:t>1. RO-Ansprechpartner RV und VDL | Digital | 02. Juni 2026</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5" y="486000"/>
            <a:ext cx="6570703" cy="913979"/>
          </a:xfrm>
        </p:spPr>
        <p:txBody>
          <a:bodyPr/>
          <a:lstStyle>
            <a:lvl1pPr>
              <a:defRPr>
                <a:solidFill>
                  <a:schemeClr val="bg1"/>
                </a:solidFill>
              </a:defRPr>
            </a:lvl1pPr>
          </a:lstStyle>
          <a:p>
            <a:r>
              <a:rPr lang="de-DE"/>
              <a:t>Headline Sparkasse Head 28pt ein- bis max. zweizeilig #7</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5" y="266400"/>
            <a:ext cx="6570703"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Inhaltsplatzhalter 2">
            <a:extLst>
              <a:ext uri="{FF2B5EF4-FFF2-40B4-BE49-F238E27FC236}">
                <a16:creationId xmlns:a16="http://schemas.microsoft.com/office/drawing/2014/main" id="{F0523207-EAF6-17C4-33FA-CD9F05972EAF}"/>
              </a:ext>
            </a:extLst>
          </p:cNvPr>
          <p:cNvSpPr>
            <a:spLocks noGrp="1"/>
          </p:cNvSpPr>
          <p:nvPr>
            <p:ph idx="18" hasCustomPrompt="1"/>
          </p:nvPr>
        </p:nvSpPr>
        <p:spPr>
          <a:xfrm>
            <a:off x="1163874" y="1565999"/>
            <a:ext cx="657069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Textplatzhalter 2">
            <a:extLst>
              <a:ext uri="{FF2B5EF4-FFF2-40B4-BE49-F238E27FC236}">
                <a16:creationId xmlns:a16="http://schemas.microsoft.com/office/drawing/2014/main" id="{ACE96046-6EDC-A14B-5356-76FDB67295D3}"/>
              </a:ext>
            </a:extLst>
          </p:cNvPr>
          <p:cNvSpPr>
            <a:spLocks noGrp="1"/>
          </p:cNvSpPr>
          <p:nvPr>
            <p:ph type="body" idx="19"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4" name="Inhaltsplatzhalter 2">
            <a:extLst>
              <a:ext uri="{FF2B5EF4-FFF2-40B4-BE49-F238E27FC236}">
                <a16:creationId xmlns:a16="http://schemas.microsoft.com/office/drawing/2014/main" id="{CF050736-D036-A7F9-0891-0020922DEE78}"/>
              </a:ext>
            </a:extLst>
          </p:cNvPr>
          <p:cNvSpPr>
            <a:spLocks noGrp="1"/>
          </p:cNvSpPr>
          <p:nvPr>
            <p:ph idx="16" hasCustomPrompt="1"/>
          </p:nvPr>
        </p:nvSpPr>
        <p:spPr>
          <a:xfrm>
            <a:off x="8595663" y="1565999"/>
            <a:ext cx="3044468" cy="4734000"/>
          </a:xfrm>
        </p:spPr>
        <p:txBody>
          <a:bodyPr/>
          <a:lstStyle>
            <a:lvl1pPr>
              <a:defRPr/>
            </a:lvl1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9" name="Textplatzhalter 2">
            <a:extLst>
              <a:ext uri="{FF2B5EF4-FFF2-40B4-BE49-F238E27FC236}">
                <a16:creationId xmlns:a16="http://schemas.microsoft.com/office/drawing/2014/main" id="{6F38DDB2-4310-9AB3-1257-1AF7D490D8BF}"/>
              </a:ext>
            </a:extLst>
          </p:cNvPr>
          <p:cNvSpPr>
            <a:spLocks noGrp="1"/>
          </p:cNvSpPr>
          <p:nvPr>
            <p:ph type="body" idx="20"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11" name="Untertitel 2">
            <a:extLst>
              <a:ext uri="{FF2B5EF4-FFF2-40B4-BE49-F238E27FC236}">
                <a16:creationId xmlns:a16="http://schemas.microsoft.com/office/drawing/2014/main" id="{9075C9B2-2DC6-5B95-4831-A350419BCC63}"/>
              </a:ext>
            </a:extLst>
          </p:cNvPr>
          <p:cNvSpPr>
            <a:spLocks noGrp="1"/>
          </p:cNvSpPr>
          <p:nvPr>
            <p:ph type="subTitle" idx="1" hasCustomPrompt="1"/>
          </p:nvPr>
        </p:nvSpPr>
        <p:spPr>
          <a:xfrm>
            <a:off x="8593394" y="486000"/>
            <a:ext cx="304673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Headline Head 28pt</a:t>
            </a:r>
          </a:p>
        </p:txBody>
      </p:sp>
    </p:spTree>
    <p:extLst>
      <p:ext uri="{BB962C8B-B14F-4D97-AF65-F5344CB8AC3E}">
        <p14:creationId xmlns:p14="http://schemas.microsoft.com/office/powerpoint/2010/main" val="2752181385"/>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xt-Folie #8">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726EB777-3FD1-DB6D-DA35-C1560064AC7B}"/>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bg1"/>
                </a:solidFill>
              </a:defRPr>
            </a:lvl1pPr>
          </a:lstStyle>
          <a:p>
            <a:r>
              <a:rPr lang="de-DE"/>
              <a:t>1. RO-Ansprechpartner RV und VDL | Digital | 02. Juni 2026</a:t>
            </a:r>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5" y="486000"/>
            <a:ext cx="10490395" cy="913979"/>
          </a:xfrm>
        </p:spPr>
        <p:txBody>
          <a:bodyPr/>
          <a:lstStyle>
            <a:lvl1pPr>
              <a:defRPr>
                <a:solidFill>
                  <a:schemeClr val="bg1"/>
                </a:solidFill>
              </a:defRPr>
            </a:lvl1pPr>
          </a:lstStyle>
          <a:p>
            <a:r>
              <a:rPr lang="de-DE"/>
              <a:t>Headline ein- bis max. zweizeilig #8</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10" name="Inhaltsplatzhalter 2">
            <a:extLst>
              <a:ext uri="{FF2B5EF4-FFF2-40B4-BE49-F238E27FC236}">
                <a16:creationId xmlns:a16="http://schemas.microsoft.com/office/drawing/2014/main" id="{D82E6976-3C82-B3CC-BF59-C9BA9FA22935}"/>
              </a:ext>
            </a:extLst>
          </p:cNvPr>
          <p:cNvSpPr>
            <a:spLocks noGrp="1"/>
          </p:cNvSpPr>
          <p:nvPr>
            <p:ph idx="19" hasCustomPrompt="1"/>
          </p:nvPr>
        </p:nvSpPr>
        <p:spPr>
          <a:xfrm>
            <a:off x="1163873" y="1565999"/>
            <a:ext cx="1049039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11" name="Textplatzhalter 2">
            <a:extLst>
              <a:ext uri="{FF2B5EF4-FFF2-40B4-BE49-F238E27FC236}">
                <a16:creationId xmlns:a16="http://schemas.microsoft.com/office/drawing/2014/main" id="{7FB2F0E7-5CDA-6115-A50E-3845A8C39626}"/>
              </a:ext>
            </a:extLst>
          </p:cNvPr>
          <p:cNvSpPr>
            <a:spLocks noGrp="1"/>
          </p:cNvSpPr>
          <p:nvPr>
            <p:ph type="body" idx="16" hasCustomPrompt="1"/>
          </p:nvPr>
        </p:nvSpPr>
        <p:spPr>
          <a:xfrm>
            <a:off x="1151998" y="6181200"/>
            <a:ext cx="10490395"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035298"/>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Bild-Folie #1">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3909939" cy="6858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Oder ein Bild aus der Zwischenablage in den angeklickten Platzhalter einfügen. </a:t>
            </a:r>
            <a:br>
              <a:rPr lang="de-DE" noProof="0"/>
            </a:br>
            <a:r>
              <a:rPr lang="de-DE" noProof="0"/>
              <a:t>Format </a:t>
            </a:r>
            <a:r>
              <a:rPr lang="de-DE"/>
              <a:t>10,86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5040000" y="486000"/>
            <a:ext cx="6602399" cy="913979"/>
          </a:xfrm>
        </p:spPr>
        <p:txBody>
          <a:bodyPr/>
          <a:lstStyle>
            <a:lvl1pPr>
              <a:defRPr/>
            </a:lvl1pPr>
          </a:lstStyle>
          <a:p>
            <a:r>
              <a:rPr lang="de-DE"/>
              <a:t>Headline Sparkasse Head 28pt Bild 1/3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5040000" y="266400"/>
            <a:ext cx="6602400" cy="180000"/>
          </a:xfrm>
        </p:spPr>
        <p:txBody>
          <a:bodyPr/>
          <a:lstStyle>
            <a:lvl1pPr marL="0" indent="0" algn="l">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045600" cy="4734000"/>
          </a:xfrm>
        </p:spPr>
        <p:txBody>
          <a:bodyPr/>
          <a:lstStyle>
            <a:lvl1pPr>
              <a:defRPr/>
            </a:lvl1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5040001" y="1565999"/>
            <a:ext cx="3044468" cy="4734000"/>
          </a:xfrm>
        </p:spPr>
        <p:txBody>
          <a:bodyPr/>
          <a:lstStyle>
            <a:lvl1pPr>
              <a:defRPr/>
            </a:lvl1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Textplatzhalter 2">
            <a:extLst>
              <a:ext uri="{FF2B5EF4-FFF2-40B4-BE49-F238E27FC236}">
                <a16:creationId xmlns:a16="http://schemas.microsoft.com/office/drawing/2014/main" id="{435F1FB0-6482-1DB6-9691-6EB5DADB0EF4}"/>
              </a:ext>
            </a:extLst>
          </p:cNvPr>
          <p:cNvSpPr>
            <a:spLocks noGrp="1"/>
          </p:cNvSpPr>
          <p:nvPr>
            <p:ph type="body" idx="18" hasCustomPrompt="1"/>
          </p:nvPr>
        </p:nvSpPr>
        <p:spPr>
          <a:xfrm>
            <a:off x="5040000" y="6181200"/>
            <a:ext cx="6602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7" name="Fußzeilenplatzhalter 6">
            <a:extLst>
              <a:ext uri="{FF2B5EF4-FFF2-40B4-BE49-F238E27FC236}">
                <a16:creationId xmlns:a16="http://schemas.microsoft.com/office/drawing/2014/main" id="{ACB6F49B-8810-CC9F-312B-76D26F0C6D26}"/>
              </a:ext>
            </a:extLst>
          </p:cNvPr>
          <p:cNvSpPr>
            <a:spLocks noGrp="1"/>
          </p:cNvSpPr>
          <p:nvPr>
            <p:ph type="ftr" sz="quarter" idx="19"/>
          </p:nvPr>
        </p:nvSpPr>
        <p:spPr/>
        <p:txBody>
          <a:bodyPr/>
          <a:lstStyle/>
          <a:p>
            <a:r>
              <a:rPr lang="de-DE"/>
              <a:t>1. RO-Ansprechpartner RV und VDL | Digital | 02. Juni 2026</a:t>
            </a:r>
          </a:p>
        </p:txBody>
      </p:sp>
    </p:spTree>
    <p:extLst>
      <p:ext uri="{BB962C8B-B14F-4D97-AF65-F5344CB8AC3E}">
        <p14:creationId xmlns:p14="http://schemas.microsoft.com/office/powerpoint/2010/main" val="1453086840"/>
      </p:ext>
    </p:extLst>
  </p:cSld>
  <p:clrMapOvr>
    <a:masterClrMapping/>
  </p:clrMapOvr>
  <p:extLst>
    <p:ext uri="{DCECCB84-F9BA-43D5-87BE-67443E8EF086}">
      <p15:sldGuideLst xmlns:p15="http://schemas.microsoft.com/office/powerpoint/2012/main">
        <p15:guide id="1" pos="5093">
          <p15:clr>
            <a:srgbClr val="FBAE40"/>
          </p15:clr>
        </p15:guide>
        <p15:guide id="2" pos="3175">
          <p15:clr>
            <a:srgbClr val="FBAE40"/>
          </p15:clr>
        </p15:guide>
        <p15:guide id="3" pos="7126">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Bild-Folie #2">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5778426" cy="6858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a:t>
            </a:r>
            <a:br>
              <a:rPr lang="de-DE" noProof="0"/>
            </a:br>
            <a:r>
              <a:rPr lang="de-DE" noProof="0"/>
              <a:t>Oder ein Bild aus der Zwischenablage in den angeklickten Platzhalter einfügen. </a:t>
            </a:r>
            <a:br>
              <a:rPr lang="de-DE" noProof="0"/>
            </a:br>
            <a:r>
              <a:rPr lang="de-DE" noProof="0"/>
              <a:t>Format </a:t>
            </a:r>
            <a:r>
              <a:rPr lang="de-DE"/>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6818401" y="486000"/>
            <a:ext cx="4821736" cy="913979"/>
          </a:xfrm>
        </p:spPr>
        <p:txBody>
          <a:bodyPr/>
          <a:lstStyle>
            <a:lvl1pPr>
              <a:defRPr/>
            </a:lvl1pPr>
          </a:lstStyle>
          <a:p>
            <a:r>
              <a:rPr lang="de-DE"/>
              <a:t>Headline Sparkasse Head 28pt Bild 1/2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6818401" y="266400"/>
            <a:ext cx="4821736"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6818399" y="1565999"/>
            <a:ext cx="4821735" cy="4734000"/>
          </a:xfrm>
        </p:spPr>
        <p:txBody>
          <a:bodyPr/>
          <a:lstStyle>
            <a:lvl1pPr>
              <a:defRPr/>
            </a:lvl1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6818400" y="6181200"/>
            <a:ext cx="482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6818398" y="6408000"/>
            <a:ext cx="4824001" cy="180000"/>
          </a:xfrm>
        </p:spPr>
        <p:txBody>
          <a:bodyPr/>
          <a:lstStyle/>
          <a:p>
            <a:r>
              <a:rPr lang="de-DE"/>
              <a:t>1. RO-Ansprechpartner RV und VDL | Digital | 02. Juni 2026</a:t>
            </a:r>
          </a:p>
        </p:txBody>
      </p:sp>
    </p:spTree>
    <p:extLst>
      <p:ext uri="{BB962C8B-B14F-4D97-AF65-F5344CB8AC3E}">
        <p14:creationId xmlns:p14="http://schemas.microsoft.com/office/powerpoint/2010/main" val="2868164338"/>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ext-/Bild-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7466397" cy="6858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a:t>
            </a:r>
            <a:br>
              <a:rPr lang="de-DE" noProof="0"/>
            </a:br>
            <a:r>
              <a:rPr lang="de-DE" noProof="0"/>
              <a:t>Oder ein Bild aus der Zwischenablage in den angeklickten Platzhalter einfügen. </a:t>
            </a:r>
            <a:br>
              <a:rPr lang="de-DE" noProof="0"/>
            </a:br>
            <a:r>
              <a:rPr lang="de-DE" noProof="0"/>
              <a:t>Format </a:t>
            </a:r>
            <a:r>
              <a:rPr lang="de-DE"/>
              <a:t>20,74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8596800" y="486000"/>
            <a:ext cx="3044338" cy="913979"/>
          </a:xfrm>
        </p:spPr>
        <p:txBody>
          <a:bodyPr/>
          <a:lstStyle>
            <a:lvl1pPr>
              <a:defRPr/>
            </a:lvl1pPr>
          </a:lstStyle>
          <a:p>
            <a:r>
              <a:rPr lang="de-DE"/>
              <a:t>Headline Head 28pt Bild 2/3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8595663" y="1565999"/>
            <a:ext cx="3044468" cy="4734000"/>
          </a:xfrm>
        </p:spPr>
        <p:txBody>
          <a:bodyPr/>
          <a:lstStyle>
            <a:lvl1pPr>
              <a:defRPr/>
            </a:lvl1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Textplatzhalter 2">
            <a:extLst>
              <a:ext uri="{FF2B5EF4-FFF2-40B4-BE49-F238E27FC236}">
                <a16:creationId xmlns:a16="http://schemas.microsoft.com/office/drawing/2014/main" id="{3C2088F0-2C54-A429-9FE8-EA49ED5AE317}"/>
              </a:ext>
            </a:extLst>
          </p:cNvPr>
          <p:cNvSpPr>
            <a:spLocks noGrp="1"/>
          </p:cNvSpPr>
          <p:nvPr>
            <p:ph type="body" idx="18"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7" name="Fußzeilenplatzhalter 6">
            <a:extLst>
              <a:ext uri="{FF2B5EF4-FFF2-40B4-BE49-F238E27FC236}">
                <a16:creationId xmlns:a16="http://schemas.microsoft.com/office/drawing/2014/main" id="{40CCEEBE-C86E-C932-CA39-98C71756DE6F}"/>
              </a:ext>
            </a:extLst>
          </p:cNvPr>
          <p:cNvSpPr>
            <a:spLocks noGrp="1"/>
          </p:cNvSpPr>
          <p:nvPr>
            <p:ph type="ftr" sz="quarter" idx="19"/>
          </p:nvPr>
        </p:nvSpPr>
        <p:spPr/>
        <p:txBody>
          <a:bodyPr/>
          <a:lstStyle/>
          <a:p>
            <a:r>
              <a:rPr lang="de-DE"/>
              <a:t>1. RO-Ansprechpartner RV und VDL | Digital | 02. Juni 2026</a:t>
            </a:r>
          </a:p>
        </p:txBody>
      </p:sp>
    </p:spTree>
    <p:extLst>
      <p:ext uri="{BB962C8B-B14F-4D97-AF65-F5344CB8AC3E}">
        <p14:creationId xmlns:p14="http://schemas.microsoft.com/office/powerpoint/2010/main" val="189651922"/>
      </p:ext>
    </p:extLst>
  </p:cSld>
  <p:clrMapOvr>
    <a:masterClrMapping/>
  </p:clrMapOvr>
  <p:extLst>
    <p:ext uri="{DCECCB84-F9BA-43D5-87BE-67443E8EF086}">
      <p15:sldGuideLst xmlns:p15="http://schemas.microsoft.com/office/powerpoint/2012/main">
        <p15:guide id="2" pos="5414">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ext-/Bild-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a:t>Headline Head 28pt Bild 3/3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10490400" cy="4678362"/>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 Oder mit Klick auf den Platzhalter und der rechten Maustaste den Befehl „Bild einfügen“ auswählen. </a:t>
            </a:r>
            <a:br>
              <a:rPr lang="de-DE" noProof="0"/>
            </a:br>
            <a:r>
              <a:rPr lang="de-DE" noProof="0"/>
              <a:t>Oder ein Bild aus der Zwischenablage in den angeklickten Platzhalter einfügen. Format </a:t>
            </a:r>
            <a:r>
              <a:rPr lang="de-DE"/>
              <a:t>29,14 x 13 cm.</a:t>
            </a:r>
          </a:p>
        </p:txBody>
      </p:sp>
      <p:sp>
        <p:nvSpPr>
          <p:cNvPr id="3" name="Fußzeilenplatzhalter 2">
            <a:extLst>
              <a:ext uri="{FF2B5EF4-FFF2-40B4-BE49-F238E27FC236}">
                <a16:creationId xmlns:a16="http://schemas.microsoft.com/office/drawing/2014/main" id="{969C1E98-4FFE-FA3E-5B86-D26EFB960F2E}"/>
              </a:ext>
            </a:extLst>
          </p:cNvPr>
          <p:cNvSpPr>
            <a:spLocks noGrp="1"/>
          </p:cNvSpPr>
          <p:nvPr>
            <p:ph type="ftr" sz="quarter" idx="19"/>
          </p:nvPr>
        </p:nvSpPr>
        <p:spPr/>
        <p:txBody>
          <a:bodyPr/>
          <a:lstStyle/>
          <a:p>
            <a:r>
              <a:rPr lang="de-DE"/>
              <a:t>1. RO-Ansprechpartner RV und VDL | Digital | 02. Juni 2026</a:t>
            </a:r>
          </a:p>
        </p:txBody>
      </p:sp>
    </p:spTree>
    <p:extLst>
      <p:ext uri="{BB962C8B-B14F-4D97-AF65-F5344CB8AC3E}">
        <p14:creationId xmlns:p14="http://schemas.microsoft.com/office/powerpoint/2010/main" val="427201682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ext-/Bild-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a:t>Headline Sparkasse Head 28pt ein- bis max. zweizeilig #5</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5154673" cy="4678362"/>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Oder ein Bild aus der Zwischenablage in den angeklickten Platzhalter einfügen. </a:t>
            </a:r>
            <a:br>
              <a:rPr lang="de-DE" noProof="0"/>
            </a:br>
            <a:r>
              <a:rPr lang="de-DE" noProof="0"/>
              <a:t>Format </a:t>
            </a:r>
            <a:r>
              <a:rPr lang="de-DE"/>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727824" y="1565999"/>
            <a:ext cx="4914577"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6727146" y="6181200"/>
            <a:ext cx="4914578"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Tree>
    <p:extLst>
      <p:ext uri="{BB962C8B-B14F-4D97-AF65-F5344CB8AC3E}">
        <p14:creationId xmlns:p14="http://schemas.microsoft.com/office/powerpoint/2010/main" val="278172414"/>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ext-/Bild-Folie #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a:t>Headline Sparkasse Head 28pt ein- bis max. zweizeilig #6</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6484809" y="1620838"/>
            <a:ext cx="5154673" cy="4678362"/>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Oder ein Bild aus der Zwischenablage in den angeklickten Platzhalter einfügen. </a:t>
            </a:r>
            <a:br>
              <a:rPr lang="de-DE" noProof="0"/>
            </a:br>
            <a:r>
              <a:rPr lang="de-DE" noProof="0"/>
              <a:t>Format </a:t>
            </a:r>
            <a:r>
              <a:rPr lang="de-DE"/>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7839"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1153525" y="6181200"/>
            <a:ext cx="51552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Tree>
    <p:extLst>
      <p:ext uri="{BB962C8B-B14F-4D97-AF65-F5344CB8AC3E}">
        <p14:creationId xmlns:p14="http://schemas.microsoft.com/office/powerpoint/2010/main" val="1808146150"/>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ext-/Bild-Folie #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9" y="486000"/>
            <a:ext cx="4914000" cy="995415"/>
          </a:xfrm>
        </p:spPr>
        <p:txBody>
          <a:bodyPr/>
          <a:lstStyle>
            <a:lvl1pPr>
              <a:defRPr/>
            </a:lvl1pPr>
          </a:lstStyle>
          <a:p>
            <a:r>
              <a:rPr lang="de-DE"/>
              <a:t>Headline Sparkasse Head 28pt ein- bis max. zweizeilig #7</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49140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4000"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p>
        </p:txBody>
      </p:sp>
      <p:sp>
        <p:nvSpPr>
          <p:cNvPr id="7" name="Textplatzhalter 2">
            <a:extLst>
              <a:ext uri="{FF2B5EF4-FFF2-40B4-BE49-F238E27FC236}">
                <a16:creationId xmlns:a16="http://schemas.microsoft.com/office/drawing/2014/main" id="{7E3B6766-42F4-9F3A-A650-84CCE13C1EC3}"/>
              </a:ext>
            </a:extLst>
          </p:cNvPr>
          <p:cNvSpPr>
            <a:spLocks noGrp="1"/>
          </p:cNvSpPr>
          <p:nvPr>
            <p:ph type="body" idx="21" hasCustomPrompt="1"/>
          </p:nvPr>
        </p:nvSpPr>
        <p:spPr>
          <a:xfrm>
            <a:off x="1152000" y="6181200"/>
            <a:ext cx="491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36" name="Bildplatzhalter 4">
            <a:extLst>
              <a:ext uri="{FF2B5EF4-FFF2-40B4-BE49-F238E27FC236}">
                <a16:creationId xmlns:a16="http://schemas.microsoft.com/office/drawing/2014/main" id="{AA1E9442-964E-2BB8-FC0D-FBE22288FAC1}"/>
              </a:ext>
            </a:extLst>
          </p:cNvPr>
          <p:cNvSpPr>
            <a:spLocks noGrp="1"/>
          </p:cNvSpPr>
          <p:nvPr>
            <p:ph type="pic" sz="quarter" idx="17" hasCustomPrompt="1"/>
          </p:nvPr>
        </p:nvSpPr>
        <p:spPr>
          <a:xfrm>
            <a:off x="6484809" y="300038"/>
            <a:ext cx="5154673" cy="5994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Oder ein Bild aus der Zwischenablage in den angeklickten Platzhalter einfügen. </a:t>
            </a:r>
            <a:br>
              <a:rPr lang="de-DE" noProof="0"/>
            </a:br>
            <a:r>
              <a:rPr lang="de-DE" noProof="0"/>
              <a:t>Format </a:t>
            </a:r>
            <a:r>
              <a:rPr lang="de-DE"/>
              <a:t>14,32 x 16,65 cm.</a:t>
            </a:r>
          </a:p>
        </p:txBody>
      </p:sp>
    </p:spTree>
    <p:extLst>
      <p:ext uri="{BB962C8B-B14F-4D97-AF65-F5344CB8AC3E}">
        <p14:creationId xmlns:p14="http://schemas.microsoft.com/office/powerpoint/2010/main" val="2500490708"/>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xt-/Bild-Folie #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a:t>Headline Sparkasse Head 28pt ein- bis max. zweizeilig #8</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000"/>
            <a:ext cx="5154673" cy="2880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Oder ein Bild aus der Zwischenablage in den angeklickten Platzhalter einfügen. </a:t>
            </a:r>
            <a:br>
              <a:rPr lang="de-DE" noProof="0"/>
            </a:br>
            <a:r>
              <a:rPr lang="de-DE" noProof="0"/>
              <a:t>Format </a:t>
            </a:r>
            <a:r>
              <a:rPr lang="de-DE"/>
              <a:t>14,32 x 8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7204" y="4762712"/>
            <a:ext cx="5155198" cy="1536487"/>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4809" y="1620000"/>
            <a:ext cx="5154673" cy="2880000"/>
          </a:xfrm>
          <a:solidFill>
            <a:schemeClr val="bg1">
              <a:lumMod val="95000"/>
            </a:schemeClr>
          </a:solidFill>
        </p:spPr>
        <p:txBody>
          <a:bodyPr lIns="72000" tIns="72000"/>
          <a:lstStyle>
            <a:lvl1pPr>
              <a:spcBef>
                <a:spcPts val="0"/>
              </a:spcBef>
              <a:defRPr sz="1000"/>
            </a:lvl1pPr>
          </a:lstStyle>
          <a:p>
            <a:r>
              <a:rPr lang="de-DE"/>
              <a:t>Bild einfügen (14,32 x 8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4762712"/>
            <a:ext cx="5155198" cy="1536487"/>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7" name="Textplatzhalter 2">
            <a:extLst>
              <a:ext uri="{FF2B5EF4-FFF2-40B4-BE49-F238E27FC236}">
                <a16:creationId xmlns:a16="http://schemas.microsoft.com/office/drawing/2014/main" id="{4D2E656C-B4A0-7271-8A65-0120FE9AAF6B}"/>
              </a:ext>
            </a:extLst>
          </p:cNvPr>
          <p:cNvSpPr>
            <a:spLocks noGrp="1"/>
          </p:cNvSpPr>
          <p:nvPr>
            <p:ph type="body" idx="20"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8" name="Fußzeilenplatzhalter 7">
            <a:extLst>
              <a:ext uri="{FF2B5EF4-FFF2-40B4-BE49-F238E27FC236}">
                <a16:creationId xmlns:a16="http://schemas.microsoft.com/office/drawing/2014/main" id="{CAE49D17-41A1-5573-C008-DB1B87AFBC72}"/>
              </a:ext>
            </a:extLst>
          </p:cNvPr>
          <p:cNvSpPr>
            <a:spLocks noGrp="1"/>
          </p:cNvSpPr>
          <p:nvPr>
            <p:ph type="ftr" sz="quarter" idx="21"/>
          </p:nvPr>
        </p:nvSpPr>
        <p:spPr/>
        <p:txBody>
          <a:bodyPr/>
          <a:lstStyle/>
          <a:p>
            <a:r>
              <a:rPr lang="de-DE"/>
              <a:t>1. RO-Ansprechpartner RV und VDL | Digital | 02. Juni 2026</a:t>
            </a:r>
          </a:p>
        </p:txBody>
      </p:sp>
    </p:spTree>
    <p:extLst>
      <p:ext uri="{BB962C8B-B14F-4D97-AF65-F5344CB8AC3E}">
        <p14:creationId xmlns:p14="http://schemas.microsoft.com/office/powerpoint/2010/main" val="3649383989"/>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xt-/Bild-Folie #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3318" y="484127"/>
            <a:ext cx="10488614" cy="468000"/>
          </a:xfrm>
        </p:spPr>
        <p:txBody>
          <a:bodyPr/>
          <a:lstStyle>
            <a:lvl1pPr>
              <a:defRPr/>
            </a:lvl1pPr>
          </a:lstStyle>
          <a:p>
            <a:r>
              <a:rPr lang="de-DE"/>
              <a:t>Headline Sparkasse Head 28pt ein- bis max. zweizeilig #9</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3374490" cy="1890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 Oder mit Klick auf den Platzhalter und der rechten Maustaste den Befehl „Bild einfügen“ auswählen. </a:t>
            </a:r>
            <a:br>
              <a:rPr lang="de-DE" noProof="0"/>
            </a:br>
            <a:r>
              <a:rPr lang="de-DE" noProof="0"/>
              <a:t>Oder ein Bild aus der Zwischenablage in den angeklickten Platzhalter einfügen. </a:t>
            </a:r>
            <a:br>
              <a:rPr lang="de-DE" noProof="0"/>
            </a:br>
            <a:r>
              <a:rPr lang="de-DE" noProof="0"/>
              <a:t>Format </a:t>
            </a:r>
            <a:r>
              <a:rPr lang="de-DE"/>
              <a:t>9,37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8264526" y="3773550"/>
            <a:ext cx="3377875" cy="252565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8264527" y="1620838"/>
            <a:ext cx="3374955" cy="1890000"/>
          </a:xfrm>
          <a:solidFill>
            <a:schemeClr val="bg1">
              <a:lumMod val="95000"/>
            </a:schemeClr>
          </a:solidFill>
        </p:spPr>
        <p:txBody>
          <a:bodyPr lIns="72000" tIns="72000"/>
          <a:lstStyle>
            <a:lvl1pPr>
              <a:spcBef>
                <a:spcPts val="0"/>
              </a:spcBef>
              <a:defRPr sz="1000"/>
            </a:lvl1pPr>
          </a:lstStyle>
          <a:p>
            <a:r>
              <a:rPr lang="de-DE"/>
              <a:t>Bild einfügen (9,37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3377138" cy="252565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4715335" y="1620838"/>
            <a:ext cx="3374490" cy="1890000"/>
          </a:xfrm>
          <a:solidFill>
            <a:schemeClr val="bg1">
              <a:lumMod val="95000"/>
            </a:schemeClr>
          </a:solidFill>
        </p:spPr>
        <p:txBody>
          <a:bodyPr lIns="72000" tIns="72000"/>
          <a:lstStyle>
            <a:lvl1pPr>
              <a:spcBef>
                <a:spcPts val="0"/>
              </a:spcBef>
              <a:defRPr sz="1000"/>
            </a:lvl1pPr>
          </a:lstStyle>
          <a:p>
            <a:r>
              <a:rPr lang="de-DE"/>
              <a:t>Bild einfügen (9,37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4715335" y="3773550"/>
            <a:ext cx="3377138" cy="252565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7" name="Textplatzhalter 2">
            <a:extLst>
              <a:ext uri="{FF2B5EF4-FFF2-40B4-BE49-F238E27FC236}">
                <a16:creationId xmlns:a16="http://schemas.microsoft.com/office/drawing/2014/main" id="{AD9231C4-E0A8-0BC2-92D2-3BF848893565}"/>
              </a:ext>
            </a:extLst>
          </p:cNvPr>
          <p:cNvSpPr>
            <a:spLocks noGrp="1"/>
          </p:cNvSpPr>
          <p:nvPr>
            <p:ph type="body" idx="22"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8" name="Fußzeilenplatzhalter 7">
            <a:extLst>
              <a:ext uri="{FF2B5EF4-FFF2-40B4-BE49-F238E27FC236}">
                <a16:creationId xmlns:a16="http://schemas.microsoft.com/office/drawing/2014/main" id="{CA2D1CEE-9F83-665E-E734-C6E196FD4284}"/>
              </a:ext>
            </a:extLst>
          </p:cNvPr>
          <p:cNvSpPr>
            <a:spLocks noGrp="1"/>
          </p:cNvSpPr>
          <p:nvPr>
            <p:ph type="ftr" sz="quarter" idx="23"/>
          </p:nvPr>
        </p:nvSpPr>
        <p:spPr/>
        <p:txBody>
          <a:bodyPr/>
          <a:lstStyle/>
          <a:p>
            <a:r>
              <a:rPr lang="de-DE"/>
              <a:t>1. RO-Ansprechpartner RV und VDL | Digital | 02. Juni 2026</a:t>
            </a:r>
          </a:p>
        </p:txBody>
      </p:sp>
    </p:spTree>
    <p:extLst>
      <p:ext uri="{BB962C8B-B14F-4D97-AF65-F5344CB8AC3E}">
        <p14:creationId xmlns:p14="http://schemas.microsoft.com/office/powerpoint/2010/main" val="2744357157"/>
      </p:ext>
    </p:extLst>
  </p:cSld>
  <p:clrMapOvr>
    <a:masterClrMapping/>
  </p:clrMapOvr>
  <p:extLst>
    <p:ext uri="{DCECCB84-F9BA-43D5-87BE-67443E8EF086}">
      <p15:sldGuideLst xmlns:p15="http://schemas.microsoft.com/office/powerpoint/2012/main">
        <p15:guide id="1" pos="2969">
          <p15:clr>
            <a:srgbClr val="FBAE40"/>
          </p15:clr>
        </p15:guide>
        <p15:guide id="2" pos="5099">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xt-/Bild-Folie #10">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2480541" cy="1890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 Oder mit Klick auf den Platzhalter und der rechten Maustaste den Befehl „Bild einfügen“ auswählen. </a:t>
            </a:r>
            <a:br>
              <a:rPr lang="de-DE" noProof="0"/>
            </a:br>
            <a:r>
              <a:rPr lang="de-DE" noProof="0"/>
              <a:t>Oder ein Bild aus der Zwischenablage in den angeklickten Platzhalter einfügen. </a:t>
            </a:r>
            <a:br>
              <a:rPr lang="de-DE" noProof="0"/>
            </a:br>
            <a:r>
              <a:rPr lang="de-DE" noProof="0"/>
              <a:t>Bild einfügen (</a:t>
            </a:r>
            <a:r>
              <a:rPr lang="de-DE"/>
              <a:t>6,89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6124" y="3773550"/>
            <a:ext cx="2488561" cy="252565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6126" y="1620838"/>
            <a:ext cx="2486410" cy="1890000"/>
          </a:xfrm>
          <a:solidFill>
            <a:schemeClr val="bg1">
              <a:lumMod val="95000"/>
            </a:schemeClr>
          </a:solidFill>
        </p:spPr>
        <p:txBody>
          <a:bodyPr lIns="72000" tIns="72000"/>
          <a:lstStyle>
            <a:lvl1pPr>
              <a:defRPr sz="1000"/>
            </a:lvl1pPr>
          </a:lstStyle>
          <a:p>
            <a:r>
              <a:rPr lang="de-DE"/>
              <a:t>Bild einfügen (6,89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2487598" cy="252565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3820587" y="1620838"/>
            <a:ext cx="2485481" cy="1890000"/>
          </a:xfrm>
          <a:solidFill>
            <a:schemeClr val="bg1">
              <a:lumMod val="95000"/>
            </a:schemeClr>
          </a:solidFill>
        </p:spPr>
        <p:txBody>
          <a:bodyPr lIns="72000" tIns="72000"/>
          <a:lstStyle>
            <a:lvl1pPr>
              <a:defRPr sz="1000"/>
            </a:lvl1pPr>
          </a:lstStyle>
          <a:p>
            <a:r>
              <a:rPr lang="de-DE"/>
              <a:t>Bild einfügen (6,89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3820587" y="3773550"/>
            <a:ext cx="2487431" cy="252565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7" name="Inhaltsplatzhalter 2">
            <a:extLst>
              <a:ext uri="{FF2B5EF4-FFF2-40B4-BE49-F238E27FC236}">
                <a16:creationId xmlns:a16="http://schemas.microsoft.com/office/drawing/2014/main" id="{CE2DF2CE-6F57-A903-269A-3453EA660ED2}"/>
              </a:ext>
            </a:extLst>
          </p:cNvPr>
          <p:cNvSpPr>
            <a:spLocks noGrp="1"/>
          </p:cNvSpPr>
          <p:nvPr>
            <p:ph idx="22" hasCustomPrompt="1"/>
          </p:nvPr>
        </p:nvSpPr>
        <p:spPr>
          <a:xfrm>
            <a:off x="9152534" y="3773550"/>
            <a:ext cx="2488561" cy="252565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9152536" y="1620838"/>
            <a:ext cx="2486410" cy="1890000"/>
          </a:xfrm>
          <a:solidFill>
            <a:schemeClr val="bg1">
              <a:lumMod val="95000"/>
            </a:schemeClr>
          </a:solidFill>
        </p:spPr>
        <p:txBody>
          <a:bodyPr lIns="72000" tIns="72000"/>
          <a:lstStyle>
            <a:lvl1pPr>
              <a:defRPr sz="1000"/>
            </a:lvl1pPr>
          </a:lstStyle>
          <a:p>
            <a:r>
              <a:rPr lang="de-DE"/>
              <a:t>Bild einfügen (6,89 x 5,25 cm)</a:t>
            </a:r>
          </a:p>
        </p:txBody>
      </p:sp>
      <p:sp>
        <p:nvSpPr>
          <p:cNvPr id="2" name="Titel 1">
            <a:extLst>
              <a:ext uri="{FF2B5EF4-FFF2-40B4-BE49-F238E27FC236}">
                <a16:creationId xmlns:a16="http://schemas.microsoft.com/office/drawing/2014/main" id="{79BA389D-CC20-74E5-BDA2-DC4642BC9C86}"/>
              </a:ext>
            </a:extLst>
          </p:cNvPr>
          <p:cNvSpPr>
            <a:spLocks noGrp="1"/>
          </p:cNvSpPr>
          <p:nvPr>
            <p:ph type="title" hasCustomPrompt="1"/>
          </p:nvPr>
        </p:nvSpPr>
        <p:spPr>
          <a:xfrm>
            <a:off x="1153318" y="484127"/>
            <a:ext cx="10488614" cy="468000"/>
          </a:xfrm>
        </p:spPr>
        <p:txBody>
          <a:bodyPr/>
          <a:lstStyle>
            <a:lvl1pPr>
              <a:defRPr/>
            </a:lvl1pPr>
          </a:lstStyle>
          <a:p>
            <a:r>
              <a:rPr lang="de-DE"/>
              <a:t>Headline Sparkasse Head 28pt ein- bis max. zweizeilig #10</a:t>
            </a:r>
          </a:p>
        </p:txBody>
      </p:sp>
      <p:sp>
        <p:nvSpPr>
          <p:cNvPr id="7" name="Textplatzhalter 2">
            <a:extLst>
              <a:ext uri="{FF2B5EF4-FFF2-40B4-BE49-F238E27FC236}">
                <a16:creationId xmlns:a16="http://schemas.microsoft.com/office/drawing/2014/main" id="{D7A93B81-A5A6-66CB-DF5C-C931F783AC07}"/>
              </a:ext>
            </a:extLst>
          </p:cNvPr>
          <p:cNvSpPr>
            <a:spLocks noGrp="1"/>
          </p:cNvSpPr>
          <p:nvPr>
            <p:ph type="body" idx="24"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8" name="Fußzeilenplatzhalter 7">
            <a:extLst>
              <a:ext uri="{FF2B5EF4-FFF2-40B4-BE49-F238E27FC236}">
                <a16:creationId xmlns:a16="http://schemas.microsoft.com/office/drawing/2014/main" id="{3FACDDF5-3522-17F8-9242-48C6A4072214}"/>
              </a:ext>
            </a:extLst>
          </p:cNvPr>
          <p:cNvSpPr>
            <a:spLocks noGrp="1"/>
          </p:cNvSpPr>
          <p:nvPr>
            <p:ph type="ftr" sz="quarter" idx="25"/>
          </p:nvPr>
        </p:nvSpPr>
        <p:spPr/>
        <p:txBody>
          <a:bodyPr/>
          <a:lstStyle/>
          <a:p>
            <a:r>
              <a:rPr lang="de-DE"/>
              <a:t>1. RO-Ansprechpartner RV und VDL | Digital | 02. Juni 2026</a:t>
            </a:r>
          </a:p>
        </p:txBody>
      </p:sp>
      <p:sp>
        <p:nvSpPr>
          <p:cNvPr id="5" name="Textfeld 4">
            <a:extLst>
              <a:ext uri="{FF2B5EF4-FFF2-40B4-BE49-F238E27FC236}">
                <a16:creationId xmlns:a16="http://schemas.microsoft.com/office/drawing/2014/main" id="{389D7411-8100-5CE2-C28C-C913354D8E08}"/>
              </a:ext>
            </a:extLst>
          </p:cNvPr>
          <p:cNvSpPr txBox="1"/>
          <p:nvPr userDrawn="1"/>
        </p:nvSpPr>
        <p:spPr>
          <a:xfrm>
            <a:off x="10196623" y="680484"/>
            <a:ext cx="0" cy="0"/>
          </a:xfrm>
          <a:prstGeom prst="rect">
            <a:avLst/>
          </a:prstGeom>
          <a:noFill/>
        </p:spPr>
        <p:txBody>
          <a:bodyPr wrap="none" lIns="0" tIns="0" rIns="0" bIns="0" rtlCol="0">
            <a:noAutofit/>
          </a:bodyPr>
          <a:lstStyle/>
          <a:p>
            <a:pPr algn="l"/>
            <a:endParaRPr lang="de-DE" sz="1400"/>
          </a:p>
        </p:txBody>
      </p:sp>
    </p:spTree>
    <p:extLst>
      <p:ext uri="{BB962C8B-B14F-4D97-AF65-F5344CB8AC3E}">
        <p14:creationId xmlns:p14="http://schemas.microsoft.com/office/powerpoint/2010/main" val="410114238"/>
      </p:ext>
    </p:extLst>
  </p:cSld>
  <p:clrMapOvr>
    <a:masterClrMapping/>
  </p:clrMapOvr>
  <p:extLst>
    <p:ext uri="{DCECCB84-F9BA-43D5-87BE-67443E8EF086}">
      <p15:sldGuideLst xmlns:p15="http://schemas.microsoft.com/office/powerpoint/2012/main">
        <p15:guide id="1" pos="2406">
          <p15:clr>
            <a:srgbClr val="FBAE40"/>
          </p15:clr>
        </p15:guide>
        <p15:guide id="2" pos="5765">
          <p15:clr>
            <a:srgbClr val="FBAE40"/>
          </p15:clr>
        </p15:guide>
        <p15:guide id="3" pos="5654">
          <p15:clr>
            <a:srgbClr val="FBAE40"/>
          </p15:clr>
        </p15:guide>
        <p15:guide id="4" pos="3976">
          <p15:clr>
            <a:srgbClr val="FBAE40"/>
          </p15:clr>
        </p15:guide>
        <p15:guide id="5" pos="4085">
          <p15:clr>
            <a:srgbClr val="FBAE40"/>
          </p15:clr>
        </p15:guide>
        <p15:guide id="6" pos="229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xt-/Bild-Folie #1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4265469" cy="3003799"/>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Oder ein Bild aus der Zwischenablage in den angeklickten Platzhalter einfügen. Format </a:t>
            </a:r>
            <a:r>
              <a:rPr lang="de-DE"/>
              <a:t>11,85 x 8,34 cm.</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5599387" y="1620839"/>
            <a:ext cx="2486410" cy="2391560"/>
          </a:xfrm>
          <a:solidFill>
            <a:schemeClr val="bg1">
              <a:lumMod val="95000"/>
            </a:schemeClr>
          </a:solidFill>
        </p:spPr>
        <p:txBody>
          <a:bodyPr lIns="72000" tIns="72000"/>
          <a:lstStyle>
            <a:lvl1pPr>
              <a:defRPr sz="1000"/>
            </a:lvl1pPr>
          </a:lstStyle>
          <a:p>
            <a:r>
              <a:rPr lang="de-DE"/>
              <a:t>Bild einfügen (6,91 x 6,64 cm)</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5596722" y="4226400"/>
            <a:ext cx="3378077" cy="2072800"/>
          </a:xfrm>
          <a:solidFill>
            <a:schemeClr val="bg1">
              <a:lumMod val="95000"/>
            </a:schemeClr>
          </a:solidFill>
        </p:spPr>
        <p:txBody>
          <a:bodyPr lIns="72000" tIns="72000"/>
          <a:lstStyle>
            <a:lvl1pPr>
              <a:defRPr sz="1000"/>
            </a:lvl1pPr>
          </a:lstStyle>
          <a:p>
            <a:r>
              <a:rPr lang="de-DE"/>
              <a:t>Bild einfügen (9,38 x 5,76 cm)</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8264525" y="1620838"/>
            <a:ext cx="3374421" cy="2391559"/>
          </a:xfrm>
          <a:solidFill>
            <a:schemeClr val="bg1">
              <a:lumMod val="95000"/>
            </a:schemeClr>
          </a:solidFill>
        </p:spPr>
        <p:txBody>
          <a:bodyPr lIns="72000" tIns="72000"/>
          <a:lstStyle>
            <a:lvl1pPr>
              <a:defRPr sz="1000"/>
            </a:lvl1pPr>
          </a:lstStyle>
          <a:p>
            <a:r>
              <a:rPr lang="de-DE"/>
              <a:t>Bild einfügen (9,37 x 6,64 cm)</a:t>
            </a:r>
          </a:p>
        </p:txBody>
      </p:sp>
      <p:sp>
        <p:nvSpPr>
          <p:cNvPr id="35" name="Bildplatzhalter 4">
            <a:extLst>
              <a:ext uri="{FF2B5EF4-FFF2-40B4-BE49-F238E27FC236}">
                <a16:creationId xmlns:a16="http://schemas.microsoft.com/office/drawing/2014/main" id="{03F0F056-7BE7-51F0-B82D-24253B7F0D79}"/>
              </a:ext>
            </a:extLst>
          </p:cNvPr>
          <p:cNvSpPr>
            <a:spLocks noGrp="1"/>
          </p:cNvSpPr>
          <p:nvPr>
            <p:ph type="pic" sz="quarter" idx="24" hasCustomPrompt="1"/>
          </p:nvPr>
        </p:nvSpPr>
        <p:spPr>
          <a:xfrm>
            <a:off x="3365994" y="4813200"/>
            <a:ext cx="2052000" cy="1486000"/>
          </a:xfrm>
          <a:solidFill>
            <a:schemeClr val="bg1">
              <a:lumMod val="95000"/>
            </a:schemeClr>
          </a:solidFill>
        </p:spPr>
        <p:txBody>
          <a:bodyPr lIns="72000" tIns="72000"/>
          <a:lstStyle>
            <a:lvl1pPr>
              <a:spcBef>
                <a:spcPts val="0"/>
              </a:spcBef>
              <a:defRPr sz="1000"/>
            </a:lvl1pPr>
          </a:lstStyle>
          <a:p>
            <a:r>
              <a:rPr lang="de-DE"/>
              <a:t>Bild einfügen (5,7 x 4,13 cm)</a:t>
            </a:r>
          </a:p>
        </p:txBody>
      </p:sp>
      <p:sp>
        <p:nvSpPr>
          <p:cNvPr id="40" name="Bildplatzhalter 4">
            <a:extLst>
              <a:ext uri="{FF2B5EF4-FFF2-40B4-BE49-F238E27FC236}">
                <a16:creationId xmlns:a16="http://schemas.microsoft.com/office/drawing/2014/main" id="{50D163F6-5E61-6C7A-A768-E7616B0762AE}"/>
              </a:ext>
            </a:extLst>
          </p:cNvPr>
          <p:cNvSpPr>
            <a:spLocks noGrp="1"/>
          </p:cNvSpPr>
          <p:nvPr>
            <p:ph type="pic" sz="quarter" idx="25" hasCustomPrompt="1"/>
          </p:nvPr>
        </p:nvSpPr>
        <p:spPr>
          <a:xfrm>
            <a:off x="9153521" y="4226400"/>
            <a:ext cx="2485426" cy="1656000"/>
          </a:xfrm>
          <a:solidFill>
            <a:schemeClr val="bg1">
              <a:lumMod val="95000"/>
            </a:schemeClr>
          </a:solidFill>
        </p:spPr>
        <p:txBody>
          <a:bodyPr lIns="72000" tIns="72000"/>
          <a:lstStyle>
            <a:lvl1pPr>
              <a:defRPr sz="1000"/>
            </a:lvl1pPr>
          </a:lstStyle>
          <a:p>
            <a:r>
              <a:rPr lang="de-DE"/>
              <a:t>Bild einfügen (6,9 x 4,6 cm)</a:t>
            </a:r>
          </a:p>
        </p:txBody>
      </p:sp>
      <p:sp>
        <p:nvSpPr>
          <p:cNvPr id="2" name="Titel 1">
            <a:extLst>
              <a:ext uri="{FF2B5EF4-FFF2-40B4-BE49-F238E27FC236}">
                <a16:creationId xmlns:a16="http://schemas.microsoft.com/office/drawing/2014/main" id="{66B3270F-BA2F-B063-560B-08FD880B7DF0}"/>
              </a:ext>
            </a:extLst>
          </p:cNvPr>
          <p:cNvSpPr>
            <a:spLocks noGrp="1"/>
          </p:cNvSpPr>
          <p:nvPr>
            <p:ph type="title" hasCustomPrompt="1"/>
          </p:nvPr>
        </p:nvSpPr>
        <p:spPr>
          <a:xfrm>
            <a:off x="1153318" y="484127"/>
            <a:ext cx="10488614" cy="468000"/>
          </a:xfrm>
        </p:spPr>
        <p:txBody>
          <a:bodyPr/>
          <a:lstStyle>
            <a:lvl1pPr>
              <a:defRPr/>
            </a:lvl1pPr>
          </a:lstStyle>
          <a:p>
            <a:r>
              <a:rPr lang="de-DE"/>
              <a:t>Headline Sparkasse Head 28pt ein- bis max. zweizeilig #11</a:t>
            </a:r>
          </a:p>
        </p:txBody>
      </p:sp>
      <p:sp>
        <p:nvSpPr>
          <p:cNvPr id="7" name="Textplatzhalter 2">
            <a:extLst>
              <a:ext uri="{FF2B5EF4-FFF2-40B4-BE49-F238E27FC236}">
                <a16:creationId xmlns:a16="http://schemas.microsoft.com/office/drawing/2014/main" id="{9298170C-B090-39E0-451A-A0CE94BEF1D5}"/>
              </a:ext>
            </a:extLst>
          </p:cNvPr>
          <p:cNvSpPr>
            <a:spLocks noGrp="1"/>
          </p:cNvSpPr>
          <p:nvPr>
            <p:ph type="body" idx="26" hasCustomPrompt="1"/>
          </p:nvPr>
        </p:nvSpPr>
        <p:spPr>
          <a:xfrm>
            <a:off x="1152000" y="6181200"/>
            <a:ext cx="2160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8" name="Fußzeilenplatzhalter 7">
            <a:extLst>
              <a:ext uri="{FF2B5EF4-FFF2-40B4-BE49-F238E27FC236}">
                <a16:creationId xmlns:a16="http://schemas.microsoft.com/office/drawing/2014/main" id="{59022868-559F-F461-353A-E5C78779A1A1}"/>
              </a:ext>
            </a:extLst>
          </p:cNvPr>
          <p:cNvSpPr>
            <a:spLocks noGrp="1"/>
          </p:cNvSpPr>
          <p:nvPr>
            <p:ph type="ftr" sz="quarter" idx="27"/>
          </p:nvPr>
        </p:nvSpPr>
        <p:spPr/>
        <p:txBody>
          <a:bodyPr/>
          <a:lstStyle/>
          <a:p>
            <a:r>
              <a:rPr lang="de-DE"/>
              <a:t>1. RO-Ansprechpartner RV und VDL | Digital | 02. Juni 2026</a:t>
            </a:r>
          </a:p>
        </p:txBody>
      </p:sp>
    </p:spTree>
    <p:extLst>
      <p:ext uri="{BB962C8B-B14F-4D97-AF65-F5344CB8AC3E}">
        <p14:creationId xmlns:p14="http://schemas.microsoft.com/office/powerpoint/2010/main" val="985974252"/>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xt-/Bild-Folie #12">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53F8B0A-705B-2488-1C9E-38FBB2F0011D}"/>
              </a:ext>
            </a:extLst>
          </p:cNvPr>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413574" y="0"/>
            <a:ext cx="5778426" cy="6858000"/>
          </a:xfrm>
          <a:solidFill>
            <a:schemeClr val="bg1">
              <a:lumMod val="95000"/>
            </a:schemeClr>
          </a:solidFill>
        </p:spPr>
        <p:txBody>
          <a:bodyPr lIns="72000" tIns="72000"/>
          <a:lstStyle>
            <a:lvl1pPr>
              <a:spcBef>
                <a:spcPts val="0"/>
              </a:spcBef>
              <a:defRPr sz="1000"/>
            </a:lvl1pPr>
          </a:lstStyle>
          <a:p>
            <a:r>
              <a:rPr lang="de-DE" noProof="0"/>
              <a:t>Bitte fügen Sie ein Bild über Klick auf das Symbol im Platzhalter ein.</a:t>
            </a:r>
            <a:br>
              <a:rPr lang="de-DE" noProof="0"/>
            </a:br>
            <a:r>
              <a:rPr lang="de-DE" noProof="0"/>
              <a:t>Oder mit Klick auf den Platzhalter und der rechten Maustaste den Befehl „Bild einfügen“ auswählen. </a:t>
            </a:r>
            <a:br>
              <a:rPr lang="de-DE" noProof="0"/>
            </a:br>
            <a:r>
              <a:rPr lang="de-DE" noProof="0"/>
              <a:t>Oder ein Bild aus der Zwischenablage in den angeklickten Platzhalter einfügen. </a:t>
            </a:r>
            <a:br>
              <a:rPr lang="de-DE" noProof="0"/>
            </a:br>
            <a:r>
              <a:rPr lang="de-DE" noProof="0"/>
              <a:t>Format </a:t>
            </a:r>
            <a:r>
              <a:rPr lang="de-DE"/>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63876" y="487783"/>
            <a:ext cx="4821736" cy="913979"/>
          </a:xfrm>
        </p:spPr>
        <p:txBody>
          <a:bodyPr/>
          <a:lstStyle>
            <a:lvl1pPr>
              <a:defRPr>
                <a:solidFill>
                  <a:schemeClr val="bg1"/>
                </a:solidFill>
              </a:defRPr>
            </a:lvl1pPr>
          </a:lstStyle>
          <a:p>
            <a:r>
              <a:rPr lang="de-DE"/>
              <a:t>Headline Sparkasse Head 28pt Bild ½ #12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1152525" y="6181200"/>
            <a:ext cx="48240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1152523" y="6408000"/>
            <a:ext cx="4824001" cy="180000"/>
          </a:xfrm>
        </p:spPr>
        <p:txBody>
          <a:bodyPr/>
          <a:lstStyle>
            <a:lvl1pPr>
              <a:defRPr>
                <a:solidFill>
                  <a:schemeClr val="bg1"/>
                </a:solidFill>
              </a:defRPr>
            </a:lvl1pPr>
          </a:lstStyle>
          <a:p>
            <a:r>
              <a:rPr lang="de-DE"/>
              <a:t>1. RO-Ansprechpartner RV und VDL | Digital | 02. Juni 2026</a:t>
            </a:r>
          </a:p>
        </p:txBody>
      </p:sp>
      <p:cxnSp>
        <p:nvCxnSpPr>
          <p:cNvPr id="7" name="Gerader Verbinder 6">
            <a:extLst>
              <a:ext uri="{FF2B5EF4-FFF2-40B4-BE49-F238E27FC236}">
                <a16:creationId xmlns:a16="http://schemas.microsoft.com/office/drawing/2014/main" id="{B318B324-BAD5-6B0E-65CC-55C4B3C3E36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9313311"/>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Nur Headlin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a:t>Headline Sparkasse Head 28pt ein- bis max. zweizeilig #4</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p>
            <a:r>
              <a:rPr lang="de-DE"/>
              <a:t>1. RO-Ansprechpartner RV und VDL | Digital | 02. Juni 2026</a:t>
            </a:r>
          </a:p>
        </p:txBody>
      </p:sp>
    </p:spTree>
    <p:extLst>
      <p:ext uri="{BB962C8B-B14F-4D97-AF65-F5344CB8AC3E}">
        <p14:creationId xmlns:p14="http://schemas.microsoft.com/office/powerpoint/2010/main" val="283480765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Nur Headline #2">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2A502F6-608E-6EB5-AD16-480A7E457CAE}"/>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solidFill>
                  <a:schemeClr val="bg1"/>
                </a:solidFill>
              </a:defRPr>
            </a:lvl1pPr>
          </a:lstStyle>
          <a:p>
            <a:r>
              <a:rPr lang="de-DE"/>
              <a:t>Headline Sparkasse Head 28pt ein- bis max. zweizeilig #5</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lvl1pPr>
              <a:defRPr>
                <a:solidFill>
                  <a:schemeClr val="bg1"/>
                </a:solidFill>
              </a:defRPr>
            </a:lvl1pPr>
          </a:lstStyle>
          <a:p>
            <a:r>
              <a:rPr lang="de-DE"/>
              <a:t>1. RO-Ansprechpartner RV und VDL | Digital | 02. Juni 2026</a:t>
            </a:r>
          </a:p>
        </p:txBody>
      </p:sp>
      <p:cxnSp>
        <p:nvCxnSpPr>
          <p:cNvPr id="9" name="Gerader Verbinder 8">
            <a:extLst>
              <a:ext uri="{FF2B5EF4-FFF2-40B4-BE49-F238E27FC236}">
                <a16:creationId xmlns:a16="http://schemas.microsoft.com/office/drawing/2014/main" id="{0A991AF5-616B-7119-1476-47784836895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703335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Video-Folie">
    <p:bg>
      <p:bgPr>
        <a:solidFill>
          <a:schemeClr val="tx1"/>
        </a:solidFill>
        <a:effectLst/>
      </p:bgPr>
    </p:bg>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B010F72A-BD22-21C0-7378-614825734ED8}"/>
              </a:ext>
            </a:extLst>
          </p:cNvPr>
          <p:cNvSpPr>
            <a:spLocks noGrp="1"/>
          </p:cNvSpPr>
          <p:nvPr>
            <p:ph type="ftr" sz="quarter" idx="3"/>
          </p:nvPr>
        </p:nvSpPr>
        <p:spPr>
          <a:xfrm rot="16200000">
            <a:off x="-2564672" y="3373734"/>
            <a:ext cx="5742117" cy="144000"/>
          </a:xfrm>
          <a:prstGeom prst="rect">
            <a:avLst/>
          </a:prstGeom>
        </p:spPr>
        <p:txBody>
          <a:bodyPr vert="horz" lIns="0" tIns="0" rIns="0" bIns="28800" rtlCol="0" anchor="ctr">
            <a:noAutofit/>
          </a:bodyPr>
          <a:lstStyle>
            <a:lvl1pPr algn="ctr">
              <a:lnSpc>
                <a:spcPts val="1200"/>
              </a:lnSpc>
              <a:defRPr sz="700" cap="all" spc="80" baseline="0">
                <a:solidFill>
                  <a:schemeClr val="bg1">
                    <a:alpha val="0"/>
                  </a:schemeClr>
                </a:solidFill>
              </a:defRPr>
            </a:lvl1pPr>
          </a:lstStyle>
          <a:p>
            <a:r>
              <a:rPr lang="de-DE"/>
              <a:t>1. RO-Ansprechpartner RV und VDL | Digital | 02. Juni 2026</a:t>
            </a:r>
          </a:p>
        </p:txBody>
      </p:sp>
      <p:sp>
        <p:nvSpPr>
          <p:cNvPr id="8" name="Medienplatzhalter 7">
            <a:extLst>
              <a:ext uri="{FF2B5EF4-FFF2-40B4-BE49-F238E27FC236}">
                <a16:creationId xmlns:a16="http://schemas.microsoft.com/office/drawing/2014/main" id="{E56DD4CA-6146-7937-6958-46699AA02ED5}"/>
              </a:ext>
            </a:extLst>
          </p:cNvPr>
          <p:cNvSpPr>
            <a:spLocks noGrp="1"/>
          </p:cNvSpPr>
          <p:nvPr>
            <p:ph type="media" sz="quarter" idx="13" hasCustomPrompt="1"/>
          </p:nvPr>
        </p:nvSpPr>
        <p:spPr>
          <a:xfrm>
            <a:off x="0" y="0"/>
            <a:ext cx="12193200" cy="6858000"/>
          </a:xfrm>
          <a:solidFill>
            <a:schemeClr val="bg1">
              <a:lumMod val="95000"/>
            </a:schemeClr>
          </a:solidFill>
        </p:spPr>
        <p:txBody>
          <a:bodyPr lIns="72000" tIns="36000"/>
          <a:lstStyle>
            <a:lvl1pPr>
              <a:spcBef>
                <a:spcPts val="0"/>
              </a:spcBef>
              <a:defRPr sz="900"/>
            </a:lvl1pPr>
          </a:lstStyle>
          <a:p>
            <a:r>
              <a:rPr lang="de-DE" noProof="0"/>
              <a:t>Bitte fügen Sie ein Video über Klick auf das Symbol im Platzhalter ein.</a:t>
            </a:r>
            <a:br>
              <a:rPr lang="de-DE" noProof="0"/>
            </a:br>
            <a:r>
              <a:rPr lang="de-DE" noProof="0"/>
              <a:t>Oder mit Klick auf den Platzhalter und der rechten Maustaste den Befehl „Video einfügen“ auswählen. </a:t>
            </a:r>
          </a:p>
          <a:p>
            <a:r>
              <a:rPr lang="de-DE" noProof="0"/>
              <a:t>Oder ein Video aus der Zwischenablage in den angeklickten Platzhalter einfügen. Format </a:t>
            </a:r>
            <a:r>
              <a:rPr lang="de-DE"/>
              <a:t>33,87 x 19,05 cm.</a:t>
            </a:r>
          </a:p>
        </p:txBody>
      </p:sp>
    </p:spTree>
    <p:extLst>
      <p:ext uri="{BB962C8B-B14F-4D97-AF65-F5344CB8AC3E}">
        <p14:creationId xmlns:p14="http://schemas.microsoft.com/office/powerpoint/2010/main" val="197684300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Mockup-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a:t>Headline Sparkasse Head 28pt Mockup-Folie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Fußzeilenplatzhalter 3">
            <a:extLst>
              <a:ext uri="{FF2B5EF4-FFF2-40B4-BE49-F238E27FC236}">
                <a16:creationId xmlns:a16="http://schemas.microsoft.com/office/drawing/2014/main" id="{7AEC34B0-20CC-3187-B106-26A3E1B73850}"/>
              </a:ext>
            </a:extLst>
          </p:cNvPr>
          <p:cNvSpPr>
            <a:spLocks noGrp="1"/>
          </p:cNvSpPr>
          <p:nvPr>
            <p:ph type="ftr" sz="quarter" idx="16"/>
          </p:nvPr>
        </p:nvSpPr>
        <p:spPr/>
        <p:txBody>
          <a:bodyPr/>
          <a:lstStyle/>
          <a:p>
            <a:r>
              <a:rPr lang="de-DE"/>
              <a:t>1. RO-Ansprechpartner RV und VDL | Digital | 02. Juni 2026</a:t>
            </a:r>
          </a:p>
        </p:txBody>
      </p:sp>
      <p:sp>
        <p:nvSpPr>
          <p:cNvPr id="5" name="Textplatzhalter 2">
            <a:extLst>
              <a:ext uri="{FF2B5EF4-FFF2-40B4-BE49-F238E27FC236}">
                <a16:creationId xmlns:a16="http://schemas.microsoft.com/office/drawing/2014/main" id="{2B8221D4-A2C9-9171-3C19-A03B535ADFB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26" name="Bildplatzhalter 25">
            <a:extLst>
              <a:ext uri="{FF2B5EF4-FFF2-40B4-BE49-F238E27FC236}">
                <a16:creationId xmlns:a16="http://schemas.microsoft.com/office/drawing/2014/main" id="{E0FC838F-3880-1AD6-A575-C42AB089E25E}"/>
              </a:ext>
            </a:extLst>
          </p:cNvPr>
          <p:cNvSpPr>
            <a:spLocks noGrp="1"/>
          </p:cNvSpPr>
          <p:nvPr>
            <p:ph type="pic" sz="quarter" idx="15" hasCustomPrompt="1"/>
          </p:nvPr>
        </p:nvSpPr>
        <p:spPr>
          <a:xfrm>
            <a:off x="7915227" y="1720516"/>
            <a:ext cx="2111542" cy="4479759"/>
          </a:xfrm>
          <a:custGeom>
            <a:avLst/>
            <a:gdLst>
              <a:gd name="connsiteX0" fmla="*/ 200280 w 2111542"/>
              <a:gd name="connsiteY0" fmla="*/ 0 h 4465722"/>
              <a:gd name="connsiteX1" fmla="*/ 486997 w 2111542"/>
              <a:gd name="connsiteY1" fmla="*/ 0 h 4465722"/>
              <a:gd name="connsiteX2" fmla="*/ 479257 w 2111542"/>
              <a:gd name="connsiteY2" fmla="*/ 38335 h 4465722"/>
              <a:gd name="connsiteX3" fmla="*/ 601343 w 2111542"/>
              <a:gd name="connsiteY3" fmla="*/ 160421 h 4465722"/>
              <a:gd name="connsiteX4" fmla="*/ 1512203 w 2111542"/>
              <a:gd name="connsiteY4" fmla="*/ 160421 h 4465722"/>
              <a:gd name="connsiteX5" fmla="*/ 1634289 w 2111542"/>
              <a:gd name="connsiteY5" fmla="*/ 38335 h 4465722"/>
              <a:gd name="connsiteX6" fmla="*/ 1626549 w 2111542"/>
              <a:gd name="connsiteY6" fmla="*/ 0 h 4465722"/>
              <a:gd name="connsiteX7" fmla="*/ 1911262 w 2111542"/>
              <a:gd name="connsiteY7" fmla="*/ 0 h 4465722"/>
              <a:gd name="connsiteX8" fmla="*/ 2111542 w 2111542"/>
              <a:gd name="connsiteY8" fmla="*/ 200280 h 4465722"/>
              <a:gd name="connsiteX9" fmla="*/ 2111542 w 2111542"/>
              <a:gd name="connsiteY9" fmla="*/ 4265442 h 4465722"/>
              <a:gd name="connsiteX10" fmla="*/ 1911262 w 2111542"/>
              <a:gd name="connsiteY10" fmla="*/ 4465722 h 4465722"/>
              <a:gd name="connsiteX11" fmla="*/ 200280 w 2111542"/>
              <a:gd name="connsiteY11" fmla="*/ 4465722 h 4465722"/>
              <a:gd name="connsiteX12" fmla="*/ 0 w 2111542"/>
              <a:gd name="connsiteY12" fmla="*/ 4265442 h 4465722"/>
              <a:gd name="connsiteX13" fmla="*/ 0 w 2111542"/>
              <a:gd name="connsiteY13" fmla="*/ 200280 h 4465722"/>
              <a:gd name="connsiteX14" fmla="*/ 200280 w 2111542"/>
              <a:gd name="connsiteY14" fmla="*/ 0 h 446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11542" h="4465722">
                <a:moveTo>
                  <a:pt x="200280" y="0"/>
                </a:moveTo>
                <a:lnTo>
                  <a:pt x="486997" y="0"/>
                </a:lnTo>
                <a:lnTo>
                  <a:pt x="479257" y="38335"/>
                </a:lnTo>
                <a:cubicBezTo>
                  <a:pt x="479257" y="105761"/>
                  <a:pt x="533917" y="160421"/>
                  <a:pt x="601343" y="160421"/>
                </a:cubicBezTo>
                <a:lnTo>
                  <a:pt x="1512203" y="160421"/>
                </a:lnTo>
                <a:cubicBezTo>
                  <a:pt x="1579629" y="160421"/>
                  <a:pt x="1634289" y="105761"/>
                  <a:pt x="1634289" y="38335"/>
                </a:cubicBezTo>
                <a:lnTo>
                  <a:pt x="1626549" y="0"/>
                </a:lnTo>
                <a:lnTo>
                  <a:pt x="1911262" y="0"/>
                </a:lnTo>
                <a:cubicBezTo>
                  <a:pt x="2021874" y="0"/>
                  <a:pt x="2111542" y="89668"/>
                  <a:pt x="2111542" y="200280"/>
                </a:cubicBezTo>
                <a:lnTo>
                  <a:pt x="2111542" y="4265442"/>
                </a:lnTo>
                <a:cubicBezTo>
                  <a:pt x="2111542" y="4376054"/>
                  <a:pt x="2021874" y="4465722"/>
                  <a:pt x="1911262" y="4465722"/>
                </a:cubicBezTo>
                <a:lnTo>
                  <a:pt x="200280" y="4465722"/>
                </a:lnTo>
                <a:cubicBezTo>
                  <a:pt x="89668" y="4465722"/>
                  <a:pt x="0" y="4376054"/>
                  <a:pt x="0" y="4265442"/>
                </a:cubicBezTo>
                <a:lnTo>
                  <a:pt x="0" y="200280"/>
                </a:lnTo>
                <a:cubicBezTo>
                  <a:pt x="0" y="89668"/>
                  <a:pt x="89668" y="0"/>
                  <a:pt x="200280" y="0"/>
                </a:cubicBezTo>
                <a:close/>
              </a:path>
            </a:pathLst>
          </a:custGeom>
          <a:noFill/>
        </p:spPr>
        <p:txBody>
          <a:bodyPr wrap="square" tIns="360000">
            <a:noAutofit/>
          </a:bodyPr>
          <a:lstStyle>
            <a:lvl1pPr algn="ctr">
              <a:lnSpc>
                <a:spcPct val="100000"/>
              </a:lnSpc>
              <a:spcBef>
                <a:spcPts val="0"/>
              </a:spcBef>
              <a:defRPr sz="950"/>
            </a:lvl1pPr>
          </a:lstStyle>
          <a:p>
            <a:r>
              <a:rPr lang="de-DE" noProof="0"/>
              <a:t>Bitte fügen Sie ein Bild über Klick </a:t>
            </a:r>
            <a:br>
              <a:rPr lang="de-DE" noProof="0"/>
            </a:br>
            <a:r>
              <a:rPr lang="de-DE" noProof="0"/>
              <a:t>auf das Symbol im Platzhalter ein.</a:t>
            </a:r>
            <a:br>
              <a:rPr lang="de-DE" noProof="0"/>
            </a:br>
            <a:r>
              <a:rPr lang="de-DE" noProof="0"/>
              <a:t>Oder mit Klick auf den Platzhalter </a:t>
            </a:r>
            <a:br>
              <a:rPr lang="de-DE" noProof="0"/>
            </a:br>
            <a:r>
              <a:rPr lang="de-DE" noProof="0"/>
              <a:t>und der rechten Maustaste </a:t>
            </a:r>
            <a:br>
              <a:rPr lang="de-DE" noProof="0"/>
            </a:br>
            <a:r>
              <a:rPr lang="de-DE" noProof="0"/>
              <a:t>den Befehl „Bild einfügen“ </a:t>
            </a:r>
            <a:br>
              <a:rPr lang="de-DE" noProof="0"/>
            </a:br>
            <a:r>
              <a:rPr lang="de-DE" noProof="0"/>
              <a:t>auswählen. Oder ein Bild aus </a:t>
            </a:r>
            <a:br>
              <a:rPr lang="de-DE" noProof="0"/>
            </a:br>
            <a:r>
              <a:rPr lang="de-DE" noProof="0"/>
              <a:t>der Zwischenablage in den </a:t>
            </a:r>
            <a:br>
              <a:rPr lang="de-DE" noProof="0"/>
            </a:br>
            <a:r>
              <a:rPr lang="de-DE" noProof="0"/>
              <a:t>angeklickten Platzhalter einfügen. </a:t>
            </a:r>
            <a:br>
              <a:rPr lang="de-DE" noProof="0"/>
            </a:br>
            <a:r>
              <a:rPr lang="de-DE" noProof="0"/>
              <a:t>Format </a:t>
            </a:r>
            <a:r>
              <a:rPr lang="de-DE"/>
              <a:t>5,87 x 12,44 cm.</a:t>
            </a:r>
          </a:p>
        </p:txBody>
      </p:sp>
      <p:sp>
        <p:nvSpPr>
          <p:cNvPr id="8" name="Inhaltsplatzhalter 2">
            <a:extLst>
              <a:ext uri="{FF2B5EF4-FFF2-40B4-BE49-F238E27FC236}">
                <a16:creationId xmlns:a16="http://schemas.microsoft.com/office/drawing/2014/main" id="{3A07F1A6-0364-4636-B0FD-73374061C9D2}"/>
              </a:ext>
            </a:extLst>
          </p:cNvPr>
          <p:cNvSpPr>
            <a:spLocks noGrp="1"/>
          </p:cNvSpPr>
          <p:nvPr>
            <p:ph idx="18" hasCustomPrompt="1"/>
          </p:nvPr>
        </p:nvSpPr>
        <p:spPr>
          <a:xfrm>
            <a:off x="1153527" y="1565999"/>
            <a:ext cx="4917839"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290537571"/>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Mockup-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a:t>Headline Sparkasse Head 28pt Mockup-Folie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4" name="Fußzeilenplatzhalter 3">
            <a:extLst>
              <a:ext uri="{FF2B5EF4-FFF2-40B4-BE49-F238E27FC236}">
                <a16:creationId xmlns:a16="http://schemas.microsoft.com/office/drawing/2014/main" id="{AAA33AA8-9CAC-3492-3865-3D78C0DBD234}"/>
              </a:ext>
            </a:extLst>
          </p:cNvPr>
          <p:cNvSpPr>
            <a:spLocks noGrp="1"/>
          </p:cNvSpPr>
          <p:nvPr>
            <p:ph type="ftr" sz="quarter" idx="15"/>
          </p:nvPr>
        </p:nvSpPr>
        <p:spPr/>
        <p:txBody>
          <a:bodyPr/>
          <a:lstStyle/>
          <a:p>
            <a:r>
              <a:rPr lang="de-DE"/>
              <a:t>1. RO-Ansprechpartner RV und VDL | Digital | 02. Juni 2026</a:t>
            </a:r>
          </a:p>
        </p:txBody>
      </p:sp>
      <p:sp>
        <p:nvSpPr>
          <p:cNvPr id="8" name="Textplatzhalter 2">
            <a:extLst>
              <a:ext uri="{FF2B5EF4-FFF2-40B4-BE49-F238E27FC236}">
                <a16:creationId xmlns:a16="http://schemas.microsoft.com/office/drawing/2014/main" id="{7846DD82-0332-8564-685F-C282CC53A221}"/>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12" name="Picture Placeholder 8">
            <a:extLst>
              <a:ext uri="{FF2B5EF4-FFF2-40B4-BE49-F238E27FC236}">
                <a16:creationId xmlns:a16="http://schemas.microsoft.com/office/drawing/2014/main" id="{881DC0CE-F9B5-00F4-D385-745EBC2AB6D7}"/>
              </a:ext>
            </a:extLst>
          </p:cNvPr>
          <p:cNvSpPr>
            <a:spLocks noGrp="1"/>
          </p:cNvSpPr>
          <p:nvPr>
            <p:ph type="pic" sz="quarter" idx="10" hasCustomPrompt="1"/>
          </p:nvPr>
        </p:nvSpPr>
        <p:spPr>
          <a:xfrm>
            <a:off x="5396418" y="1799566"/>
            <a:ext cx="5464513" cy="3430800"/>
          </a:xfrm>
          <a:prstGeom prst="rect">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a:t>Bitte fügen Sie ein Bild über Klick auf das Symbol im Platzhalter ein.</a:t>
            </a:r>
            <a:br>
              <a:rPr lang="de-DE" noProof="0"/>
            </a:br>
            <a:r>
              <a:rPr lang="de-DE" noProof="0"/>
              <a:t>Oder mit Klick auf den Platzhalter und der rechten Maustaste </a:t>
            </a:r>
            <a:br>
              <a:rPr lang="de-DE" noProof="0"/>
            </a:br>
            <a:r>
              <a:rPr lang="de-DE" noProof="0"/>
              <a:t>den Befehl „Bild einfügen“ auswählen. Oder ein Bild aus der Zwischenablage </a:t>
            </a:r>
            <a:br>
              <a:rPr lang="de-DE" noProof="0"/>
            </a:br>
            <a:r>
              <a:rPr lang="de-DE" noProof="0"/>
              <a:t>in den angeklickten Platzhalter einfügen. Format 15,18 x 9,5 cm.</a:t>
            </a:r>
          </a:p>
        </p:txBody>
      </p:sp>
      <p:sp>
        <p:nvSpPr>
          <p:cNvPr id="3" name="Inhaltsplatzhalter 2">
            <a:extLst>
              <a:ext uri="{FF2B5EF4-FFF2-40B4-BE49-F238E27FC236}">
                <a16:creationId xmlns:a16="http://schemas.microsoft.com/office/drawing/2014/main" id="{6E9468DE-4895-6680-1BEC-D4253351E75D}"/>
              </a:ext>
            </a:extLst>
          </p:cNvPr>
          <p:cNvSpPr>
            <a:spLocks noGrp="1"/>
          </p:cNvSpPr>
          <p:nvPr>
            <p:ph idx="18" hasCustomPrompt="1"/>
          </p:nvPr>
        </p:nvSpPr>
        <p:spPr>
          <a:xfrm>
            <a:off x="1153527" y="1565999"/>
            <a:ext cx="3375273"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674552222"/>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Mockup-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a:t>Headline Sparkasse Head 28pt Mockup-Folie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1. RO-Ansprechpartner RV und VDL | Digital | 02. Juni 2026</a:t>
            </a:r>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8" name="Picture Placeholder 8">
            <a:extLst>
              <a:ext uri="{FF2B5EF4-FFF2-40B4-BE49-F238E27FC236}">
                <a16:creationId xmlns:a16="http://schemas.microsoft.com/office/drawing/2014/main" id="{ADF869EA-A822-2479-DCCB-749E96B2C36B}"/>
              </a:ext>
            </a:extLst>
          </p:cNvPr>
          <p:cNvSpPr>
            <a:spLocks noGrp="1"/>
          </p:cNvSpPr>
          <p:nvPr>
            <p:ph type="pic" sz="quarter" idx="10" hasCustomPrompt="1"/>
          </p:nvPr>
        </p:nvSpPr>
        <p:spPr>
          <a:xfrm>
            <a:off x="7459506" y="1768788"/>
            <a:ext cx="3292509" cy="4391689"/>
          </a:xfrm>
          <a:prstGeom prst="roundRect">
            <a:avLst>
              <a:gd name="adj" fmla="val 1668"/>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a:t>Bitte fügen Sie ein Bild über Klick </a:t>
            </a:r>
            <a:br>
              <a:rPr lang="de-DE" noProof="0"/>
            </a:br>
            <a:r>
              <a:rPr lang="de-DE" noProof="0"/>
              <a:t>auf das Symbol im Platzhalter ein. </a:t>
            </a:r>
            <a:br>
              <a:rPr lang="de-DE" noProof="0"/>
            </a:br>
            <a:r>
              <a:rPr lang="de-DE" noProof="0"/>
              <a:t>Oder mit Klick auf den Platzhalter und der rechten Maustaste den Befehl „Bild einfügen“ auswählen. </a:t>
            </a:r>
            <a:br>
              <a:rPr lang="de-DE" noProof="0"/>
            </a:br>
            <a:r>
              <a:rPr lang="de-DE" noProof="0"/>
              <a:t>Oder ein Bild aus der Zwischen-ablage in den </a:t>
            </a:r>
            <a:br>
              <a:rPr lang="de-DE" noProof="0"/>
            </a:br>
            <a:r>
              <a:rPr lang="de-DE" noProof="0"/>
              <a:t>angeklickten Platzhalter einfügen. </a:t>
            </a:r>
            <a:br>
              <a:rPr lang="de-DE" noProof="0"/>
            </a:br>
            <a:r>
              <a:rPr lang="de-DE" noProof="0"/>
              <a:t>Format 9,15 x 12,2 cm.</a:t>
            </a:r>
          </a:p>
        </p:txBody>
      </p:sp>
      <p:sp>
        <p:nvSpPr>
          <p:cNvPr id="3" name="Inhaltsplatzhalter 2">
            <a:extLst>
              <a:ext uri="{FF2B5EF4-FFF2-40B4-BE49-F238E27FC236}">
                <a16:creationId xmlns:a16="http://schemas.microsoft.com/office/drawing/2014/main" id="{F1C8DA12-C7BD-F01D-8103-0FFD27ECD76D}"/>
              </a:ext>
            </a:extLst>
          </p:cNvPr>
          <p:cNvSpPr>
            <a:spLocks noGrp="1"/>
          </p:cNvSpPr>
          <p:nvPr>
            <p:ph idx="18" hasCustomPrompt="1"/>
          </p:nvPr>
        </p:nvSpPr>
        <p:spPr>
          <a:xfrm>
            <a:off x="1153527" y="1565999"/>
            <a:ext cx="4917839"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228378867"/>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Mockup-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a:t>Headline Sparkasse Head 28pt Mockup-Folie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a:t>Optionale Quellenangabe: Sparkasse Light 8pt</a:t>
            </a:r>
          </a:p>
        </p:txBody>
      </p:sp>
      <p:sp>
        <p:nvSpPr>
          <p:cNvPr id="4" name="Bildplatzhalter 16">
            <a:extLst>
              <a:ext uri="{FF2B5EF4-FFF2-40B4-BE49-F238E27FC236}">
                <a16:creationId xmlns:a16="http://schemas.microsoft.com/office/drawing/2014/main" id="{07C9C1A3-C6AA-F496-78F1-60C54CD5C8F2}"/>
              </a:ext>
            </a:extLst>
          </p:cNvPr>
          <p:cNvSpPr>
            <a:spLocks noGrp="1"/>
          </p:cNvSpPr>
          <p:nvPr>
            <p:ph type="pic" sz="quarter" idx="10" hasCustomPrompt="1"/>
          </p:nvPr>
        </p:nvSpPr>
        <p:spPr>
          <a:xfrm>
            <a:off x="7776839" y="1373819"/>
            <a:ext cx="3351320" cy="4103703"/>
          </a:xfrm>
          <a:custGeom>
            <a:avLst/>
            <a:gdLst>
              <a:gd name="connsiteX0" fmla="*/ 749422 w 3351320"/>
              <a:gd name="connsiteY0" fmla="*/ 0 h 4103703"/>
              <a:gd name="connsiteX1" fmla="*/ 2601898 w 3351320"/>
              <a:gd name="connsiteY1" fmla="*/ 0 h 4103703"/>
              <a:gd name="connsiteX2" fmla="*/ 3351320 w 3351320"/>
              <a:gd name="connsiteY2" fmla="*/ 749422 h 4103703"/>
              <a:gd name="connsiteX3" fmla="*/ 3351320 w 3351320"/>
              <a:gd name="connsiteY3" fmla="*/ 3354281 h 4103703"/>
              <a:gd name="connsiteX4" fmla="*/ 2601898 w 3351320"/>
              <a:gd name="connsiteY4" fmla="*/ 4103703 h 4103703"/>
              <a:gd name="connsiteX5" fmla="*/ 749422 w 3351320"/>
              <a:gd name="connsiteY5" fmla="*/ 4103703 h 4103703"/>
              <a:gd name="connsiteX6" fmla="*/ 0 w 3351320"/>
              <a:gd name="connsiteY6" fmla="*/ 3354281 h 4103703"/>
              <a:gd name="connsiteX7" fmla="*/ 0 w 3351320"/>
              <a:gd name="connsiteY7" fmla="*/ 749422 h 4103703"/>
              <a:gd name="connsiteX8" fmla="*/ 749422 w 3351320"/>
              <a:gd name="connsiteY8" fmla="*/ 0 h 410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1320" h="4103703">
                <a:moveTo>
                  <a:pt x="749422" y="0"/>
                </a:moveTo>
                <a:lnTo>
                  <a:pt x="2601898" y="0"/>
                </a:lnTo>
                <a:cubicBezTo>
                  <a:pt x="3015792" y="0"/>
                  <a:pt x="3351320" y="335528"/>
                  <a:pt x="3351320" y="749422"/>
                </a:cubicBezTo>
                <a:lnTo>
                  <a:pt x="3351320" y="3354281"/>
                </a:lnTo>
                <a:cubicBezTo>
                  <a:pt x="3351320" y="3768175"/>
                  <a:pt x="3015792" y="4103703"/>
                  <a:pt x="2601898" y="4103703"/>
                </a:cubicBezTo>
                <a:lnTo>
                  <a:pt x="749422" y="4103703"/>
                </a:lnTo>
                <a:cubicBezTo>
                  <a:pt x="335528" y="4103703"/>
                  <a:pt x="0" y="3768175"/>
                  <a:pt x="0" y="3354281"/>
                </a:cubicBezTo>
                <a:lnTo>
                  <a:pt x="0" y="749422"/>
                </a:lnTo>
                <a:cubicBezTo>
                  <a:pt x="0" y="335528"/>
                  <a:pt x="335528" y="0"/>
                  <a:pt x="749422" y="0"/>
                </a:cubicBezTo>
                <a:close/>
              </a:path>
            </a:pathLst>
          </a:custGeom>
          <a:solidFill>
            <a:schemeClr val="bg1"/>
          </a:solidFill>
        </p:spPr>
        <p:txBody>
          <a:bodyPr wrap="square" lIns="36000" tIns="144000">
            <a:noAutofit/>
          </a:bodyPr>
          <a:lstStyle>
            <a:lvl1pPr marL="0" indent="0" algn="ctr">
              <a:lnSpc>
                <a:spcPct val="100000"/>
              </a:lnSpc>
              <a:spcBef>
                <a:spcPts val="0"/>
              </a:spcBef>
              <a:spcAft>
                <a:spcPts val="300"/>
              </a:spcAft>
              <a:buClr>
                <a:schemeClr val="tx2"/>
              </a:buClr>
              <a:buFont typeface="Arial" panose="020B0604020202020204" pitchFamily="34" charset="0"/>
              <a:buNone/>
              <a:defRPr sz="1000"/>
            </a:lvl1pPr>
          </a:lstStyle>
          <a:p>
            <a:r>
              <a:rPr lang="de-DE" noProof="0"/>
              <a:t>Bitte fügen Sie ein Bild über Klick </a:t>
            </a:r>
            <a:br>
              <a:rPr lang="de-DE" noProof="0"/>
            </a:br>
            <a:r>
              <a:rPr lang="de-DE" noProof="0"/>
              <a:t>auf das Symbol im Platzhalter ein.</a:t>
            </a:r>
            <a:br>
              <a:rPr lang="de-DE" noProof="0"/>
            </a:br>
            <a:r>
              <a:rPr lang="de-DE" noProof="0"/>
              <a:t>Oder mit Klick auf den Platzhalter und der </a:t>
            </a:r>
            <a:br>
              <a:rPr lang="de-DE" noProof="0"/>
            </a:br>
            <a:r>
              <a:rPr lang="de-DE" noProof="0"/>
              <a:t>rechten Maustaste den Befehl „Bild einfügen“ </a:t>
            </a:r>
            <a:br>
              <a:rPr lang="de-DE" noProof="0"/>
            </a:br>
            <a:r>
              <a:rPr lang="de-DE" noProof="0"/>
              <a:t>auswählen. Oder ein Bild aus der Zwischenablage </a:t>
            </a:r>
            <a:br>
              <a:rPr lang="de-DE" noProof="0"/>
            </a:br>
            <a:r>
              <a:rPr lang="de-DE" noProof="0"/>
              <a:t>in den angeklickten Platzhalter einfügen. </a:t>
            </a:r>
            <a:br>
              <a:rPr lang="de-DE" noProof="0"/>
            </a:br>
            <a:r>
              <a:rPr lang="de-DE" noProof="0"/>
              <a:t>Format 9,31 x 11,4 cm.</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1. RO-Ansprechpartner RV und VDL | Digital | 02. Juni 2026</a:t>
            </a:r>
          </a:p>
        </p:txBody>
      </p:sp>
      <p:sp>
        <p:nvSpPr>
          <p:cNvPr id="3" name="Inhaltsplatzhalter 2">
            <a:extLst>
              <a:ext uri="{FF2B5EF4-FFF2-40B4-BE49-F238E27FC236}">
                <a16:creationId xmlns:a16="http://schemas.microsoft.com/office/drawing/2014/main" id="{9049C178-C84C-C374-146D-9B5256D30C93}"/>
              </a:ext>
            </a:extLst>
          </p:cNvPr>
          <p:cNvSpPr>
            <a:spLocks noGrp="1"/>
          </p:cNvSpPr>
          <p:nvPr>
            <p:ph idx="18" hasCustomPrompt="1"/>
          </p:nvPr>
        </p:nvSpPr>
        <p:spPr>
          <a:xfrm>
            <a:off x="1153527" y="1565999"/>
            <a:ext cx="4917839" cy="4734000"/>
          </a:xfrm>
        </p:spPr>
        <p:txBody>
          <a:bodyPr/>
          <a:lstStyle/>
          <a:p>
            <a:pPr lvl="0"/>
            <a:r>
              <a:rPr lang="de-DE"/>
              <a:t>Erste Ebene Sparkasse Light 14pt. Texthervorhebungen manuell in Sparkasse Medium. 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915677517"/>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Grafik-Übersich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a:t>Headline Sparkasse Head 28pt Tabelle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260476"/>
            <a:ext cx="5163834" cy="5038724"/>
          </a:xfrm>
        </p:spPr>
        <p:txBody>
          <a:bodyPr/>
          <a:lstStyle>
            <a:lvl1pPr>
              <a:defRPr/>
            </a:lvl1pPr>
          </a:lstStyle>
          <a:p>
            <a:pPr lvl="0"/>
            <a:r>
              <a:rPr lang="de-DE"/>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4" name="Inhaltsplatzhalter 2">
            <a:extLst>
              <a:ext uri="{FF2B5EF4-FFF2-40B4-BE49-F238E27FC236}">
                <a16:creationId xmlns:a16="http://schemas.microsoft.com/office/drawing/2014/main" id="{2E21D476-910E-E0E4-0A8E-500FFE2ACB5B}"/>
              </a:ext>
            </a:extLst>
          </p:cNvPr>
          <p:cNvSpPr>
            <a:spLocks noGrp="1"/>
          </p:cNvSpPr>
          <p:nvPr>
            <p:ph idx="14" hasCustomPrompt="1"/>
          </p:nvPr>
        </p:nvSpPr>
        <p:spPr>
          <a:xfrm>
            <a:off x="6477304" y="1260475"/>
            <a:ext cx="5163834" cy="5038724"/>
          </a:xfrm>
        </p:spPr>
        <p:txBody>
          <a:bodyPr/>
          <a:lstStyle>
            <a:lvl1pPr>
              <a:defRPr/>
            </a:lvl1pPr>
          </a:lstStyle>
          <a:p>
            <a:pPr lvl="0"/>
            <a:r>
              <a:rPr lang="de-DE"/>
              <a:t>Tabelle</a:t>
            </a:r>
          </a:p>
        </p:txBody>
      </p:sp>
      <p:sp>
        <p:nvSpPr>
          <p:cNvPr id="5" name="Fußzeilenplatzhalter 4">
            <a:extLst>
              <a:ext uri="{FF2B5EF4-FFF2-40B4-BE49-F238E27FC236}">
                <a16:creationId xmlns:a16="http://schemas.microsoft.com/office/drawing/2014/main" id="{E01DBE8A-70F2-A5AB-ED97-F5564D9962F7}"/>
              </a:ext>
            </a:extLst>
          </p:cNvPr>
          <p:cNvSpPr>
            <a:spLocks noGrp="1"/>
          </p:cNvSpPr>
          <p:nvPr>
            <p:ph type="ftr" sz="quarter" idx="15"/>
          </p:nvPr>
        </p:nvSpPr>
        <p:spPr/>
        <p:txBody>
          <a:bodyPr/>
          <a:lstStyle/>
          <a:p>
            <a:r>
              <a:rPr lang="de-DE"/>
              <a:t>1. RO-Ansprechpartner RV und VDL | Digital | 02. Juni 2026</a:t>
            </a:r>
          </a:p>
        </p:txBody>
      </p:sp>
    </p:spTree>
    <p:extLst>
      <p:ext uri="{BB962C8B-B14F-4D97-AF65-F5344CB8AC3E}">
        <p14:creationId xmlns:p14="http://schemas.microsoft.com/office/powerpoint/2010/main" val="246562099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Grafik-Übersich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a:t>Headline Sparkasse Head 28pt Tabelle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260475"/>
            <a:ext cx="10490399" cy="5038725"/>
          </a:xfrm>
        </p:spPr>
        <p:txBody>
          <a:bodyPr/>
          <a:lstStyle>
            <a:lvl1pPr>
              <a:defRPr/>
            </a:lvl1pPr>
          </a:lstStyle>
          <a:p>
            <a:pPr lvl="0"/>
            <a:r>
              <a:rPr lang="de-DE"/>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4" name="Fußzeilenplatzhalter 3">
            <a:extLst>
              <a:ext uri="{FF2B5EF4-FFF2-40B4-BE49-F238E27FC236}">
                <a16:creationId xmlns:a16="http://schemas.microsoft.com/office/drawing/2014/main" id="{03D12EE8-0443-68C3-2AD9-3FD7DB97AE22}"/>
              </a:ext>
            </a:extLst>
          </p:cNvPr>
          <p:cNvSpPr>
            <a:spLocks noGrp="1"/>
          </p:cNvSpPr>
          <p:nvPr>
            <p:ph type="ftr" sz="quarter" idx="14"/>
          </p:nvPr>
        </p:nvSpPr>
        <p:spPr/>
        <p:txBody>
          <a:bodyPr/>
          <a:lstStyle/>
          <a:p>
            <a:r>
              <a:rPr lang="de-DE"/>
              <a:t>1. RO-Ansprechpartner RV und VDL | Digital | 02. Juni 2026</a:t>
            </a:r>
          </a:p>
        </p:txBody>
      </p:sp>
    </p:spTree>
    <p:extLst>
      <p:ext uri="{BB962C8B-B14F-4D97-AF65-F5344CB8AC3E}">
        <p14:creationId xmlns:p14="http://schemas.microsoft.com/office/powerpoint/2010/main" val="166225551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Schlussfoli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51999" y="1621464"/>
            <a:ext cx="3375483" cy="1890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Oder mit Klick auf den Platzhalter und der rechten Maustaste </a:t>
            </a:r>
            <a:br>
              <a:rPr lang="de-DE"/>
            </a:br>
            <a:r>
              <a:rPr lang="de-DE"/>
              <a:t>den Befehl „Bild einfügen“ auswählen. Oder ein Bild aus der Zwischenablage in den angeklickten Platzhalter einfügen. Format 9,35 x 5,25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3801521"/>
            <a:ext cx="3378980" cy="2497679"/>
          </a:xfrm>
        </p:spPr>
        <p:txBody>
          <a:bodyPr/>
          <a:lstStyle>
            <a:lvl1pPr>
              <a:spcBef>
                <a:spcPts val="600"/>
              </a:spcBef>
              <a:defRPr sz="1400">
                <a:latin typeface="Sparkasse Medium" panose="020B0603080202020204" pitchFamily="34" charset="0"/>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lvl="0"/>
            <a:r>
              <a:rPr lang="de-DE"/>
              <a:t>Vorname Nachname Md 14pt</a:t>
            </a:r>
          </a:p>
          <a:p>
            <a:pPr lvl="1"/>
            <a:r>
              <a:rPr lang="de-DE"/>
              <a:t>Zweite Ebene Position </a:t>
            </a:r>
            <a:r>
              <a:rPr lang="de-DE" err="1"/>
              <a:t>Lt</a:t>
            </a:r>
            <a:r>
              <a:rPr lang="de-DE"/>
              <a:t> 14pt</a:t>
            </a:r>
          </a:p>
          <a:p>
            <a:pPr lvl="2"/>
            <a:r>
              <a:rPr lang="de-DE"/>
              <a:t>Dritte Ebene</a:t>
            </a:r>
          </a:p>
          <a:p>
            <a:pPr lvl="3"/>
            <a:r>
              <a:rPr lang="de-DE"/>
              <a:t>Vierte Ebene</a:t>
            </a:r>
          </a:p>
          <a:p>
            <a:pPr lvl="4"/>
            <a:r>
              <a:rPr lang="de-DE"/>
              <a:t>Fünfte Ebene</a:t>
            </a:r>
          </a:p>
        </p:txBody>
      </p:sp>
      <p:sp>
        <p:nvSpPr>
          <p:cNvPr id="39" name="Bildplatzhalter 35">
            <a:extLst>
              <a:ext uri="{FF2B5EF4-FFF2-40B4-BE49-F238E27FC236}">
                <a16:creationId xmlns:a16="http://schemas.microsoft.com/office/drawing/2014/main" id="{461B2A19-7C73-1B14-5D3D-5CCEFBDED6AF}"/>
              </a:ext>
            </a:extLst>
          </p:cNvPr>
          <p:cNvSpPr>
            <a:spLocks noGrp="1"/>
          </p:cNvSpPr>
          <p:nvPr>
            <p:ph type="pic" sz="quarter" idx="20" hasCustomPrompt="1"/>
          </p:nvPr>
        </p:nvSpPr>
        <p:spPr>
          <a:xfrm>
            <a:off x="4709883" y="1621564"/>
            <a:ext cx="3375483" cy="1890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Oder mit Klick auf den Platzhalter und der rechten Maustaste </a:t>
            </a:r>
            <a:br>
              <a:rPr lang="de-DE"/>
            </a:br>
            <a:r>
              <a:rPr lang="de-DE"/>
              <a:t>den Befehl „Bild einfügen“ auswählen. Oder ein Bild aus der Zwischenablage in den angeklickten Platzhalter einfügen. Format 9,35 x 5,25 cm.</a:t>
            </a:r>
          </a:p>
        </p:txBody>
      </p:sp>
      <p:sp>
        <p:nvSpPr>
          <p:cNvPr id="40" name="Bildplatzhalter 35">
            <a:extLst>
              <a:ext uri="{FF2B5EF4-FFF2-40B4-BE49-F238E27FC236}">
                <a16:creationId xmlns:a16="http://schemas.microsoft.com/office/drawing/2014/main" id="{1ABDF9DA-B5FA-DCA6-F1AC-B7D65D221A02}"/>
              </a:ext>
            </a:extLst>
          </p:cNvPr>
          <p:cNvSpPr>
            <a:spLocks noGrp="1"/>
          </p:cNvSpPr>
          <p:nvPr>
            <p:ph type="pic" sz="quarter" idx="21" hasCustomPrompt="1"/>
          </p:nvPr>
        </p:nvSpPr>
        <p:spPr>
          <a:xfrm>
            <a:off x="8266449" y="1620838"/>
            <a:ext cx="3375483" cy="1890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Oder mit Klick auf den Platzhalter und der rechten Maustaste </a:t>
            </a:r>
            <a:br>
              <a:rPr lang="de-DE"/>
            </a:br>
            <a:r>
              <a:rPr lang="de-DE"/>
              <a:t>den Befehl „Bild einfügen“ auswählen. Oder ein Bild aus der Zwischenablage in den angeklickten Platzhalter einfügen. Format 9,35 x 5,25 cm.</a:t>
            </a:r>
          </a:p>
        </p:txBody>
      </p:sp>
      <p:sp>
        <p:nvSpPr>
          <p:cNvPr id="41" name="Inhaltsplatzhalter 2">
            <a:extLst>
              <a:ext uri="{FF2B5EF4-FFF2-40B4-BE49-F238E27FC236}">
                <a16:creationId xmlns:a16="http://schemas.microsoft.com/office/drawing/2014/main" id="{AB46D1AB-DF6C-B897-6366-43830399C4D3}"/>
              </a:ext>
            </a:extLst>
          </p:cNvPr>
          <p:cNvSpPr>
            <a:spLocks noGrp="1"/>
          </p:cNvSpPr>
          <p:nvPr>
            <p:ph idx="22" hasCustomPrompt="1"/>
          </p:nvPr>
        </p:nvSpPr>
        <p:spPr>
          <a:xfrm>
            <a:off x="4710642"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a:t>Vorname Nachname Md 14pt</a:t>
            </a:r>
          </a:p>
          <a:p>
            <a:pPr lvl="1"/>
            <a:r>
              <a:rPr lang="de-DE"/>
              <a:t>Zweite Ebene Position </a:t>
            </a:r>
            <a:r>
              <a:rPr lang="de-DE" err="1"/>
              <a:t>Lt</a:t>
            </a:r>
            <a:r>
              <a:rPr lang="de-DE"/>
              <a:t> 14pt</a:t>
            </a:r>
          </a:p>
          <a:p>
            <a:pPr lvl="2"/>
            <a:r>
              <a:rPr lang="de-DE"/>
              <a:t>Dritte Ebene</a:t>
            </a:r>
          </a:p>
          <a:p>
            <a:pPr lvl="3"/>
            <a:r>
              <a:rPr lang="de-DE"/>
              <a:t>Vierte Ebene</a:t>
            </a:r>
          </a:p>
          <a:p>
            <a:pPr lvl="4"/>
            <a:r>
              <a:rPr lang="de-DE"/>
              <a:t>Fünfte Ebene</a:t>
            </a:r>
          </a:p>
        </p:txBody>
      </p:sp>
      <p:sp>
        <p:nvSpPr>
          <p:cNvPr id="42" name="Inhaltsplatzhalter 2">
            <a:extLst>
              <a:ext uri="{FF2B5EF4-FFF2-40B4-BE49-F238E27FC236}">
                <a16:creationId xmlns:a16="http://schemas.microsoft.com/office/drawing/2014/main" id="{475514C4-6B3D-92E1-DB05-EABB01543415}"/>
              </a:ext>
            </a:extLst>
          </p:cNvPr>
          <p:cNvSpPr>
            <a:spLocks noGrp="1"/>
          </p:cNvSpPr>
          <p:nvPr>
            <p:ph idx="23" hasCustomPrompt="1"/>
          </p:nvPr>
        </p:nvSpPr>
        <p:spPr>
          <a:xfrm>
            <a:off x="8264738"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a:t>Vorname Nachname Md 14pt</a:t>
            </a:r>
          </a:p>
          <a:p>
            <a:pPr lvl="1"/>
            <a:r>
              <a:rPr lang="de-DE"/>
              <a:t>Zweite Ebene Position </a:t>
            </a:r>
            <a:r>
              <a:rPr lang="de-DE" err="1"/>
              <a:t>Lt</a:t>
            </a:r>
            <a:r>
              <a:rPr lang="de-DE"/>
              <a:t> 13pt</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D0F3D02F-453D-F41E-DA8B-8D4C83FD1AD3}"/>
              </a:ext>
            </a:extLst>
          </p:cNvPr>
          <p:cNvSpPr>
            <a:spLocks noGrp="1"/>
          </p:cNvSpPr>
          <p:nvPr>
            <p:ph type="ftr" sz="quarter" idx="24"/>
          </p:nvPr>
        </p:nvSpPr>
        <p:spPr/>
        <p:txBody>
          <a:bodyPr/>
          <a:lstStyle/>
          <a:p>
            <a:r>
              <a:rPr lang="de-DE"/>
              <a:t>1. RO-Ansprechpartner RV und VDL | Digital | 02. Juni 2026</a:t>
            </a:r>
          </a:p>
        </p:txBody>
      </p:sp>
    </p:spTree>
    <p:extLst>
      <p:ext uri="{BB962C8B-B14F-4D97-AF65-F5344CB8AC3E}">
        <p14:creationId xmlns:p14="http://schemas.microsoft.com/office/powerpoint/2010/main" val="348376155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chlussfolie #2">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a:t>Headline Sparkasse Head 28pt ein- bis max. zweizeilig </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1944439"/>
            <a:ext cx="3376800" cy="4354761"/>
          </a:xfrm>
          <a:noFill/>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a:t>Vorname Nachname Md 14pt</a:t>
            </a:r>
          </a:p>
          <a:p>
            <a:pPr lvl="1"/>
            <a:r>
              <a:rPr lang="de-DE"/>
              <a:t>Zweite Ebene Position </a:t>
            </a:r>
            <a:r>
              <a:rPr lang="de-DE" err="1"/>
              <a:t>Lt</a:t>
            </a:r>
            <a:r>
              <a:rPr lang="de-DE"/>
              <a:t> 14pt</a:t>
            </a:r>
          </a:p>
          <a:p>
            <a:pPr lvl="2"/>
            <a:r>
              <a:rPr lang="de-DE"/>
              <a:t>Dritte Ebene</a:t>
            </a:r>
          </a:p>
          <a:p>
            <a:pPr lvl="3"/>
            <a:r>
              <a:rPr lang="de-DE"/>
              <a:t>Vierte Ebene</a:t>
            </a:r>
          </a:p>
          <a:p>
            <a:pPr lvl="4"/>
            <a:r>
              <a:rPr lang="de-DE"/>
              <a:t>Fünfte Ebene</a:t>
            </a:r>
          </a:p>
        </p:txBody>
      </p:sp>
      <p:sp>
        <p:nvSpPr>
          <p:cNvPr id="12" name="Inhaltsplatzhalter 2">
            <a:extLst>
              <a:ext uri="{FF2B5EF4-FFF2-40B4-BE49-F238E27FC236}">
                <a16:creationId xmlns:a16="http://schemas.microsoft.com/office/drawing/2014/main" id="{E198FAAA-BA71-2089-2DE6-74F55CA522EA}"/>
              </a:ext>
            </a:extLst>
          </p:cNvPr>
          <p:cNvSpPr>
            <a:spLocks noGrp="1"/>
          </p:cNvSpPr>
          <p:nvPr>
            <p:ph idx="20" hasCustomPrompt="1"/>
          </p:nvPr>
        </p:nvSpPr>
        <p:spPr>
          <a:xfrm>
            <a:off x="4709750"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a:t>Vorname Nachname Md 14pt</a:t>
            </a:r>
          </a:p>
          <a:p>
            <a:pPr lvl="1"/>
            <a:r>
              <a:rPr lang="de-DE"/>
              <a:t>Zweite Ebene Position </a:t>
            </a:r>
            <a:r>
              <a:rPr lang="de-DE" err="1"/>
              <a:t>Lt</a:t>
            </a:r>
            <a:r>
              <a:rPr lang="de-DE"/>
              <a:t> 14pt</a:t>
            </a:r>
          </a:p>
          <a:p>
            <a:pPr lvl="2"/>
            <a:r>
              <a:rPr lang="de-DE"/>
              <a:t>Dritte Ebene</a:t>
            </a:r>
          </a:p>
          <a:p>
            <a:pPr lvl="3"/>
            <a:r>
              <a:rPr lang="de-DE"/>
              <a:t>Vierte Ebene</a:t>
            </a:r>
          </a:p>
          <a:p>
            <a:pPr lvl="4"/>
            <a:r>
              <a:rPr lang="de-DE"/>
              <a:t>Fünfte Ebene</a:t>
            </a:r>
          </a:p>
        </p:txBody>
      </p:sp>
      <p:sp>
        <p:nvSpPr>
          <p:cNvPr id="14" name="Inhaltsplatzhalter 2">
            <a:extLst>
              <a:ext uri="{FF2B5EF4-FFF2-40B4-BE49-F238E27FC236}">
                <a16:creationId xmlns:a16="http://schemas.microsoft.com/office/drawing/2014/main" id="{F3CB4BEB-5EBA-1A1C-1847-9AE4D08DD3FC}"/>
              </a:ext>
            </a:extLst>
          </p:cNvPr>
          <p:cNvSpPr>
            <a:spLocks noGrp="1"/>
          </p:cNvSpPr>
          <p:nvPr>
            <p:ph idx="21" hasCustomPrompt="1"/>
          </p:nvPr>
        </p:nvSpPr>
        <p:spPr>
          <a:xfrm>
            <a:off x="8265132"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a:t>Vorname Nachname Md 14pt</a:t>
            </a:r>
          </a:p>
          <a:p>
            <a:pPr lvl="1"/>
            <a:r>
              <a:rPr lang="de-DE"/>
              <a:t>Zweite Ebene Position </a:t>
            </a:r>
            <a:r>
              <a:rPr lang="de-DE" err="1"/>
              <a:t>Lt</a:t>
            </a:r>
            <a:r>
              <a:rPr lang="de-DE"/>
              <a:t> 14pt</a:t>
            </a:r>
          </a:p>
          <a:p>
            <a:pPr lvl="2"/>
            <a:r>
              <a:rPr lang="de-DE"/>
              <a:t>Dritte Ebene</a:t>
            </a:r>
          </a:p>
          <a:p>
            <a:pPr lvl="3"/>
            <a:r>
              <a:rPr lang="de-DE"/>
              <a:t>Vierte Ebene</a:t>
            </a:r>
          </a:p>
          <a:p>
            <a:pPr lvl="4"/>
            <a:r>
              <a:rPr lang="de-DE"/>
              <a:t>Fünfte Ebene</a:t>
            </a:r>
          </a:p>
        </p:txBody>
      </p:sp>
      <p:sp>
        <p:nvSpPr>
          <p:cNvPr id="19" name="Textplatzhalter 2">
            <a:extLst>
              <a:ext uri="{FF2B5EF4-FFF2-40B4-BE49-F238E27FC236}">
                <a16:creationId xmlns:a16="http://schemas.microsoft.com/office/drawing/2014/main" id="{7526A466-E56F-46AC-EE5A-DB7460E4DAA3}"/>
              </a:ext>
            </a:extLst>
          </p:cNvPr>
          <p:cNvSpPr>
            <a:spLocks noGrp="1"/>
          </p:cNvSpPr>
          <p:nvPr>
            <p:ph type="body" idx="22" hasCustomPrompt="1"/>
          </p:nvPr>
        </p:nvSpPr>
        <p:spPr>
          <a:xfrm>
            <a:off x="115166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t>
            </a:r>
          </a:p>
        </p:txBody>
      </p:sp>
      <p:sp>
        <p:nvSpPr>
          <p:cNvPr id="20" name="Textplatzhalter 2">
            <a:extLst>
              <a:ext uri="{FF2B5EF4-FFF2-40B4-BE49-F238E27FC236}">
                <a16:creationId xmlns:a16="http://schemas.microsoft.com/office/drawing/2014/main" id="{7BC5A927-461E-1834-790A-050EA1E4B82A}"/>
              </a:ext>
            </a:extLst>
          </p:cNvPr>
          <p:cNvSpPr>
            <a:spLocks noGrp="1"/>
          </p:cNvSpPr>
          <p:nvPr>
            <p:ph type="body" idx="23" hasCustomPrompt="1"/>
          </p:nvPr>
        </p:nvSpPr>
        <p:spPr>
          <a:xfrm>
            <a:off x="4709750"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t>
            </a:r>
          </a:p>
        </p:txBody>
      </p:sp>
      <p:sp>
        <p:nvSpPr>
          <p:cNvPr id="21" name="Textplatzhalter 2">
            <a:extLst>
              <a:ext uri="{FF2B5EF4-FFF2-40B4-BE49-F238E27FC236}">
                <a16:creationId xmlns:a16="http://schemas.microsoft.com/office/drawing/2014/main" id="{BE5AE043-F4BB-BC6A-A6DA-F808F49A00DA}"/>
              </a:ext>
            </a:extLst>
          </p:cNvPr>
          <p:cNvSpPr>
            <a:spLocks noGrp="1"/>
          </p:cNvSpPr>
          <p:nvPr>
            <p:ph type="body" idx="24" hasCustomPrompt="1"/>
          </p:nvPr>
        </p:nvSpPr>
        <p:spPr>
          <a:xfrm>
            <a:off x="826513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a:t>
            </a:r>
          </a:p>
        </p:txBody>
      </p:sp>
      <p:sp>
        <p:nvSpPr>
          <p:cNvPr id="4" name="Fußzeilenplatzhalter 3">
            <a:extLst>
              <a:ext uri="{FF2B5EF4-FFF2-40B4-BE49-F238E27FC236}">
                <a16:creationId xmlns:a16="http://schemas.microsoft.com/office/drawing/2014/main" id="{DEBB5C08-E9AF-4222-A6A7-C039C143FEA0}"/>
              </a:ext>
            </a:extLst>
          </p:cNvPr>
          <p:cNvSpPr>
            <a:spLocks noGrp="1"/>
          </p:cNvSpPr>
          <p:nvPr>
            <p:ph type="ftr" sz="quarter" idx="25"/>
          </p:nvPr>
        </p:nvSpPr>
        <p:spPr/>
        <p:txBody>
          <a:bodyPr/>
          <a:lstStyle/>
          <a:p>
            <a:r>
              <a:rPr lang="de-DE"/>
              <a:t>1. RO-Ansprechpartner RV und VDL | Digital | 02. Juni 2026</a:t>
            </a:r>
          </a:p>
        </p:txBody>
      </p:sp>
    </p:spTree>
    <p:extLst>
      <p:ext uri="{BB962C8B-B14F-4D97-AF65-F5344CB8AC3E}">
        <p14:creationId xmlns:p14="http://schemas.microsoft.com/office/powerpoint/2010/main" val="74785135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chlussfolie #3">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Topline</a:t>
            </a:r>
            <a:r>
              <a:rPr lang="de-DE"/>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Optionale </a:t>
            </a:r>
            <a:r>
              <a:rPr lang="de-DE" err="1"/>
              <a:t>Subline</a:t>
            </a:r>
            <a:r>
              <a:rPr lang="de-DE"/>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49508" y="1623404"/>
            <a:ext cx="1602025" cy="1602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Format 4,45 x 4,45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5290"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a:t>Vorname Nachname Md 12pt</a:t>
            </a:r>
          </a:p>
          <a:p>
            <a:pPr lvl="1"/>
            <a:r>
              <a:rPr lang="de-DE"/>
              <a:t>Zweite Ebene Position </a:t>
            </a:r>
            <a:r>
              <a:rPr lang="de-DE" err="1"/>
              <a:t>Lt</a:t>
            </a:r>
            <a:r>
              <a:rPr lang="de-DE"/>
              <a:t> 12pt</a:t>
            </a:r>
          </a:p>
          <a:p>
            <a:pPr lvl="2"/>
            <a:r>
              <a:rPr lang="de-DE"/>
              <a:t>Dritte Ebene</a:t>
            </a:r>
          </a:p>
          <a:p>
            <a:pPr lvl="3"/>
            <a:r>
              <a:rPr lang="de-DE"/>
              <a:t>Vierte Ebene</a:t>
            </a:r>
          </a:p>
          <a:p>
            <a:pPr lvl="4"/>
            <a:r>
              <a:rPr lang="de-DE"/>
              <a:t>Fünfte Ebene</a:t>
            </a:r>
          </a:p>
        </p:txBody>
      </p:sp>
      <p:sp>
        <p:nvSpPr>
          <p:cNvPr id="32" name="Bildplatzhalter 35">
            <a:extLst>
              <a:ext uri="{FF2B5EF4-FFF2-40B4-BE49-F238E27FC236}">
                <a16:creationId xmlns:a16="http://schemas.microsoft.com/office/drawing/2014/main" id="{45811CDE-E580-15BD-0797-02ADC0B15142}"/>
              </a:ext>
            </a:extLst>
          </p:cNvPr>
          <p:cNvSpPr>
            <a:spLocks noGrp="1"/>
          </p:cNvSpPr>
          <p:nvPr>
            <p:ph type="pic" sz="quarter" idx="20" hasCustomPrompt="1"/>
          </p:nvPr>
        </p:nvSpPr>
        <p:spPr>
          <a:xfrm>
            <a:off x="2928406" y="1623404"/>
            <a:ext cx="1602025" cy="1602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Format 4,45 x 4,45 cm.</a:t>
            </a:r>
          </a:p>
        </p:txBody>
      </p:sp>
      <p:sp>
        <p:nvSpPr>
          <p:cNvPr id="33" name="Inhaltsplatzhalter 2">
            <a:extLst>
              <a:ext uri="{FF2B5EF4-FFF2-40B4-BE49-F238E27FC236}">
                <a16:creationId xmlns:a16="http://schemas.microsoft.com/office/drawing/2014/main" id="{5DB9AD0E-77D5-46BA-FA71-F13FE65A83E0}"/>
              </a:ext>
            </a:extLst>
          </p:cNvPr>
          <p:cNvSpPr>
            <a:spLocks noGrp="1"/>
          </p:cNvSpPr>
          <p:nvPr>
            <p:ph idx="21" hasCustomPrompt="1"/>
          </p:nvPr>
        </p:nvSpPr>
        <p:spPr>
          <a:xfrm>
            <a:off x="2933688"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a:t>Vorname Nachname Md 12pt</a:t>
            </a:r>
          </a:p>
          <a:p>
            <a:pPr lvl="1"/>
            <a:r>
              <a:rPr lang="de-DE"/>
              <a:t>Zweite Ebene Position </a:t>
            </a:r>
            <a:r>
              <a:rPr lang="de-DE" err="1"/>
              <a:t>Lt</a:t>
            </a:r>
            <a:r>
              <a:rPr lang="de-DE"/>
              <a:t> 12pt</a:t>
            </a:r>
          </a:p>
          <a:p>
            <a:pPr lvl="2"/>
            <a:r>
              <a:rPr lang="de-DE"/>
              <a:t>Dritte Ebene</a:t>
            </a:r>
          </a:p>
          <a:p>
            <a:pPr lvl="3"/>
            <a:r>
              <a:rPr lang="de-DE"/>
              <a:t>Vierte Ebene</a:t>
            </a:r>
          </a:p>
          <a:p>
            <a:pPr lvl="4"/>
            <a:r>
              <a:rPr lang="de-DE"/>
              <a:t>Fünfte Ebene</a:t>
            </a:r>
          </a:p>
        </p:txBody>
      </p:sp>
      <p:sp>
        <p:nvSpPr>
          <p:cNvPr id="34" name="Bildplatzhalter 35">
            <a:extLst>
              <a:ext uri="{FF2B5EF4-FFF2-40B4-BE49-F238E27FC236}">
                <a16:creationId xmlns:a16="http://schemas.microsoft.com/office/drawing/2014/main" id="{8908C699-57C4-8333-01F9-CE9CBBD6C7F7}"/>
              </a:ext>
            </a:extLst>
          </p:cNvPr>
          <p:cNvSpPr>
            <a:spLocks noGrp="1"/>
          </p:cNvSpPr>
          <p:nvPr>
            <p:ph type="pic" sz="quarter" idx="22" hasCustomPrompt="1"/>
          </p:nvPr>
        </p:nvSpPr>
        <p:spPr>
          <a:xfrm>
            <a:off x="4707304" y="1623404"/>
            <a:ext cx="1602025" cy="1602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Format 4,45 x 4,45 cm.</a:t>
            </a:r>
          </a:p>
        </p:txBody>
      </p:sp>
      <p:sp>
        <p:nvSpPr>
          <p:cNvPr id="35" name="Inhaltsplatzhalter 2">
            <a:extLst>
              <a:ext uri="{FF2B5EF4-FFF2-40B4-BE49-F238E27FC236}">
                <a16:creationId xmlns:a16="http://schemas.microsoft.com/office/drawing/2014/main" id="{AC928720-2BDA-79F4-DE73-37CC9FFEF73D}"/>
              </a:ext>
            </a:extLst>
          </p:cNvPr>
          <p:cNvSpPr>
            <a:spLocks noGrp="1"/>
          </p:cNvSpPr>
          <p:nvPr>
            <p:ph idx="23" hasCustomPrompt="1"/>
          </p:nvPr>
        </p:nvSpPr>
        <p:spPr>
          <a:xfrm>
            <a:off x="47093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a:t>Vorname Nachname Md 12pt</a:t>
            </a:r>
          </a:p>
          <a:p>
            <a:pPr lvl="1"/>
            <a:r>
              <a:rPr lang="de-DE"/>
              <a:t>Zweite Ebene Position </a:t>
            </a:r>
            <a:r>
              <a:rPr lang="de-DE" err="1"/>
              <a:t>Lt</a:t>
            </a:r>
            <a:r>
              <a:rPr lang="de-DE"/>
              <a:t> 12pt</a:t>
            </a:r>
          </a:p>
          <a:p>
            <a:pPr lvl="2"/>
            <a:r>
              <a:rPr lang="de-DE"/>
              <a:t>Dritte Ebene</a:t>
            </a:r>
          </a:p>
          <a:p>
            <a:pPr lvl="3"/>
            <a:r>
              <a:rPr lang="de-DE"/>
              <a:t>Vierte Ebene</a:t>
            </a:r>
          </a:p>
          <a:p>
            <a:pPr lvl="4"/>
            <a:r>
              <a:rPr lang="de-DE"/>
              <a:t>Fünfte Ebene</a:t>
            </a:r>
          </a:p>
        </p:txBody>
      </p:sp>
      <p:sp>
        <p:nvSpPr>
          <p:cNvPr id="37" name="Bildplatzhalter 35">
            <a:extLst>
              <a:ext uri="{FF2B5EF4-FFF2-40B4-BE49-F238E27FC236}">
                <a16:creationId xmlns:a16="http://schemas.microsoft.com/office/drawing/2014/main" id="{147CE74B-258E-80F9-DCF0-F8754A3F79ED}"/>
              </a:ext>
            </a:extLst>
          </p:cNvPr>
          <p:cNvSpPr>
            <a:spLocks noGrp="1"/>
          </p:cNvSpPr>
          <p:nvPr>
            <p:ph type="pic" sz="quarter" idx="24" hasCustomPrompt="1"/>
          </p:nvPr>
        </p:nvSpPr>
        <p:spPr>
          <a:xfrm>
            <a:off x="6486202" y="1623404"/>
            <a:ext cx="1602025" cy="1602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Format 4,45 x 4,45 cm.</a:t>
            </a:r>
          </a:p>
        </p:txBody>
      </p:sp>
      <p:sp>
        <p:nvSpPr>
          <p:cNvPr id="43" name="Inhaltsplatzhalter 2">
            <a:extLst>
              <a:ext uri="{FF2B5EF4-FFF2-40B4-BE49-F238E27FC236}">
                <a16:creationId xmlns:a16="http://schemas.microsoft.com/office/drawing/2014/main" id="{87CA2289-6E12-F79A-551E-BCD26657C34F}"/>
              </a:ext>
            </a:extLst>
          </p:cNvPr>
          <p:cNvSpPr>
            <a:spLocks noGrp="1"/>
          </p:cNvSpPr>
          <p:nvPr>
            <p:ph idx="25" hasCustomPrompt="1"/>
          </p:nvPr>
        </p:nvSpPr>
        <p:spPr>
          <a:xfrm>
            <a:off x="64877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a:t>Vorname Nachname Md 12pt</a:t>
            </a:r>
          </a:p>
          <a:p>
            <a:pPr lvl="1"/>
            <a:r>
              <a:rPr lang="de-DE"/>
              <a:t>Zweite Ebene Position </a:t>
            </a:r>
            <a:r>
              <a:rPr lang="de-DE" err="1"/>
              <a:t>Lt</a:t>
            </a:r>
            <a:r>
              <a:rPr lang="de-DE"/>
              <a:t> 12pt</a:t>
            </a:r>
          </a:p>
          <a:p>
            <a:pPr lvl="2"/>
            <a:r>
              <a:rPr lang="de-DE"/>
              <a:t>Dritte Ebene</a:t>
            </a:r>
          </a:p>
          <a:p>
            <a:pPr lvl="3"/>
            <a:r>
              <a:rPr lang="de-DE"/>
              <a:t>Vierte Ebene</a:t>
            </a:r>
          </a:p>
          <a:p>
            <a:pPr lvl="4"/>
            <a:r>
              <a:rPr lang="de-DE"/>
              <a:t>Fünfte Ebene</a:t>
            </a:r>
          </a:p>
        </p:txBody>
      </p:sp>
      <p:sp>
        <p:nvSpPr>
          <p:cNvPr id="44" name="Bildplatzhalter 35">
            <a:extLst>
              <a:ext uri="{FF2B5EF4-FFF2-40B4-BE49-F238E27FC236}">
                <a16:creationId xmlns:a16="http://schemas.microsoft.com/office/drawing/2014/main" id="{2B7C61FC-550C-AC67-8050-5B79719C0EB3}"/>
              </a:ext>
            </a:extLst>
          </p:cNvPr>
          <p:cNvSpPr>
            <a:spLocks noGrp="1"/>
          </p:cNvSpPr>
          <p:nvPr>
            <p:ph type="pic" sz="quarter" idx="26" hasCustomPrompt="1"/>
          </p:nvPr>
        </p:nvSpPr>
        <p:spPr>
          <a:xfrm>
            <a:off x="8265100" y="1623404"/>
            <a:ext cx="1602025" cy="1602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Format 4,45 x 4,45 cm.</a:t>
            </a:r>
          </a:p>
        </p:txBody>
      </p:sp>
      <p:sp>
        <p:nvSpPr>
          <p:cNvPr id="45" name="Inhaltsplatzhalter 2">
            <a:extLst>
              <a:ext uri="{FF2B5EF4-FFF2-40B4-BE49-F238E27FC236}">
                <a16:creationId xmlns:a16="http://schemas.microsoft.com/office/drawing/2014/main" id="{F07555BD-892C-D8E1-AC9E-D7CC557EAD4D}"/>
              </a:ext>
            </a:extLst>
          </p:cNvPr>
          <p:cNvSpPr>
            <a:spLocks noGrp="1"/>
          </p:cNvSpPr>
          <p:nvPr>
            <p:ph idx="27" hasCustomPrompt="1"/>
          </p:nvPr>
        </p:nvSpPr>
        <p:spPr>
          <a:xfrm>
            <a:off x="8266125"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a:t>Vorname Nachname Md 12pt</a:t>
            </a:r>
          </a:p>
          <a:p>
            <a:pPr lvl="1"/>
            <a:r>
              <a:rPr lang="de-DE"/>
              <a:t>Zweite Ebene Position </a:t>
            </a:r>
            <a:r>
              <a:rPr lang="de-DE" err="1"/>
              <a:t>Lt</a:t>
            </a:r>
            <a:r>
              <a:rPr lang="de-DE"/>
              <a:t> 12pt</a:t>
            </a:r>
          </a:p>
          <a:p>
            <a:pPr lvl="2"/>
            <a:r>
              <a:rPr lang="de-DE"/>
              <a:t>Dritte Ebene</a:t>
            </a:r>
          </a:p>
          <a:p>
            <a:pPr lvl="3"/>
            <a:r>
              <a:rPr lang="de-DE"/>
              <a:t>Vierte Ebene</a:t>
            </a:r>
          </a:p>
          <a:p>
            <a:pPr lvl="4"/>
            <a:r>
              <a:rPr lang="de-DE"/>
              <a:t>Fünfte Ebene</a:t>
            </a:r>
          </a:p>
        </p:txBody>
      </p:sp>
      <p:sp>
        <p:nvSpPr>
          <p:cNvPr id="46" name="Bildplatzhalter 35">
            <a:extLst>
              <a:ext uri="{FF2B5EF4-FFF2-40B4-BE49-F238E27FC236}">
                <a16:creationId xmlns:a16="http://schemas.microsoft.com/office/drawing/2014/main" id="{1F511D09-5F69-B424-F989-3C131D3FB86C}"/>
              </a:ext>
            </a:extLst>
          </p:cNvPr>
          <p:cNvSpPr>
            <a:spLocks noGrp="1"/>
          </p:cNvSpPr>
          <p:nvPr>
            <p:ph type="pic" sz="quarter" idx="28" hasCustomPrompt="1"/>
          </p:nvPr>
        </p:nvSpPr>
        <p:spPr>
          <a:xfrm>
            <a:off x="10044000" y="1623404"/>
            <a:ext cx="1602025" cy="1602000"/>
          </a:xfrm>
          <a:noFill/>
        </p:spPr>
        <p:txBody>
          <a:bodyPr lIns="36000" tIns="36000"/>
          <a:lstStyle>
            <a:lvl1pPr>
              <a:lnSpc>
                <a:spcPct val="100000"/>
              </a:lnSpc>
              <a:spcBef>
                <a:spcPts val="0"/>
              </a:spcBef>
              <a:defRPr sz="900"/>
            </a:lvl1pPr>
          </a:lstStyle>
          <a:p>
            <a:r>
              <a:rPr lang="de-DE"/>
              <a:t>Bitte fügen Sie ein Bild über Klick auf das Symbol im Platzhalter ein.</a:t>
            </a:r>
            <a:br>
              <a:rPr lang="de-DE"/>
            </a:br>
            <a:r>
              <a:rPr lang="de-DE"/>
              <a:t>Format 4,45 x 4,45 cm.</a:t>
            </a:r>
          </a:p>
        </p:txBody>
      </p:sp>
      <p:sp>
        <p:nvSpPr>
          <p:cNvPr id="47" name="Inhaltsplatzhalter 2">
            <a:extLst>
              <a:ext uri="{FF2B5EF4-FFF2-40B4-BE49-F238E27FC236}">
                <a16:creationId xmlns:a16="http://schemas.microsoft.com/office/drawing/2014/main" id="{A6FA8EDB-3F20-68C3-3300-301AEEAB2381}"/>
              </a:ext>
            </a:extLst>
          </p:cNvPr>
          <p:cNvSpPr>
            <a:spLocks noGrp="1"/>
          </p:cNvSpPr>
          <p:nvPr>
            <p:ph idx="29" hasCustomPrompt="1"/>
          </p:nvPr>
        </p:nvSpPr>
        <p:spPr>
          <a:xfrm>
            <a:off x="10044527"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a:t>Vorname Nachname Md 12pt</a:t>
            </a:r>
          </a:p>
          <a:p>
            <a:pPr lvl="1"/>
            <a:r>
              <a:rPr lang="de-DE"/>
              <a:t>Zweite Ebene Position </a:t>
            </a:r>
            <a:r>
              <a:rPr lang="de-DE" err="1"/>
              <a:t>Lt</a:t>
            </a:r>
            <a:r>
              <a:rPr lang="de-DE"/>
              <a:t> 12pt</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3060E986-E833-C99B-BE20-29EB356C3277}"/>
              </a:ext>
            </a:extLst>
          </p:cNvPr>
          <p:cNvSpPr>
            <a:spLocks noGrp="1"/>
          </p:cNvSpPr>
          <p:nvPr>
            <p:ph type="ftr" sz="quarter" idx="30"/>
          </p:nvPr>
        </p:nvSpPr>
        <p:spPr/>
        <p:txBody>
          <a:bodyPr/>
          <a:lstStyle/>
          <a:p>
            <a:r>
              <a:rPr lang="de-DE"/>
              <a:t>1. RO-Ansprechpartner RV und VDL | Digital | 02. Juni 2026</a:t>
            </a:r>
          </a:p>
        </p:txBody>
      </p:sp>
      <p:sp>
        <p:nvSpPr>
          <p:cNvPr id="2" name="Textfeld 1">
            <a:extLst>
              <a:ext uri="{FF2B5EF4-FFF2-40B4-BE49-F238E27FC236}">
                <a16:creationId xmlns:a16="http://schemas.microsoft.com/office/drawing/2014/main" id="{2D188BE3-6E0E-7564-FF25-DD0AEE2B8FAF}"/>
              </a:ext>
            </a:extLst>
          </p:cNvPr>
          <p:cNvSpPr txBox="1"/>
          <p:nvPr userDrawn="1"/>
        </p:nvSpPr>
        <p:spPr>
          <a:xfrm>
            <a:off x="9641541" y="705971"/>
            <a:ext cx="0" cy="0"/>
          </a:xfrm>
          <a:prstGeom prst="rect">
            <a:avLst/>
          </a:prstGeom>
          <a:noFill/>
        </p:spPr>
        <p:txBody>
          <a:bodyPr wrap="none" lIns="0" tIns="0" rIns="0" bIns="0" rtlCol="0">
            <a:noAutofit/>
          </a:bodyPr>
          <a:lstStyle/>
          <a:p>
            <a:pPr algn="l"/>
            <a:endParaRPr lang="de-DE" sz="1400"/>
          </a:p>
        </p:txBody>
      </p:sp>
    </p:spTree>
    <p:extLst>
      <p:ext uri="{BB962C8B-B14F-4D97-AF65-F5344CB8AC3E}">
        <p14:creationId xmlns:p14="http://schemas.microsoft.com/office/powerpoint/2010/main" val="400584870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Schlussfolie #4">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260475"/>
            <a:ext cx="6217171" cy="234517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a:t>Vorname Name</a:t>
            </a:r>
          </a:p>
          <a:p>
            <a:pPr lvl="1"/>
            <a:r>
              <a:rPr lang="de-DE"/>
              <a:t>Funktion</a:t>
            </a:r>
            <a:br>
              <a:rPr lang="de-DE"/>
            </a:br>
            <a:r>
              <a:rPr lang="de-DE"/>
              <a:t>Sparkasse Musterstadt </a:t>
            </a:r>
          </a:p>
          <a:p>
            <a:pPr lvl="1"/>
            <a:br>
              <a:rPr lang="de-DE"/>
            </a:br>
            <a:r>
              <a:rPr lang="de-DE"/>
              <a:t>+49 12 34567-890</a:t>
            </a:r>
            <a:br>
              <a:rPr lang="de-DE"/>
            </a:br>
            <a:r>
              <a:rPr lang="de-DE" err="1"/>
              <a:t>muster@sparkasse-musterstadt.de</a:t>
            </a:r>
            <a:endParaRPr lang="de-DE"/>
          </a:p>
        </p:txBody>
      </p:sp>
      <p:sp>
        <p:nvSpPr>
          <p:cNvPr id="11" name="Inhaltsplatzhalter 2">
            <a:extLst>
              <a:ext uri="{FF2B5EF4-FFF2-40B4-BE49-F238E27FC236}">
                <a16:creationId xmlns:a16="http://schemas.microsoft.com/office/drawing/2014/main" id="{6A714E9A-1478-7F26-4307-08020303560D}"/>
              </a:ext>
            </a:extLst>
          </p:cNvPr>
          <p:cNvSpPr>
            <a:spLocks noGrp="1"/>
          </p:cNvSpPr>
          <p:nvPr>
            <p:ph idx="20" hasCustomPrompt="1"/>
          </p:nvPr>
        </p:nvSpPr>
        <p:spPr>
          <a:xfrm>
            <a:off x="5423967" y="3605645"/>
            <a:ext cx="6217171" cy="2322486"/>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a:t>Vorname Name</a:t>
            </a:r>
          </a:p>
          <a:p>
            <a:pPr lvl="1"/>
            <a:r>
              <a:rPr lang="de-DE"/>
              <a:t>Funktion</a:t>
            </a:r>
            <a:br>
              <a:rPr lang="de-DE"/>
            </a:br>
            <a:r>
              <a:rPr lang="de-DE"/>
              <a:t>Sparkasse Musterstadt </a:t>
            </a:r>
          </a:p>
          <a:p>
            <a:pPr lvl="1"/>
            <a:br>
              <a:rPr lang="de-DE"/>
            </a:br>
            <a:r>
              <a:rPr lang="de-DE"/>
              <a:t>+49 12 34567-890</a:t>
            </a:r>
            <a:br>
              <a:rPr lang="de-DE"/>
            </a:br>
            <a:r>
              <a:rPr lang="de-DE" err="1"/>
              <a:t>muster@sparkasse-musterstadt.de</a:t>
            </a:r>
            <a:endParaRPr lang="de-DE"/>
          </a:p>
        </p:txBody>
      </p:sp>
      <p:sp>
        <p:nvSpPr>
          <p:cNvPr id="2" name="Titel 1">
            <a:extLst>
              <a:ext uri="{FF2B5EF4-FFF2-40B4-BE49-F238E27FC236}">
                <a16:creationId xmlns:a16="http://schemas.microsoft.com/office/drawing/2014/main" id="{7FE28FB5-24E0-4115-EBE0-828E5B943EB2}"/>
              </a:ext>
            </a:extLst>
          </p:cNvPr>
          <p:cNvSpPr>
            <a:spLocks noGrp="1"/>
          </p:cNvSpPr>
          <p:nvPr>
            <p:ph type="title" hasCustomPrompt="1"/>
          </p:nvPr>
        </p:nvSpPr>
        <p:spPr>
          <a:xfrm>
            <a:off x="600891" y="3024000"/>
            <a:ext cx="3327357" cy="810000"/>
          </a:xfrm>
        </p:spPr>
        <p:txBody>
          <a:bodyPr/>
          <a:lstStyle>
            <a:lvl1pPr algn="ctr">
              <a:defRPr sz="4800">
                <a:solidFill>
                  <a:schemeClr val="bg1"/>
                </a:solidFill>
              </a:defRPr>
            </a:lvl1pPr>
          </a:lstStyle>
          <a:p>
            <a:r>
              <a:rPr lang="de-DE"/>
              <a:t>Danke.</a:t>
            </a:r>
          </a:p>
        </p:txBody>
      </p:sp>
    </p:spTree>
    <p:extLst>
      <p:ext uri="{BB962C8B-B14F-4D97-AF65-F5344CB8AC3E}">
        <p14:creationId xmlns:p14="http://schemas.microsoft.com/office/powerpoint/2010/main" val="24035419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Schlussfolie #5">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lvl1pPr>
          </a:lstStyle>
          <a:p>
            <a:r>
              <a:rPr lang="de-DE"/>
              <a:t>Danke.</a:t>
            </a:r>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a:t>Sparkasse Musterstadt</a:t>
            </a:r>
          </a:p>
          <a:p>
            <a:pPr lvl="1"/>
            <a:r>
              <a:rPr lang="de-DE"/>
              <a:t>Vorname Nachname </a:t>
            </a:r>
            <a:br>
              <a:rPr lang="de-DE"/>
            </a:br>
            <a:r>
              <a:rPr lang="de-DE"/>
              <a:t>Musterstraße 1</a:t>
            </a:r>
            <a:br>
              <a:rPr lang="de-DE"/>
            </a:br>
            <a:r>
              <a:rPr lang="de-DE"/>
              <a:t>12345 Musterstadt</a:t>
            </a:r>
            <a:br>
              <a:rPr lang="de-DE"/>
            </a:br>
            <a:r>
              <a:rPr lang="de-DE"/>
              <a:t>+49 123 4567-890</a:t>
            </a:r>
            <a:br>
              <a:rPr lang="de-DE"/>
            </a:br>
            <a:r>
              <a:rPr lang="de-DE"/>
              <a:t>muster@sparkasse-musterstadt.de</a:t>
            </a:r>
          </a:p>
        </p:txBody>
      </p:sp>
    </p:spTree>
    <p:extLst>
      <p:ext uri="{BB962C8B-B14F-4D97-AF65-F5344CB8AC3E}">
        <p14:creationId xmlns:p14="http://schemas.microsoft.com/office/powerpoint/2010/main" val="339466963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Schlussfolie #6">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solidFill>
                  <a:schemeClr val="bg1"/>
                </a:solidFill>
              </a:defRPr>
            </a:lvl1pPr>
          </a:lstStyle>
          <a:p>
            <a:r>
              <a:rPr lang="de-DE"/>
              <a:t>Danke.</a:t>
            </a:r>
          </a:p>
        </p:txBody>
      </p:sp>
      <p:cxnSp>
        <p:nvCxnSpPr>
          <p:cNvPr id="2" name="Gerader Verbinder 1">
            <a:extLst>
              <a:ext uri="{FF2B5EF4-FFF2-40B4-BE49-F238E27FC236}">
                <a16:creationId xmlns:a16="http://schemas.microsoft.com/office/drawing/2014/main" id="{480FCCA5-E8A9-F17E-4570-899F03170D2B}"/>
              </a:ext>
            </a:extLst>
          </p:cNvPr>
          <p:cNvCxnSpPr/>
          <p:nvPr userDrawn="1"/>
        </p:nvCxnSpPr>
        <p:spPr>
          <a:xfrm>
            <a:off x="4529138"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Inhaltsplatzhalter 2">
            <a:extLst>
              <a:ext uri="{FF2B5EF4-FFF2-40B4-BE49-F238E27FC236}">
                <a16:creationId xmlns:a16="http://schemas.microsoft.com/office/drawing/2014/main" id="{AA9D6592-5362-0196-5092-96EFEB5FD2D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solidFill>
                  <a:schemeClr val="bg1"/>
                </a:solidFill>
                <a:latin typeface="Sparkasse Medium" panose="020B0603080202020204" pitchFamily="34" charset="0"/>
              </a:defRPr>
            </a:lvl1pPr>
            <a:lvl2pPr marL="0" indent="0">
              <a:spcBef>
                <a:spcPts val="0"/>
              </a:spcBef>
              <a:buFontTx/>
              <a:buNone/>
              <a:defRPr>
                <a:solidFill>
                  <a:schemeClr val="bg1"/>
                </a:solidFill>
              </a:defRPr>
            </a:lvl2pPr>
            <a:lvl3pPr marL="216000">
              <a:spcBef>
                <a:spcPts val="600"/>
              </a:spcBef>
              <a:defRPr/>
            </a:lvl3pPr>
            <a:lvl4pPr marL="432000">
              <a:spcBef>
                <a:spcPts val="600"/>
              </a:spcBef>
              <a:defRPr/>
            </a:lvl4pPr>
            <a:lvl5pPr marL="648000">
              <a:spcBef>
                <a:spcPts val="600"/>
              </a:spcBef>
              <a:defRPr/>
            </a:lvl5pPr>
          </a:lstStyle>
          <a:p>
            <a:pPr lvl="0"/>
            <a:r>
              <a:rPr lang="de-DE"/>
              <a:t>Sparkasse Musterstadt</a:t>
            </a:r>
          </a:p>
          <a:p>
            <a:pPr lvl="1"/>
            <a:r>
              <a:rPr lang="de-DE"/>
              <a:t>Vorname Nachname </a:t>
            </a:r>
            <a:br>
              <a:rPr lang="de-DE"/>
            </a:br>
            <a:r>
              <a:rPr lang="de-DE"/>
              <a:t>Musterstraße 1</a:t>
            </a:r>
            <a:br>
              <a:rPr lang="de-DE"/>
            </a:br>
            <a:r>
              <a:rPr lang="de-DE"/>
              <a:t>12345 Musterstadt</a:t>
            </a:r>
            <a:br>
              <a:rPr lang="de-DE"/>
            </a:br>
            <a:r>
              <a:rPr lang="de-DE"/>
              <a:t>+49 123 4567-890</a:t>
            </a:r>
            <a:br>
              <a:rPr lang="de-DE"/>
            </a:br>
            <a:r>
              <a:rPr lang="de-DE"/>
              <a:t>muster@sparkasse-musterstadt.de</a:t>
            </a:r>
          </a:p>
        </p:txBody>
      </p:sp>
    </p:spTree>
    <p:extLst>
      <p:ext uri="{BB962C8B-B14F-4D97-AF65-F5344CB8AC3E}">
        <p14:creationId xmlns:p14="http://schemas.microsoft.com/office/powerpoint/2010/main" val="240156979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Schlussfolie #7">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979474"/>
            <a:ext cx="6217171" cy="4319725"/>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a:t>Vertraulichkeit und Nutzung dieser Unterlage</a:t>
            </a:r>
            <a:br>
              <a:rPr lang="de-DE"/>
            </a:br>
            <a:endParaRPr lang="de-DE"/>
          </a:p>
          <a:p>
            <a:pPr lvl="1"/>
            <a:r>
              <a:rPr lang="de-DE"/>
              <a:t>Der Inhalt dieser Unterlage ist vertraulich zu behandeln. </a:t>
            </a:r>
          </a:p>
          <a:p>
            <a:pPr lvl="1"/>
            <a:r>
              <a:rPr lang="de-DE"/>
              <a:t>Vertrauliche Behandlung bedeutet, dass Inhalte und Informationen Dritten nicht zugänglich gemacht und durch diese nicht wirtschaftlich verwertet werden dürfen. Eine darüber hinausgehende Verwendung oder die Weitergabe an Dritte bedarf der schriftlichen Zustimmung der Urheber oder des Auftraggebers. </a:t>
            </a:r>
          </a:p>
          <a:p>
            <a:pPr lvl="1"/>
            <a:endParaRPr lang="de-DE"/>
          </a:p>
          <a:p>
            <a:pPr lvl="1"/>
            <a:r>
              <a:rPr lang="de-DE"/>
              <a:t>Alle Abbildungen und Texte in dieser Präsentation sind urheberrechtlich geschützt. Die Rechte liegen bei den Urhebern. Jegliche externe Verwendung oder Reproduktion in elektronischer oder gedruckter Form bedarf der ausdrücklichen Zustimmung durch die Urheber.</a:t>
            </a:r>
          </a:p>
        </p:txBody>
      </p:sp>
    </p:spTree>
    <p:extLst>
      <p:ext uri="{BB962C8B-B14F-4D97-AF65-F5344CB8AC3E}">
        <p14:creationId xmlns:p14="http://schemas.microsoft.com/office/powerpoint/2010/main" val="344115833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chlussfolie #8">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0"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598999" y="3010602"/>
            <a:ext cx="11042139" cy="836795"/>
          </a:xfrm>
        </p:spPr>
        <p:txBody>
          <a:bodyPr anchor="ctr" anchorCtr="0"/>
          <a:lstStyle>
            <a:lvl1pPr algn="ctr">
              <a:lnSpc>
                <a:spcPct val="100000"/>
              </a:lnSpc>
              <a:defRPr sz="4800">
                <a:solidFill>
                  <a:schemeClr val="bg1"/>
                </a:solidFill>
              </a:defRPr>
            </a:lvl1pPr>
          </a:lstStyle>
          <a:p>
            <a:r>
              <a:rPr lang="de-DE"/>
              <a:t> Weil’s um mehr als Geld geht.</a:t>
            </a:r>
          </a:p>
        </p:txBody>
      </p:sp>
      <p:sp>
        <p:nvSpPr>
          <p:cNvPr id="3" name="Textfeld 2">
            <a:extLst>
              <a:ext uri="{FF2B5EF4-FFF2-40B4-BE49-F238E27FC236}">
                <a16:creationId xmlns:a16="http://schemas.microsoft.com/office/drawing/2014/main" id="{BE1A973E-B4A5-1B77-3CC3-8C6930343552}"/>
              </a:ext>
            </a:extLst>
          </p:cNvPr>
          <p:cNvSpPr txBox="1"/>
          <p:nvPr userDrawn="1"/>
        </p:nvSpPr>
        <p:spPr>
          <a:xfrm flipH="1">
            <a:off x="294967" y="3575009"/>
            <a:ext cx="45719" cy="0"/>
          </a:xfrm>
          <a:prstGeom prst="rect">
            <a:avLst/>
          </a:prstGeom>
          <a:noFill/>
        </p:spPr>
        <p:txBody>
          <a:bodyPr wrap="none" lIns="0" tIns="0" rIns="0" bIns="0" rtlCol="0">
            <a:noAutofit/>
          </a:bodyPr>
          <a:lstStyle/>
          <a:p>
            <a:pPr algn="l"/>
            <a:endParaRPr lang="de-DE" sz="1400"/>
          </a:p>
        </p:txBody>
      </p:sp>
    </p:spTree>
    <p:extLst>
      <p:ext uri="{BB962C8B-B14F-4D97-AF65-F5344CB8AC3E}">
        <p14:creationId xmlns:p14="http://schemas.microsoft.com/office/powerpoint/2010/main" val="385296572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027454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el-Folie #1">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1152525" y="1189428"/>
            <a:ext cx="10488613" cy="2376000"/>
          </a:xfrm>
        </p:spPr>
        <p:txBody>
          <a:bodyPr anchor="b" anchorCtr="0"/>
          <a:lstStyle>
            <a:lvl1pPr algn="ctr">
              <a:defRPr sz="4800">
                <a:solidFill>
                  <a:schemeClr val="bg1"/>
                </a:solidFill>
              </a:defRPr>
            </a:lvl1pPr>
          </a:lstStyle>
          <a:p>
            <a:r>
              <a:rPr lang="de-DE" dirty="0"/>
              <a:t>Titel #1 Sparkasse Head 48pt </a:t>
            </a:r>
            <a:br>
              <a:rPr lang="de-DE" dirty="0"/>
            </a:br>
            <a:r>
              <a:rPr lang="de-DE" dirty="0"/>
              <a:t>zentriert ein- bis dreizeilig</a:t>
            </a:r>
          </a:p>
        </p:txBody>
      </p:sp>
      <p:sp>
        <p:nvSpPr>
          <p:cNvPr id="3" name="Untertitel 2">
            <a:extLst>
              <a:ext uri="{FF2B5EF4-FFF2-40B4-BE49-F238E27FC236}">
                <a16:creationId xmlns:a16="http://schemas.microsoft.com/office/drawing/2014/main" id="{47C4F625-5994-40E2-A7F6-DEFBD05E874F}"/>
              </a:ext>
            </a:extLst>
          </p:cNvPr>
          <p:cNvSpPr>
            <a:spLocks noGrp="1"/>
          </p:cNvSpPr>
          <p:nvPr>
            <p:ph type="subTitle" idx="1" hasCustomPrompt="1"/>
          </p:nvPr>
        </p:nvSpPr>
        <p:spPr>
          <a:xfrm>
            <a:off x="1152525" y="3716850"/>
            <a:ext cx="10488612" cy="396000"/>
          </a:xfrm>
        </p:spPr>
        <p:txBody>
          <a:bodyPr/>
          <a:lstStyle>
            <a:lvl1pPr marL="0" indent="0" algn="ctr">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A7A7EE83-79EA-460F-89C1-5479B11B3B09}"/>
              </a:ext>
            </a:extLst>
          </p:cNvPr>
          <p:cNvSpPr>
            <a:spLocks noGrp="1"/>
          </p:cNvSpPr>
          <p:nvPr>
            <p:ph type="body" idx="13" hasCustomPrompt="1"/>
          </p:nvPr>
        </p:nvSpPr>
        <p:spPr>
          <a:xfrm>
            <a:off x="1152525" y="4918479"/>
            <a:ext cx="10490400" cy="180000"/>
          </a:xfrm>
        </p:spPr>
        <p:txBody>
          <a:bodyPr/>
          <a:lstStyle>
            <a:lvl1pPr marL="0" indent="0" algn="ctr">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4" name="Rechteck 3">
            <a:extLst>
              <a:ext uri="{FF2B5EF4-FFF2-40B4-BE49-F238E27FC236}">
                <a16:creationId xmlns:a16="http://schemas.microsoft.com/office/drawing/2014/main" id="{B908447A-A357-FD7A-74E2-53CCB1D69DB2}"/>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BB5A85AC-1722-A12F-ED20-9FF7FB04AF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EB60B4A9-FB37-D1CF-44F6-7D5E9D2107E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320203" y="5480725"/>
            <a:ext cx="5019958" cy="1062275"/>
          </a:xfrm>
          <a:prstGeom prst="rect">
            <a:avLst/>
          </a:prstGeom>
        </p:spPr>
      </p:pic>
    </p:spTree>
    <p:extLst>
      <p:ext uri="{BB962C8B-B14F-4D97-AF65-F5344CB8AC3E}">
        <p14:creationId xmlns:p14="http://schemas.microsoft.com/office/powerpoint/2010/main" val="598582288"/>
      </p:ext>
    </p:extLst>
  </p:cSld>
  <p:clrMapOvr>
    <a:masterClrMapping/>
  </p:clrMapOvr>
  <p:extLst>
    <p:ext uri="{DCECCB84-F9BA-43D5-87BE-67443E8EF086}">
      <p15:sldGuideLst xmlns:p15="http://schemas.microsoft.com/office/powerpoint/2012/main">
        <p15:guide id="1" pos="3514">
          <p15:clr>
            <a:srgbClr val="FBAE40"/>
          </p15:clr>
        </p15:guide>
        <p15:guide id="2" pos="3686">
          <p15:clr>
            <a:srgbClr val="FBAE40"/>
          </p15:clr>
        </p15:guide>
        <p15:guide id="3" orient="horz" pos="3640">
          <p15:clr>
            <a:srgbClr val="FBAE40"/>
          </p15:clr>
        </p15:guide>
        <p15:guide id="4" orient="horz" pos="378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el-Folie #2">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792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Bildplatzhalter 4">
            <a:extLst>
              <a:ext uri="{FF2B5EF4-FFF2-40B4-BE49-F238E27FC236}">
                <a16:creationId xmlns:a16="http://schemas.microsoft.com/office/drawing/2014/main" id="{770A8487-9BC7-7696-CEC0-6A15DDD60D36}"/>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spcBef>
                <a:spcPts val="0"/>
              </a:spcBef>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
        <p:nvSpPr>
          <p:cNvPr id="6" name="Untertitel 2">
            <a:extLst>
              <a:ext uri="{FF2B5EF4-FFF2-40B4-BE49-F238E27FC236}">
                <a16:creationId xmlns:a16="http://schemas.microsoft.com/office/drawing/2014/main" id="{C6F23CE8-BDF6-85CC-B3F3-066A79865DE3}"/>
              </a:ext>
            </a:extLst>
          </p:cNvPr>
          <p:cNvSpPr>
            <a:spLocks noGrp="1"/>
          </p:cNvSpPr>
          <p:nvPr>
            <p:ph type="subTitle" idx="1" hasCustomPrompt="1"/>
          </p:nvPr>
        </p:nvSpPr>
        <p:spPr>
          <a:xfrm>
            <a:off x="1152525"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9" name="Textplatzhalter 2">
            <a:extLst>
              <a:ext uri="{FF2B5EF4-FFF2-40B4-BE49-F238E27FC236}">
                <a16:creationId xmlns:a16="http://schemas.microsoft.com/office/drawing/2014/main" id="{4BF9713A-E657-42CE-094B-DDA0F740F2F8}"/>
              </a:ext>
            </a:extLst>
          </p:cNvPr>
          <p:cNvSpPr>
            <a:spLocks noGrp="1"/>
          </p:cNvSpPr>
          <p:nvPr>
            <p:ph type="body" idx="14" hasCustomPrompt="1"/>
          </p:nvPr>
        </p:nvSpPr>
        <p:spPr>
          <a:xfrm>
            <a:off x="1152000"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10" name="Titel 1">
            <a:extLst>
              <a:ext uri="{FF2B5EF4-FFF2-40B4-BE49-F238E27FC236}">
                <a16:creationId xmlns:a16="http://schemas.microsoft.com/office/drawing/2014/main" id="{4A6EAB25-F5EE-6677-9E08-889DD7C709C3}"/>
              </a:ext>
            </a:extLst>
          </p:cNvPr>
          <p:cNvSpPr>
            <a:spLocks noGrp="1"/>
          </p:cNvSpPr>
          <p:nvPr>
            <p:ph type="ctrTitle" hasCustomPrompt="1"/>
          </p:nvPr>
        </p:nvSpPr>
        <p:spPr>
          <a:xfrm>
            <a:off x="1152000" y="1189428"/>
            <a:ext cx="6224270" cy="2376000"/>
          </a:xfrm>
        </p:spPr>
        <p:txBody>
          <a:bodyPr anchor="b" anchorCtr="0"/>
          <a:lstStyle>
            <a:lvl1pPr algn="l">
              <a:defRPr sz="4800">
                <a:solidFill>
                  <a:schemeClr val="bg1"/>
                </a:solidFill>
              </a:defRPr>
            </a:lvl1pPr>
          </a:lstStyle>
          <a:p>
            <a:r>
              <a:rPr lang="de-DE" dirty="0"/>
              <a:t>Titel #2 Sparkasse Head 48pt linksbündig</a:t>
            </a:r>
          </a:p>
        </p:txBody>
      </p:sp>
      <p:sp>
        <p:nvSpPr>
          <p:cNvPr id="2" name="Rechteck 1">
            <a:extLst>
              <a:ext uri="{FF2B5EF4-FFF2-40B4-BE49-F238E27FC236}">
                <a16:creationId xmlns:a16="http://schemas.microsoft.com/office/drawing/2014/main" id="{B9059D5D-2102-883F-0C67-F7D34EAAA684}"/>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a:extLst>
              <a:ext uri="{FF2B5EF4-FFF2-40B4-BE49-F238E27FC236}">
                <a16:creationId xmlns:a16="http://schemas.microsoft.com/office/drawing/2014/main" id="{C68611AC-84AF-26B0-633C-F477D40F4FE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Grafik 4">
            <a:extLst>
              <a:ext uri="{FF2B5EF4-FFF2-40B4-BE49-F238E27FC236}">
                <a16:creationId xmlns:a16="http://schemas.microsoft.com/office/drawing/2014/main" id="{D0400462-6AB0-2E58-8726-5780E908FD0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88983" y="5486551"/>
            <a:ext cx="5019958" cy="1062275"/>
          </a:xfrm>
          <a:prstGeom prst="rect">
            <a:avLst/>
          </a:prstGeom>
        </p:spPr>
      </p:pic>
    </p:spTree>
    <p:extLst>
      <p:ext uri="{BB962C8B-B14F-4D97-AF65-F5344CB8AC3E}">
        <p14:creationId xmlns:p14="http://schemas.microsoft.com/office/powerpoint/2010/main" val="1368127157"/>
      </p:ext>
    </p:extLst>
  </p:cSld>
  <p:clrMapOvr>
    <a:masterClrMapping/>
  </p:clrMapOvr>
  <p:extLst>
    <p:ext uri="{DCECCB84-F9BA-43D5-87BE-67443E8EF086}">
      <p15:sldGuideLst xmlns:p15="http://schemas.microsoft.com/office/powerpoint/2012/main">
        <p15:guide id="2" pos="725">
          <p15:clr>
            <a:srgbClr val="FBAE40"/>
          </p15:clr>
        </p15:guide>
        <p15:guide id="3" pos="895">
          <p15:clr>
            <a:srgbClr val="FBAE40"/>
          </p15:clr>
        </p15:guide>
        <p15:guide id="4" orient="horz" pos="3640">
          <p15:clr>
            <a:srgbClr val="FBAE40"/>
          </p15:clr>
        </p15:guide>
        <p15:guide id="5" orient="horz" pos="378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el-Folie #3">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1"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5416869" y="1200125"/>
            <a:ext cx="6224270" cy="2376000"/>
          </a:xfrm>
        </p:spPr>
        <p:txBody>
          <a:bodyPr anchor="b" anchorCtr="0"/>
          <a:lstStyle>
            <a:lvl1pPr algn="l">
              <a:defRPr sz="4800">
                <a:solidFill>
                  <a:schemeClr val="bg1"/>
                </a:solidFill>
              </a:defRPr>
            </a:lvl1pPr>
          </a:lstStyle>
          <a:p>
            <a:r>
              <a:rPr lang="de-DE" dirty="0"/>
              <a:t>Titel #3 Sparkasse Head 48pt linksbündig</a:t>
            </a:r>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5062268"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35" name="Grafik 34">
            <a:extLst>
              <a:ext uri="{FF2B5EF4-FFF2-40B4-BE49-F238E27FC236}">
                <a16:creationId xmlns:a16="http://schemas.microsoft.com/office/drawing/2014/main" id="{CE2210D0-05BF-B262-B3CF-2FF9A965C9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8174" y="1798538"/>
            <a:ext cx="2001600" cy="2598565"/>
          </a:xfrm>
          <a:prstGeom prst="rect">
            <a:avLst/>
          </a:prstGeom>
        </p:spPr>
      </p:pic>
      <p:sp>
        <p:nvSpPr>
          <p:cNvPr id="5" name="Untertitel 2">
            <a:extLst>
              <a:ext uri="{FF2B5EF4-FFF2-40B4-BE49-F238E27FC236}">
                <a16:creationId xmlns:a16="http://schemas.microsoft.com/office/drawing/2014/main" id="{6C4724CA-3CFE-5EC8-1ED3-F455ACB1A143}"/>
              </a:ext>
            </a:extLst>
          </p:cNvPr>
          <p:cNvSpPr>
            <a:spLocks noGrp="1"/>
          </p:cNvSpPr>
          <p:nvPr>
            <p:ph type="subTitle" idx="1" hasCustomPrompt="1"/>
          </p:nvPr>
        </p:nvSpPr>
        <p:spPr>
          <a:xfrm>
            <a:off x="5417394"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D9CF29AC-CF56-E19D-71E8-BF0E6ED34A64}"/>
              </a:ext>
            </a:extLst>
          </p:cNvPr>
          <p:cNvSpPr>
            <a:spLocks noGrp="1"/>
          </p:cNvSpPr>
          <p:nvPr>
            <p:ph type="body" idx="14" hasCustomPrompt="1"/>
          </p:nvPr>
        </p:nvSpPr>
        <p:spPr>
          <a:xfrm>
            <a:off x="5416869"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pic>
        <p:nvPicPr>
          <p:cNvPr id="3" name="Grafik 2">
            <a:extLst>
              <a:ext uri="{FF2B5EF4-FFF2-40B4-BE49-F238E27FC236}">
                <a16:creationId xmlns:a16="http://schemas.microsoft.com/office/drawing/2014/main" id="{32E9B652-513C-D84E-F65A-D8AFC84AC1D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152864" y="5486551"/>
            <a:ext cx="5019958" cy="1062275"/>
          </a:xfrm>
          <a:prstGeom prst="rect">
            <a:avLst/>
          </a:prstGeom>
        </p:spPr>
      </p:pic>
    </p:spTree>
    <p:extLst>
      <p:ext uri="{BB962C8B-B14F-4D97-AF65-F5344CB8AC3E}">
        <p14:creationId xmlns:p14="http://schemas.microsoft.com/office/powerpoint/2010/main" val="494717923"/>
      </p:ext>
    </p:extLst>
  </p:cSld>
  <p:clrMapOvr>
    <a:masterClrMapping/>
  </p:clrMapOvr>
  <p:extLst>
    <p:ext uri="{DCECCB84-F9BA-43D5-87BE-67443E8EF086}">
      <p15:sldGuideLst xmlns:p15="http://schemas.microsoft.com/office/powerpoint/2012/main">
        <p15:guide id="1" orient="horz" pos="3640">
          <p15:clr>
            <a:srgbClr val="FBAE40"/>
          </p15:clr>
        </p15:guide>
        <p15:guide id="2" pos="3412">
          <p15:clr>
            <a:srgbClr val="FBAE40"/>
          </p15:clr>
        </p15:guide>
        <p15:guide id="3" pos="3582">
          <p15:clr>
            <a:srgbClr val="FBAE40"/>
          </p15:clr>
        </p15:guide>
        <p15:guide id="4" orient="horz" pos="3786">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Agenda-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5" y="0"/>
            <a:ext cx="391489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000" y="2159999"/>
            <a:ext cx="2836800" cy="2459380"/>
          </a:xfrm>
        </p:spPr>
        <p:txBody>
          <a:bodyPr anchor="ctr" anchorCtr="0"/>
          <a:lstStyle>
            <a:lvl1pPr algn="l">
              <a:lnSpc>
                <a:spcPct val="100000"/>
              </a:lnSpc>
              <a:defRPr sz="4800">
                <a:solidFill>
                  <a:schemeClr val="bg1"/>
                </a:solidFill>
              </a:defRPr>
            </a:lvl1pPr>
          </a:lstStyle>
          <a:p>
            <a:r>
              <a:rPr lang="de-DE" dirty="0"/>
              <a:t>Inhalt #1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6" name="Textplatzhalter 2">
            <a:extLst>
              <a:ext uri="{FF2B5EF4-FFF2-40B4-BE49-F238E27FC236}">
                <a16:creationId xmlns:a16="http://schemas.microsoft.com/office/drawing/2014/main" id="{B47B5461-A8FF-CC0C-3FEE-C5447276F4D5}"/>
              </a:ext>
            </a:extLst>
          </p:cNvPr>
          <p:cNvSpPr>
            <a:spLocks noGrp="1"/>
          </p:cNvSpPr>
          <p:nvPr>
            <p:ph idx="1" hasCustomPrompt="1"/>
          </p:nvPr>
        </p:nvSpPr>
        <p:spPr>
          <a:xfrm>
            <a:off x="5418000" y="792000"/>
            <a:ext cx="6224399" cy="5507201"/>
          </a:xfrm>
          <a:prstGeom prst="rect">
            <a:avLst/>
          </a:prstGeom>
        </p:spPr>
        <p:txBody>
          <a:bodyPr vert="horz" lIns="0" tIns="0" rIns="0" bIns="0" rtlCol="0" anchor="ctr" anchorCtr="0">
            <a:noAutofit/>
          </a:bodyPr>
          <a:lstStyle>
            <a:lvl1pPr marL="324000" indent="-324000">
              <a:lnSpc>
                <a:spcPct val="100000"/>
              </a:lnSpc>
              <a:spcBef>
                <a:spcPts val="2200"/>
              </a:spcBef>
              <a:buFont typeface="+mj-lt"/>
              <a:buAutoNum type="arabicPeriod"/>
              <a:tabLst>
                <a:tab pos="324000" algn="l"/>
              </a:tabLst>
              <a:defRPr sz="2000">
                <a:latin typeface="Sparkasse Medium" panose="020B0603080202020204" pitchFamily="34" charset="0"/>
              </a:defRPr>
            </a:lvl1pPr>
            <a:lvl2pPr marL="324000" indent="0">
              <a:spcBef>
                <a:spcPts val="0"/>
              </a:spcBef>
              <a:buFontTx/>
              <a:buNone/>
              <a:defRPr sz="1600"/>
            </a:lvl2pPr>
            <a:lvl3pPr marL="324000" indent="0">
              <a:spcBef>
                <a:spcPts val="0"/>
              </a:spcBef>
              <a:buFontTx/>
              <a:buNone/>
              <a:defRPr sz="1600"/>
            </a:lvl3pPr>
            <a:lvl4pPr marL="324000" indent="0">
              <a:spcBef>
                <a:spcPts val="0"/>
              </a:spcBef>
              <a:buFontTx/>
              <a:buNone/>
              <a:defRPr sz="1600"/>
            </a:lvl4pPr>
            <a:lvl5pPr marL="324000" indent="0">
              <a:spcBef>
                <a:spcPts val="0"/>
              </a:spcBef>
              <a:buFontTx/>
              <a:buNone/>
              <a:defRPr sz="1600"/>
            </a:lvl5pPr>
          </a:lstStyle>
          <a:p>
            <a:pPr lvl="0"/>
            <a:r>
              <a:rPr lang="de-DE" dirty="0" err="1"/>
              <a:t>Agendapunkt</a:t>
            </a:r>
            <a:r>
              <a:rPr lang="de-DE" dirty="0"/>
              <a:t> Sparkasse Md 20pt</a:t>
            </a:r>
          </a:p>
          <a:p>
            <a:pPr lvl="1"/>
            <a:r>
              <a:rPr lang="de-DE" dirty="0"/>
              <a:t>1.1 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E51B1FE4-8CBE-D228-3388-3997A119D9BA}"/>
              </a:ext>
            </a:extLst>
          </p:cNvPr>
          <p:cNvSpPr>
            <a:spLocks noGrp="1"/>
          </p:cNvSpPr>
          <p:nvPr>
            <p:ph type="ftr" sz="quarter" idx="13"/>
          </p:nvPr>
        </p:nvSpPr>
        <p:spPr/>
        <p:txBody>
          <a:bodyPr/>
          <a:lstStyle/>
          <a:p>
            <a:r>
              <a:rPr lang="de-DE"/>
              <a:t>1. RO-Ansprechpartner RV und VDL | Digital | 02. Juni 2026</a:t>
            </a:r>
          </a:p>
        </p:txBody>
      </p:sp>
    </p:spTree>
    <p:extLst>
      <p:ext uri="{BB962C8B-B14F-4D97-AF65-F5344CB8AC3E}">
        <p14:creationId xmlns:p14="http://schemas.microsoft.com/office/powerpoint/2010/main" val="416440934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Agenda-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p:txBody>
          <a:bodyPr/>
          <a:lstStyle>
            <a:lvl1pPr>
              <a:defRPr/>
            </a:lvl1pPr>
          </a:lstStyle>
          <a:p>
            <a:r>
              <a:rPr lang="de-DE" dirty="0"/>
              <a:t>Inhalt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Textplatzhalter 2">
            <a:extLst>
              <a:ext uri="{FF2B5EF4-FFF2-40B4-BE49-F238E27FC236}">
                <a16:creationId xmlns:a16="http://schemas.microsoft.com/office/drawing/2014/main" id="{1C6106C1-ACC7-8651-56FC-9C4D79721FBD}"/>
              </a:ext>
            </a:extLst>
          </p:cNvPr>
          <p:cNvSpPr>
            <a:spLocks noGrp="1"/>
          </p:cNvSpPr>
          <p:nvPr>
            <p:ph idx="1" hasCustomPrompt="1"/>
          </p:nvPr>
        </p:nvSpPr>
        <p:spPr>
          <a:xfrm>
            <a:off x="1150866" y="1566000"/>
            <a:ext cx="10488613" cy="4734000"/>
          </a:xfrm>
          <a:prstGeom prst="rect">
            <a:avLst/>
          </a:prstGeom>
        </p:spPr>
        <p:txBody>
          <a:bodyPr vert="horz" lIns="0" tIns="0" rIns="0" bIns="0" numCol="3" spcCol="180000" rtlCol="0" anchor="t" anchorCtr="0">
            <a:noAutofit/>
          </a:bodyPr>
          <a:lstStyle>
            <a:lvl1pPr marL="324000" indent="-324000">
              <a:lnSpc>
                <a:spcPct val="100000"/>
              </a:lnSpc>
              <a:spcBef>
                <a:spcPts val="2200"/>
              </a:spcBef>
              <a:buFont typeface="+mj-lt"/>
              <a:buAutoNum type="arabicPeriod"/>
              <a:tabLst>
                <a:tab pos="324000" algn="l"/>
              </a:tabLst>
              <a:defRPr sz="1600">
                <a:latin typeface="Sparkasse Medium" panose="020B0603080202020204" pitchFamily="34" charset="0"/>
                <a:ea typeface="Aero Medium" pitchFamily="2" charset="0"/>
              </a:defRPr>
            </a:lvl1pPr>
            <a:lvl2pPr marL="324000" indent="0">
              <a:lnSpc>
                <a:spcPct val="113000"/>
              </a:lnSpc>
              <a:spcBef>
                <a:spcPts val="0"/>
              </a:spcBef>
              <a:buFontTx/>
              <a:buNone/>
              <a:defRPr sz="1600"/>
            </a:lvl2pPr>
            <a:lvl3pPr marL="324000" indent="0">
              <a:lnSpc>
                <a:spcPct val="113000"/>
              </a:lnSpc>
              <a:spcBef>
                <a:spcPts val="0"/>
              </a:spcBef>
              <a:buFontTx/>
              <a:buNone/>
              <a:defRPr sz="1600"/>
            </a:lvl3pPr>
            <a:lvl4pPr marL="324000" indent="0">
              <a:lnSpc>
                <a:spcPct val="113000"/>
              </a:lnSpc>
              <a:spcBef>
                <a:spcPts val="0"/>
              </a:spcBef>
              <a:buFontTx/>
              <a:buNone/>
              <a:defRPr sz="1600"/>
            </a:lvl4pPr>
            <a:lvl5pPr marL="324000" indent="0">
              <a:lnSpc>
                <a:spcPct val="113000"/>
              </a:lnSpc>
              <a:spcBef>
                <a:spcPts val="0"/>
              </a:spcBef>
              <a:buFontTx/>
              <a:buNone/>
              <a:defRPr sz="1600"/>
            </a:lvl5pPr>
          </a:lstStyle>
          <a:p>
            <a:pPr lvl="0"/>
            <a:r>
              <a:rPr lang="de-DE" dirty="0" err="1"/>
              <a:t>Agendapunkt</a:t>
            </a:r>
            <a:r>
              <a:rPr lang="de-DE" dirty="0"/>
              <a:t> Sparkasse Md 16pt</a:t>
            </a:r>
          </a:p>
          <a:p>
            <a:pPr lvl="1"/>
            <a:r>
              <a:rPr lang="de-DE" dirty="0"/>
              <a:t>1.1 Zweite Ebene</a:t>
            </a:r>
          </a:p>
          <a:p>
            <a:pPr lvl="2"/>
            <a:r>
              <a:rPr lang="de-DE" dirty="0"/>
              <a:t>Dritte Ebene</a:t>
            </a:r>
          </a:p>
          <a:p>
            <a:pPr lvl="3"/>
            <a:r>
              <a:rPr lang="de-DE" dirty="0"/>
              <a:t>Vierte Ebene</a:t>
            </a:r>
          </a:p>
          <a:p>
            <a:pPr lvl="4"/>
            <a:r>
              <a:rPr lang="de-DE" dirty="0"/>
              <a:t>Fünfte Ebene</a:t>
            </a:r>
          </a:p>
        </p:txBody>
      </p:sp>
      <p:cxnSp>
        <p:nvCxnSpPr>
          <p:cNvPr id="33" name="Gerader Verbinder 32">
            <a:extLst>
              <a:ext uri="{FF2B5EF4-FFF2-40B4-BE49-F238E27FC236}">
                <a16:creationId xmlns:a16="http://schemas.microsoft.com/office/drawing/2014/main" id="{3D8AD20F-582F-905F-CD69-8556B9254432}"/>
              </a:ext>
            </a:extLst>
          </p:cNvPr>
          <p:cNvCxnSpPr>
            <a:cxnSpLocks/>
          </p:cNvCxnSpPr>
          <p:nvPr userDrawn="1"/>
        </p:nvCxnSpPr>
        <p:spPr>
          <a:xfrm>
            <a:off x="1150868" y="1401763"/>
            <a:ext cx="1049027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1CE48883-AA48-234A-87C5-6A89A76C900D}"/>
              </a:ext>
            </a:extLst>
          </p:cNvPr>
          <p:cNvSpPr>
            <a:spLocks noGrp="1"/>
          </p:cNvSpPr>
          <p:nvPr>
            <p:ph type="ftr" sz="quarter" idx="13"/>
          </p:nvPr>
        </p:nvSpPr>
        <p:spPr/>
        <p:txBody>
          <a:bodyPr/>
          <a:lstStyle/>
          <a:p>
            <a:r>
              <a:rPr lang="de-DE"/>
              <a:t>1. RO-Ansprechpartner RV und VDL | Digital | 02. Juni 2026</a:t>
            </a:r>
          </a:p>
        </p:txBody>
      </p:sp>
    </p:spTree>
    <p:extLst>
      <p:ext uri="{BB962C8B-B14F-4D97-AF65-F5344CB8AC3E}">
        <p14:creationId xmlns:p14="http://schemas.microsoft.com/office/powerpoint/2010/main" val="38079139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Kapiteltrenner-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692400"/>
            <a:ext cx="10488614" cy="3619616"/>
          </a:xfrm>
        </p:spPr>
        <p:txBody>
          <a:bodyPr anchor="t" anchorCtr="0"/>
          <a:lstStyle>
            <a:lvl1pPr algn="ctr">
              <a:defRPr sz="6000">
                <a:solidFill>
                  <a:schemeClr val="bg1"/>
                </a:solidFill>
              </a:defRPr>
            </a:lvl1pPr>
          </a:lstStyle>
          <a:p>
            <a:r>
              <a:rPr lang="de-DE" dirty="0" err="1"/>
              <a:t>Kapiteltrenner</a:t>
            </a:r>
            <a:r>
              <a:rPr lang="de-DE" dirty="0"/>
              <a:t> #1 </a:t>
            </a:r>
            <a:br>
              <a:rPr lang="de-DE" dirty="0"/>
            </a:br>
            <a:r>
              <a:rPr lang="de-DE" dirty="0"/>
              <a:t>Sparkasse Head 60pt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052000"/>
            <a:ext cx="10490400" cy="640400"/>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63294971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Kapiteltrenner-Folie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000" y="0"/>
            <a:ext cx="1158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#2 Sparkasse </a:t>
            </a:r>
            <a:r>
              <a:rPr lang="de-DE" dirty="0" err="1"/>
              <a:t>Rg</a:t>
            </a:r>
            <a:r>
              <a:rPr lang="de-DE" dirty="0"/>
              <a:t>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311644045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Kapiteltrenner-Folie #3">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tx2"/>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#3 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43307087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secHead" preserve="1">
  <p:cSld name="Kapiteltrenner-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080000" y="2159998"/>
            <a:ext cx="2836800" cy="2573083"/>
          </a:xfrm>
        </p:spPr>
        <p:txBody>
          <a:bodyPr anchor="ctr" anchorCtr="0"/>
          <a:lstStyle>
            <a:lvl1pPr algn="ctr">
              <a:lnSpc>
                <a:spcPct val="80000"/>
              </a:lnSpc>
              <a:defRPr sz="1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4685344" y="2159999"/>
            <a:ext cx="6957056" cy="2402516"/>
          </a:xfrm>
        </p:spPr>
        <p:txBody>
          <a:bodyPr anchor="ctr" anchorCtr="0"/>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#4 </a:t>
            </a:r>
            <a:br>
              <a:rPr lang="de-DE" dirty="0"/>
            </a:br>
            <a:r>
              <a:rPr lang="de-DE" dirty="0"/>
              <a:t>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399853543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Kapiteltrenner-Folie #5">
    <p:spTree>
      <p:nvGrpSpPr>
        <p:cNvPr id="1" name=""/>
        <p:cNvGrpSpPr/>
        <p:nvPr/>
      </p:nvGrpSpPr>
      <p:grpSpPr>
        <a:xfrm>
          <a:off x="0" y="0"/>
          <a:ext cx="0" cy="0"/>
          <a:chOff x="0" y="0"/>
          <a:chExt cx="0" cy="0"/>
        </a:xfrm>
      </p:grpSpPr>
      <p:sp>
        <p:nvSpPr>
          <p:cNvPr id="10" name="Bildplatzhalter 4">
            <a:extLst>
              <a:ext uri="{FF2B5EF4-FFF2-40B4-BE49-F238E27FC236}">
                <a16:creationId xmlns:a16="http://schemas.microsoft.com/office/drawing/2014/main" id="{F33785CD-D20E-FB23-4874-64E658A300D3}"/>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3129280"/>
            <a:ext cx="10488614" cy="1339722"/>
          </a:xfrm>
        </p:spPr>
        <p:txBody>
          <a:bodyPr anchor="t" anchorCtr="0"/>
          <a:lstStyle>
            <a:lvl1pPr algn="ctr">
              <a:defRPr sz="4800">
                <a:solidFill>
                  <a:schemeClr val="bg1"/>
                </a:solidFill>
              </a:defRPr>
            </a:lvl1pPr>
          </a:lstStyle>
          <a:p>
            <a:r>
              <a:rPr lang="de-DE" dirty="0" err="1"/>
              <a:t>Kapiteltrenner</a:t>
            </a:r>
            <a:r>
              <a:rPr lang="de-DE" dirty="0"/>
              <a:t> #5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326640"/>
            <a:ext cx="10490400" cy="639237"/>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80044625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Kapiteltrenner-Folie #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07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388740"/>
            <a:ext cx="6733618" cy="3910459"/>
          </a:xfrm>
        </p:spPr>
        <p:txBody>
          <a:bodyPr anchor="t" anchorCtr="0"/>
          <a:lstStyle>
            <a:lvl1pPr algn="l">
              <a:defRPr sz="4800">
                <a:solidFill>
                  <a:schemeClr val="bg1"/>
                </a:solidFill>
              </a:defRPr>
            </a:lvl1pPr>
          </a:lstStyle>
          <a:p>
            <a:r>
              <a:rPr lang="de-DE" dirty="0" err="1"/>
              <a:t>Kapiteltrenner</a:t>
            </a:r>
            <a:r>
              <a:rPr lang="de-DE" dirty="0"/>
              <a:t> #6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1699621"/>
            <a:ext cx="6734765" cy="360000"/>
          </a:xfrm>
        </p:spPr>
        <p:txBody>
          <a:bodyPr/>
          <a:lstStyle>
            <a:lvl1pPr marL="0" indent="0" algn="l">
              <a:lnSpc>
                <a:spcPct val="100000"/>
              </a:lnSpc>
              <a:spcBef>
                <a:spcPts val="0"/>
              </a:spcBef>
              <a:buNone/>
              <a:defRPr sz="3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Bildplatzhalter 4">
            <a:extLst>
              <a:ext uri="{FF2B5EF4-FFF2-40B4-BE49-F238E27FC236}">
                <a16:creationId xmlns:a16="http://schemas.microsoft.com/office/drawing/2014/main" id="{8C2D2830-9194-FB31-E576-D3CCF216298C}"/>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Tree>
    <p:extLst>
      <p:ext uri="{BB962C8B-B14F-4D97-AF65-F5344CB8AC3E}">
        <p14:creationId xmlns:p14="http://schemas.microsoft.com/office/powerpoint/2010/main" val="37043087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Statement-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#1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6147F71F-55B1-B29B-00C3-246FD7E20937}"/>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36770075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tatement-Folie #2">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defRPr sz="4800">
                <a:solidFill>
                  <a:schemeClr val="tx1"/>
                </a:solidFill>
              </a:defRPr>
            </a:lvl1pPr>
          </a:lstStyle>
          <a:p>
            <a:r>
              <a:rPr lang="de-DE" dirty="0"/>
              <a:t>»Statement #2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Untertitel 2">
            <a:extLst>
              <a:ext uri="{FF2B5EF4-FFF2-40B4-BE49-F238E27FC236}">
                <a16:creationId xmlns:a16="http://schemas.microsoft.com/office/drawing/2014/main" id="{86EDD31A-D279-36DE-532B-AD75F4472DDD}"/>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421605431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tatement-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Titel 1">
            <a:extLst>
              <a:ext uri="{FF2B5EF4-FFF2-40B4-BE49-F238E27FC236}">
                <a16:creationId xmlns:a16="http://schemas.microsoft.com/office/drawing/2014/main" id="{A662E445-3F9C-1689-9EF8-97665E237461}"/>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#3 </a:t>
            </a:r>
            <a:br>
              <a:rPr lang="de-DE" dirty="0"/>
            </a:br>
            <a:r>
              <a:rPr lang="de-DE" dirty="0"/>
              <a:t>Sparkasse Head 48pt zentriert </a:t>
            </a:r>
            <a:br>
              <a:rPr lang="de-DE" dirty="0"/>
            </a:br>
            <a:r>
              <a:rPr lang="de-DE" dirty="0"/>
              <a:t>ein- bis vierzeilig«</a:t>
            </a:r>
          </a:p>
        </p:txBody>
      </p:sp>
      <p:sp>
        <p:nvSpPr>
          <p:cNvPr id="7" name="Textplatzhalter 2">
            <a:extLst>
              <a:ext uri="{FF2B5EF4-FFF2-40B4-BE49-F238E27FC236}">
                <a16:creationId xmlns:a16="http://schemas.microsoft.com/office/drawing/2014/main" id="{DADA7B2C-BB1E-E5CF-F561-56B80F14261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100891535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tatement-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4" y="0"/>
            <a:ext cx="115804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#4 70pt </a:t>
            </a:r>
            <a:br>
              <a:rPr lang="de-DE" dirty="0"/>
            </a:br>
            <a:r>
              <a:rPr lang="de-DE" dirty="0"/>
              <a:t>ein- bis zweizeilig«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7F4BE844-4F8F-9FF2-E0D2-49CF96E7D397}"/>
              </a:ext>
            </a:extLst>
          </p:cNvPr>
          <p:cNvSpPr>
            <a:spLocks noGrp="1"/>
          </p:cNvSpPr>
          <p:nvPr>
            <p:ph type="subTitle" idx="13" hasCustomPrompt="1"/>
          </p:nvPr>
        </p:nvSpPr>
        <p:spPr>
          <a:xfrm>
            <a:off x="1152000" y="4860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12531758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tatement-Folie #5">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7EF46AA4-776F-67D3-9248-1E350A7CEBC2}"/>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tx1"/>
                </a:solidFill>
              </a:defRPr>
            </a:lvl1pPr>
          </a:lstStyle>
          <a:p>
            <a:r>
              <a:rPr lang="de-DE" dirty="0"/>
              <a:t>»Statement #5 70pt </a:t>
            </a:r>
            <a:br>
              <a:rPr lang="de-DE" dirty="0"/>
            </a:br>
            <a:r>
              <a:rPr lang="de-DE" dirty="0"/>
              <a:t>ein- bis zweizeilig«</a:t>
            </a:r>
          </a:p>
        </p:txBody>
      </p:sp>
      <p:sp>
        <p:nvSpPr>
          <p:cNvPr id="3" name="Textplatzhalter 2">
            <a:extLst>
              <a:ext uri="{FF2B5EF4-FFF2-40B4-BE49-F238E27FC236}">
                <a16:creationId xmlns:a16="http://schemas.microsoft.com/office/drawing/2014/main" id="{4F51F540-12FB-2C90-93EE-729F79EF2EA8}"/>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4" name="Untertitel 2">
            <a:extLst>
              <a:ext uri="{FF2B5EF4-FFF2-40B4-BE49-F238E27FC236}">
                <a16:creationId xmlns:a16="http://schemas.microsoft.com/office/drawing/2014/main" id="{342D12E8-8E0A-5EB8-B4D3-7F64A54EBEC8}"/>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137182628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Statement-Folie #6">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CB7D770E-8DC5-6983-D02A-F082507E200D}"/>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#6 70pt </a:t>
            </a:r>
            <a:br>
              <a:rPr lang="de-DE" dirty="0"/>
            </a:br>
            <a:r>
              <a:rPr lang="de-DE" dirty="0"/>
              <a:t>ein- bis zweizeilig«</a:t>
            </a:r>
          </a:p>
        </p:txBody>
      </p:sp>
      <p:sp>
        <p:nvSpPr>
          <p:cNvPr id="3" name="Textplatzhalter 2">
            <a:extLst>
              <a:ext uri="{FF2B5EF4-FFF2-40B4-BE49-F238E27FC236}">
                <a16:creationId xmlns:a16="http://schemas.microsoft.com/office/drawing/2014/main" id="{50A7BA38-3926-531B-83E5-3A0D394F17F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365590824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567298"/>
            <a:ext cx="10490399" cy="4731902"/>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525"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extplatzhalter 2">
            <a:extLst>
              <a:ext uri="{FF2B5EF4-FFF2-40B4-BE49-F238E27FC236}">
                <a16:creationId xmlns:a16="http://schemas.microsoft.com/office/drawing/2014/main" id="{AF94ACF5-E151-671E-5405-AF5ED2F70F7F}"/>
              </a:ext>
            </a:extLst>
          </p:cNvPr>
          <p:cNvSpPr>
            <a:spLocks noGrp="1"/>
          </p:cNvSpPr>
          <p:nvPr>
            <p:ph type="body" idx="15" hasCustomPrompt="1"/>
          </p:nvPr>
        </p:nvSpPr>
        <p:spPr>
          <a:xfrm>
            <a:off x="1152000" y="6181612"/>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E1B9ADAC-4953-A414-5F44-15432B379475}"/>
              </a:ext>
            </a:extLst>
          </p:cNvPr>
          <p:cNvSpPr>
            <a:spLocks noGrp="1"/>
          </p:cNvSpPr>
          <p:nvPr>
            <p:ph type="ftr" sz="quarter" idx="16"/>
          </p:nvPr>
        </p:nvSpPr>
        <p:spPr/>
        <p:txBody>
          <a:bodyPr/>
          <a:lstStyle/>
          <a:p>
            <a:r>
              <a:rPr lang="de-DE"/>
              <a:t>1. RO-Ansprechpartner RV und VDL | Digital | 02. Juni 2026</a:t>
            </a:r>
          </a:p>
        </p:txBody>
      </p:sp>
    </p:spTree>
    <p:extLst>
      <p:ext uri="{BB962C8B-B14F-4D97-AF65-F5344CB8AC3E}">
        <p14:creationId xmlns:p14="http://schemas.microsoft.com/office/powerpoint/2010/main" val="148557211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5155198"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487204" y="1565999"/>
            <a:ext cx="5155198"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FDFC7014-5E7D-BE9E-F249-054FBAED7792}"/>
              </a:ext>
            </a:extLst>
          </p:cNvPr>
          <p:cNvSpPr>
            <a:spLocks noGrp="1"/>
          </p:cNvSpPr>
          <p:nvPr>
            <p:ph type="body" idx="16"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p:txBody>
          <a:bodyPr/>
          <a:lstStyle/>
          <a:p>
            <a:r>
              <a:rPr lang="de-DE"/>
              <a:t>1. RO-Ansprechpartner RV und VDL | Digital | 02. Juni 2026</a:t>
            </a:r>
          </a:p>
        </p:txBody>
      </p:sp>
    </p:spTree>
    <p:extLst>
      <p:ext uri="{BB962C8B-B14F-4D97-AF65-F5344CB8AC3E}">
        <p14:creationId xmlns:p14="http://schemas.microsoft.com/office/powerpoint/2010/main" val="211118671"/>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#3</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337713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377138"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4706606" y="1565999"/>
            <a:ext cx="337713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334D0129-0806-256C-6F30-6B5E99E79E7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p>
            <a:r>
              <a:rPr lang="de-DE"/>
              <a:t>1. RO-Ansprechpartner RV und VDL | Digital | 02. Juni 2026</a:t>
            </a:r>
          </a:p>
        </p:txBody>
      </p:sp>
    </p:spTree>
    <p:extLst>
      <p:ext uri="{BB962C8B-B14F-4D97-AF65-F5344CB8AC3E}">
        <p14:creationId xmlns:p14="http://schemas.microsoft.com/office/powerpoint/2010/main" val="2954123155"/>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#4</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2" y="1565999"/>
            <a:ext cx="2486466"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4172650" y="1565999"/>
            <a:ext cx="7469751"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2">
            <a:extLst>
              <a:ext uri="{FF2B5EF4-FFF2-40B4-BE49-F238E27FC236}">
                <a16:creationId xmlns:a16="http://schemas.microsoft.com/office/drawing/2014/main" id="{89C4115B-C0CB-09D1-A1FA-1947589EDEE4}"/>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3BB826EB-6448-19DD-B2C8-2271AB5A6342}"/>
              </a:ext>
            </a:extLst>
          </p:cNvPr>
          <p:cNvSpPr>
            <a:spLocks noGrp="1"/>
          </p:cNvSpPr>
          <p:nvPr>
            <p:ph type="ftr" sz="quarter" idx="18"/>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135187983"/>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xt-Folie #5">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9BA2681-781F-5257-1717-6FB8C8A710D7}"/>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tx1"/>
                </a:solidFill>
              </a:defRPr>
            </a:lvl1pPr>
          </a:lstStyle>
          <a:p>
            <a:r>
              <a:rPr lang="de-DE"/>
              <a:t>1. RO-Ansprechpartner RV und VDL | Digital | 02. Juni 2026</a:t>
            </a:r>
            <a:endParaRPr lang="de-DE" dirty="0"/>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6" y="486000"/>
            <a:ext cx="2903618" cy="913979"/>
          </a:xfrm>
        </p:spPr>
        <p:txBody>
          <a:bodyPr/>
          <a:lstStyle>
            <a:lvl1pPr>
              <a:defRPr>
                <a:solidFill>
                  <a:schemeClr val="bg1"/>
                </a:solidFill>
              </a:defRPr>
            </a:lvl1pPr>
          </a:lstStyle>
          <a:p>
            <a:r>
              <a:rPr lang="de-DE" dirty="0"/>
              <a:t>Headline ein- bis max. zweizeilig #5</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79BBDAF3-00BF-92A5-5327-3DAD4438D671}"/>
              </a:ext>
            </a:extLst>
          </p:cNvPr>
          <p:cNvSpPr>
            <a:spLocks noGrp="1"/>
          </p:cNvSpPr>
          <p:nvPr>
            <p:ph idx="19" hasCustomPrompt="1"/>
          </p:nvPr>
        </p:nvSpPr>
        <p:spPr>
          <a:xfrm>
            <a:off x="1163874" y="1565999"/>
            <a:ext cx="290362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2">
            <a:extLst>
              <a:ext uri="{FF2B5EF4-FFF2-40B4-BE49-F238E27FC236}">
                <a16:creationId xmlns:a16="http://schemas.microsoft.com/office/drawing/2014/main" id="{0BC48F0D-C190-3DFD-9B5F-FD791FAAFC07}"/>
              </a:ext>
            </a:extLst>
          </p:cNvPr>
          <p:cNvSpPr>
            <a:spLocks noGrp="1"/>
          </p:cNvSpPr>
          <p:nvPr>
            <p:ph idx="15" hasCustomPrompt="1"/>
          </p:nvPr>
        </p:nvSpPr>
        <p:spPr>
          <a:xfrm>
            <a:off x="5025224" y="1565999"/>
            <a:ext cx="661717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Untertitel 2">
            <a:extLst>
              <a:ext uri="{FF2B5EF4-FFF2-40B4-BE49-F238E27FC236}">
                <a16:creationId xmlns:a16="http://schemas.microsoft.com/office/drawing/2014/main" id="{BE40D2CD-E823-35DE-F24B-6E3F18272D57}"/>
              </a:ext>
            </a:extLst>
          </p:cNvPr>
          <p:cNvSpPr>
            <a:spLocks noGrp="1"/>
          </p:cNvSpPr>
          <p:nvPr>
            <p:ph type="subTitle" idx="1" hasCustomPrompt="1"/>
          </p:nvPr>
        </p:nvSpPr>
        <p:spPr>
          <a:xfrm>
            <a:off x="5022954" y="486000"/>
            <a:ext cx="661717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2839970708"/>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Folie #6">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57863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825669" y="1565999"/>
            <a:ext cx="4618733"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6" y="486000"/>
            <a:ext cx="4821736" cy="913979"/>
          </a:xfrm>
        </p:spPr>
        <p:txBody>
          <a:bodyPr/>
          <a:lstStyle>
            <a:lvl1pPr>
              <a:defRPr>
                <a:solidFill>
                  <a:schemeClr val="bg1"/>
                </a:solidFill>
              </a:defRPr>
            </a:lvl1pPr>
          </a:lstStyle>
          <a:p>
            <a:r>
              <a:rPr lang="de-DE" dirty="0"/>
              <a:t>Pro Sparkasse Head 28pt </a:t>
            </a:r>
            <a:br>
              <a:rPr lang="de-DE" dirty="0"/>
            </a:br>
            <a:r>
              <a:rPr lang="de-DE" dirty="0"/>
              <a:t>ein- bis max. zweizeilig #6</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1" name="Inhaltsplatzhalter 2">
            <a:extLst>
              <a:ext uri="{FF2B5EF4-FFF2-40B4-BE49-F238E27FC236}">
                <a16:creationId xmlns:a16="http://schemas.microsoft.com/office/drawing/2014/main" id="{494C1307-15E1-9CE2-05C0-CB5BC31E71F2}"/>
              </a:ext>
            </a:extLst>
          </p:cNvPr>
          <p:cNvSpPr>
            <a:spLocks noGrp="1"/>
          </p:cNvSpPr>
          <p:nvPr>
            <p:ph idx="18"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4" name="Untertitel 2">
            <a:extLst>
              <a:ext uri="{FF2B5EF4-FFF2-40B4-BE49-F238E27FC236}">
                <a16:creationId xmlns:a16="http://schemas.microsoft.com/office/drawing/2014/main" id="{C1D3B3DC-27BA-BFDD-C894-90643AF38824}"/>
              </a:ext>
            </a:extLst>
          </p:cNvPr>
          <p:cNvSpPr>
            <a:spLocks noGrp="1"/>
          </p:cNvSpPr>
          <p:nvPr>
            <p:ph type="subTitle" idx="1" hasCustomPrompt="1"/>
          </p:nvPr>
        </p:nvSpPr>
        <p:spPr>
          <a:xfrm>
            <a:off x="6825668" y="486000"/>
            <a:ext cx="4814463"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Contra Sparkasse Head 28pt ein- bis max. zweizeilig</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ußzeilenplatzhalter 6">
            <a:extLst>
              <a:ext uri="{FF2B5EF4-FFF2-40B4-BE49-F238E27FC236}">
                <a16:creationId xmlns:a16="http://schemas.microsoft.com/office/drawing/2014/main" id="{6A5068BE-DCF4-49FF-0FB1-1510B08C8E21}"/>
              </a:ext>
            </a:extLst>
          </p:cNvPr>
          <p:cNvSpPr>
            <a:spLocks noGrp="1"/>
          </p:cNvSpPr>
          <p:nvPr>
            <p:ph type="ftr" sz="quarter" idx="19"/>
          </p:nvPr>
        </p:nvSpPr>
        <p:spPr>
          <a:xfrm>
            <a:off x="4528800" y="6408000"/>
            <a:ext cx="7113600" cy="180000"/>
          </a:xfrm>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1712082452"/>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Folie #7">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76532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a:xfrm>
            <a:off x="6486524" y="6408000"/>
            <a:ext cx="5155875" cy="180000"/>
          </a:xfrm>
        </p:spPr>
        <p:txBody>
          <a:bodyPr/>
          <a:lstStyle/>
          <a:p>
            <a:r>
              <a:rPr lang="de-DE"/>
              <a:t>1. RO-Ansprechpartner RV und VDL | Digital | 02. Juni 2026</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5" y="486000"/>
            <a:ext cx="6570703" cy="913979"/>
          </a:xfrm>
        </p:spPr>
        <p:txBody>
          <a:bodyPr/>
          <a:lstStyle>
            <a:lvl1pPr>
              <a:defRPr>
                <a:solidFill>
                  <a:schemeClr val="bg1"/>
                </a:solidFill>
              </a:defRPr>
            </a:lvl1pPr>
          </a:lstStyle>
          <a:p>
            <a:r>
              <a:rPr lang="de-DE" dirty="0"/>
              <a:t>Headline Sparkasse Head 28pt ein- bis max. zweizeilig #7</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5" y="266400"/>
            <a:ext cx="6570703"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Inhaltsplatzhalter 2">
            <a:extLst>
              <a:ext uri="{FF2B5EF4-FFF2-40B4-BE49-F238E27FC236}">
                <a16:creationId xmlns:a16="http://schemas.microsoft.com/office/drawing/2014/main" id="{F0523207-EAF6-17C4-33FA-CD9F05972EAF}"/>
              </a:ext>
            </a:extLst>
          </p:cNvPr>
          <p:cNvSpPr>
            <a:spLocks noGrp="1"/>
          </p:cNvSpPr>
          <p:nvPr>
            <p:ph idx="18" hasCustomPrompt="1"/>
          </p:nvPr>
        </p:nvSpPr>
        <p:spPr>
          <a:xfrm>
            <a:off x="1163874" y="1565999"/>
            <a:ext cx="657069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BCF12E4F-B39F-1744-CA17-F2F6CAFCB5D3}"/>
              </a:ext>
            </a:extLst>
          </p:cNvPr>
          <p:cNvSpPr>
            <a:spLocks noGrp="1"/>
          </p:cNvSpPr>
          <p:nvPr>
            <p:ph type="body" idx="19"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9" name="Inhaltsplatzhalter 2">
            <a:extLst>
              <a:ext uri="{FF2B5EF4-FFF2-40B4-BE49-F238E27FC236}">
                <a16:creationId xmlns:a16="http://schemas.microsoft.com/office/drawing/2014/main" id="{C62C37C3-0CF2-FC4F-DEB9-6F51E5D2810B}"/>
              </a:ext>
            </a:extLst>
          </p:cNvPr>
          <p:cNvSpPr>
            <a:spLocks noGrp="1"/>
          </p:cNvSpPr>
          <p:nvPr>
            <p:ph idx="16" hasCustomPrompt="1"/>
          </p:nvPr>
        </p:nvSpPr>
        <p:spPr>
          <a:xfrm>
            <a:off x="8595663"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E0C4CF1C-F6DA-AB47-B706-32E5DBAC00FC}"/>
              </a:ext>
            </a:extLst>
          </p:cNvPr>
          <p:cNvSpPr>
            <a:spLocks noGrp="1"/>
          </p:cNvSpPr>
          <p:nvPr>
            <p:ph type="body" idx="20"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Untertitel 2">
            <a:extLst>
              <a:ext uri="{FF2B5EF4-FFF2-40B4-BE49-F238E27FC236}">
                <a16:creationId xmlns:a16="http://schemas.microsoft.com/office/drawing/2014/main" id="{1DD2113F-15F5-BEFB-6FD6-4045847FF3A1}"/>
              </a:ext>
            </a:extLst>
          </p:cNvPr>
          <p:cNvSpPr>
            <a:spLocks noGrp="1"/>
          </p:cNvSpPr>
          <p:nvPr>
            <p:ph type="subTitle" idx="1" hasCustomPrompt="1"/>
          </p:nvPr>
        </p:nvSpPr>
        <p:spPr>
          <a:xfrm>
            <a:off x="8593394" y="486000"/>
            <a:ext cx="304673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Head 28pt</a:t>
            </a:r>
          </a:p>
        </p:txBody>
      </p:sp>
    </p:spTree>
    <p:extLst>
      <p:ext uri="{BB962C8B-B14F-4D97-AF65-F5344CB8AC3E}">
        <p14:creationId xmlns:p14="http://schemas.microsoft.com/office/powerpoint/2010/main" val="156903435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Folie #8">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726EB777-3FD1-DB6D-DA35-C1560064AC7B}"/>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bg1"/>
                </a:solidFill>
              </a:defRPr>
            </a:lvl1pPr>
          </a:lstStyle>
          <a:p>
            <a:r>
              <a:rPr lang="de-DE"/>
              <a:t>1. RO-Ansprechpartner RV und VDL | Digital | 02. Juni 2026</a:t>
            </a:r>
            <a:endParaRPr lang="de-DE" dirty="0"/>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5" y="486000"/>
            <a:ext cx="10490395" cy="913979"/>
          </a:xfrm>
        </p:spPr>
        <p:txBody>
          <a:bodyPr/>
          <a:lstStyle>
            <a:lvl1pPr>
              <a:defRPr>
                <a:solidFill>
                  <a:schemeClr val="bg1"/>
                </a:solidFill>
              </a:defRPr>
            </a:lvl1pPr>
          </a:lstStyle>
          <a:p>
            <a:r>
              <a:rPr lang="de-DE" dirty="0"/>
              <a:t>Headline ein- bis max. zweizeilig #8</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0" name="Inhaltsplatzhalter 2">
            <a:extLst>
              <a:ext uri="{FF2B5EF4-FFF2-40B4-BE49-F238E27FC236}">
                <a16:creationId xmlns:a16="http://schemas.microsoft.com/office/drawing/2014/main" id="{D82E6976-3C82-B3CC-BF59-C9BA9FA22935}"/>
              </a:ext>
            </a:extLst>
          </p:cNvPr>
          <p:cNvSpPr>
            <a:spLocks noGrp="1"/>
          </p:cNvSpPr>
          <p:nvPr>
            <p:ph idx="19" hasCustomPrompt="1"/>
          </p:nvPr>
        </p:nvSpPr>
        <p:spPr>
          <a:xfrm>
            <a:off x="1163873" y="1565999"/>
            <a:ext cx="1049039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7FB2F0E7-5CDA-6115-A50E-3845A8C39626}"/>
              </a:ext>
            </a:extLst>
          </p:cNvPr>
          <p:cNvSpPr>
            <a:spLocks noGrp="1"/>
          </p:cNvSpPr>
          <p:nvPr>
            <p:ph type="body" idx="16" hasCustomPrompt="1"/>
          </p:nvPr>
        </p:nvSpPr>
        <p:spPr>
          <a:xfrm>
            <a:off x="1151998" y="6181200"/>
            <a:ext cx="10490395"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9856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Bild-Folie #1">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3909939"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10,86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5040000" y="486000"/>
            <a:ext cx="6602399" cy="913979"/>
          </a:xfrm>
        </p:spPr>
        <p:txBody>
          <a:bodyPr/>
          <a:lstStyle>
            <a:lvl1pPr>
              <a:defRPr/>
            </a:lvl1pPr>
          </a:lstStyle>
          <a:p>
            <a:r>
              <a:rPr lang="de-DE" dirty="0"/>
              <a:t>Headline Sparkasse Head 28pt Bild 1/3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5040000" y="266400"/>
            <a:ext cx="6602400" cy="180000"/>
          </a:xfrm>
        </p:spPr>
        <p:txBody>
          <a:bodyPr/>
          <a:lstStyle>
            <a:lvl1pPr marL="0" indent="0" algn="l">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045600"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5040001"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435F1FB0-6482-1DB6-9691-6EB5DADB0EF4}"/>
              </a:ext>
            </a:extLst>
          </p:cNvPr>
          <p:cNvSpPr>
            <a:spLocks noGrp="1"/>
          </p:cNvSpPr>
          <p:nvPr>
            <p:ph type="body" idx="18" hasCustomPrompt="1"/>
          </p:nvPr>
        </p:nvSpPr>
        <p:spPr>
          <a:xfrm>
            <a:off x="5040000" y="6181200"/>
            <a:ext cx="6602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ACB6F49B-8810-CC9F-312B-76D26F0C6D26}"/>
              </a:ext>
            </a:extLst>
          </p:cNvPr>
          <p:cNvSpPr>
            <a:spLocks noGrp="1"/>
          </p:cNvSpPr>
          <p:nvPr>
            <p:ph type="ftr" sz="quarter" idx="19"/>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28738768"/>
      </p:ext>
    </p:extLst>
  </p:cSld>
  <p:clrMapOvr>
    <a:masterClrMapping/>
  </p:clrMapOvr>
  <p:extLst>
    <p:ext uri="{DCECCB84-F9BA-43D5-87BE-67443E8EF086}">
      <p15:sldGuideLst xmlns:p15="http://schemas.microsoft.com/office/powerpoint/2012/main">
        <p15:guide id="1" pos="5093">
          <p15:clr>
            <a:srgbClr val="FBAE40"/>
          </p15:clr>
        </p15:guide>
        <p15:guide id="2" pos="3175">
          <p15:clr>
            <a:srgbClr val="FBAE40"/>
          </p15:clr>
        </p15:guide>
        <p15:guide id="3" pos="7126">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Bild-Folie #2">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6818401" y="486000"/>
            <a:ext cx="4821736" cy="913979"/>
          </a:xfrm>
        </p:spPr>
        <p:txBody>
          <a:bodyPr/>
          <a:lstStyle>
            <a:lvl1pPr>
              <a:defRPr/>
            </a:lvl1pPr>
          </a:lstStyle>
          <a:p>
            <a:r>
              <a:rPr lang="de-DE" dirty="0"/>
              <a:t>Headline Sparkasse Head 28pt Bild 1/2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6818401" y="266400"/>
            <a:ext cx="4821736"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6818399" y="1565999"/>
            <a:ext cx="4821735"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6818400" y="6181200"/>
            <a:ext cx="482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6818398" y="6408000"/>
            <a:ext cx="4824001" cy="180000"/>
          </a:xfrm>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4282582050"/>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Bild-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7466397"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20,74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8596800" y="486000"/>
            <a:ext cx="3044338" cy="913979"/>
          </a:xfrm>
        </p:spPr>
        <p:txBody>
          <a:bodyPr/>
          <a:lstStyle>
            <a:lvl1pPr>
              <a:defRPr/>
            </a:lvl1pPr>
          </a:lstStyle>
          <a:p>
            <a:r>
              <a:rPr lang="de-DE" dirty="0"/>
              <a:t>Headline Head 28pt Bild 2/3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8595663"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3C2088F0-2C54-A429-9FE8-EA49ED5AE317}"/>
              </a:ext>
            </a:extLst>
          </p:cNvPr>
          <p:cNvSpPr>
            <a:spLocks noGrp="1"/>
          </p:cNvSpPr>
          <p:nvPr>
            <p:ph type="body" idx="18"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40CCEEBE-C86E-C932-CA39-98C71756DE6F}"/>
              </a:ext>
            </a:extLst>
          </p:cNvPr>
          <p:cNvSpPr>
            <a:spLocks noGrp="1"/>
          </p:cNvSpPr>
          <p:nvPr>
            <p:ph type="ftr" sz="quarter" idx="19"/>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1671974264"/>
      </p:ext>
    </p:extLst>
  </p:cSld>
  <p:clrMapOvr>
    <a:masterClrMapping/>
  </p:clrMapOvr>
  <p:extLst>
    <p:ext uri="{DCECCB84-F9BA-43D5-87BE-67443E8EF086}">
      <p15:sldGuideLst xmlns:p15="http://schemas.microsoft.com/office/powerpoint/2012/main">
        <p15:guide id="2" pos="5414">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Bild-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Head 28pt Bild 3/3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10490400"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29,14 x 13 cm.</a:t>
            </a:r>
          </a:p>
        </p:txBody>
      </p:sp>
      <p:sp>
        <p:nvSpPr>
          <p:cNvPr id="3" name="Fußzeilenplatzhalter 2">
            <a:extLst>
              <a:ext uri="{FF2B5EF4-FFF2-40B4-BE49-F238E27FC236}">
                <a16:creationId xmlns:a16="http://schemas.microsoft.com/office/drawing/2014/main" id="{969C1E98-4FFE-FA3E-5B86-D26EFB960F2E}"/>
              </a:ext>
            </a:extLst>
          </p:cNvPr>
          <p:cNvSpPr>
            <a:spLocks noGrp="1"/>
          </p:cNvSpPr>
          <p:nvPr>
            <p:ph type="ftr" sz="quarter" idx="19"/>
          </p:nvPr>
        </p:nvSpPr>
        <p:spPr/>
        <p:txBody>
          <a:bodyPr/>
          <a:lstStyle/>
          <a:p>
            <a:r>
              <a:rPr lang="de-DE"/>
              <a:t>1. RO-Ansprechpartner RV und VDL | Digital | 02. Juni 2026</a:t>
            </a:r>
          </a:p>
        </p:txBody>
      </p:sp>
    </p:spTree>
    <p:extLst>
      <p:ext uri="{BB962C8B-B14F-4D97-AF65-F5344CB8AC3E}">
        <p14:creationId xmlns:p14="http://schemas.microsoft.com/office/powerpoint/2010/main" val="213207078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Bild-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#5</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727824" y="1565999"/>
            <a:ext cx="491457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6727146" y="6181200"/>
            <a:ext cx="4914578"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1021688586"/>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Bild-Folie #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#6</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6484809"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1153525" y="6181200"/>
            <a:ext cx="51552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307399075"/>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Bild-Folie #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9" y="486000"/>
            <a:ext cx="4914000" cy="995415"/>
          </a:xfrm>
        </p:spPr>
        <p:txBody>
          <a:bodyPr/>
          <a:lstStyle>
            <a:lvl1pPr>
              <a:defRPr/>
            </a:lvl1pPr>
          </a:lstStyle>
          <a:p>
            <a:r>
              <a:rPr lang="de-DE" dirty="0"/>
              <a:t>Headline Sparkasse Head 28pt ein- bis max. zweizeilig #7</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49140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4000"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7" name="Textplatzhalter 2">
            <a:extLst>
              <a:ext uri="{FF2B5EF4-FFF2-40B4-BE49-F238E27FC236}">
                <a16:creationId xmlns:a16="http://schemas.microsoft.com/office/drawing/2014/main" id="{7E3B6766-42F4-9F3A-A650-84CCE13C1EC3}"/>
              </a:ext>
            </a:extLst>
          </p:cNvPr>
          <p:cNvSpPr>
            <a:spLocks noGrp="1"/>
          </p:cNvSpPr>
          <p:nvPr>
            <p:ph type="body" idx="21" hasCustomPrompt="1"/>
          </p:nvPr>
        </p:nvSpPr>
        <p:spPr>
          <a:xfrm>
            <a:off x="1152000" y="6181200"/>
            <a:ext cx="491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36" name="Bildplatzhalter 4">
            <a:extLst>
              <a:ext uri="{FF2B5EF4-FFF2-40B4-BE49-F238E27FC236}">
                <a16:creationId xmlns:a16="http://schemas.microsoft.com/office/drawing/2014/main" id="{AA1E9442-964E-2BB8-FC0D-FBE22288FAC1}"/>
              </a:ext>
            </a:extLst>
          </p:cNvPr>
          <p:cNvSpPr>
            <a:spLocks noGrp="1"/>
          </p:cNvSpPr>
          <p:nvPr>
            <p:ph type="pic" sz="quarter" idx="17" hasCustomPrompt="1"/>
          </p:nvPr>
        </p:nvSpPr>
        <p:spPr>
          <a:xfrm>
            <a:off x="6484809" y="300038"/>
            <a:ext cx="5154673" cy="5994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16,65 cm.</a:t>
            </a:r>
          </a:p>
        </p:txBody>
      </p:sp>
    </p:spTree>
    <p:extLst>
      <p:ext uri="{BB962C8B-B14F-4D97-AF65-F5344CB8AC3E}">
        <p14:creationId xmlns:p14="http://schemas.microsoft.com/office/powerpoint/2010/main" val="3010679752"/>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Bild-Folie #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#8</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000"/>
            <a:ext cx="5154673" cy="288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8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7204" y="4762712"/>
            <a:ext cx="5155198" cy="1536487"/>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4809" y="1620000"/>
            <a:ext cx="5154673" cy="2880000"/>
          </a:xfrm>
          <a:solidFill>
            <a:schemeClr val="bg1">
              <a:lumMod val="95000"/>
            </a:schemeClr>
          </a:solidFill>
        </p:spPr>
        <p:txBody>
          <a:bodyPr lIns="72000" tIns="72000"/>
          <a:lstStyle>
            <a:lvl1pPr>
              <a:spcBef>
                <a:spcPts val="0"/>
              </a:spcBef>
              <a:defRPr sz="1000"/>
            </a:lvl1pPr>
          </a:lstStyle>
          <a:p>
            <a:r>
              <a:rPr lang="de-DE" dirty="0"/>
              <a:t>Bild einfügen (14,32 x 8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4762712"/>
            <a:ext cx="5155198" cy="1536487"/>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4D2E656C-B4A0-7271-8A65-0120FE9AAF6B}"/>
              </a:ext>
            </a:extLst>
          </p:cNvPr>
          <p:cNvSpPr>
            <a:spLocks noGrp="1"/>
          </p:cNvSpPr>
          <p:nvPr>
            <p:ph type="body" idx="20"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E49D17-41A1-5573-C008-DB1B87AFBC72}"/>
              </a:ext>
            </a:extLst>
          </p:cNvPr>
          <p:cNvSpPr>
            <a:spLocks noGrp="1"/>
          </p:cNvSpPr>
          <p:nvPr>
            <p:ph type="ftr" sz="quarter" idx="21"/>
          </p:nvPr>
        </p:nvSpPr>
        <p:spPr/>
        <p:txBody>
          <a:bodyPr/>
          <a:lstStyle/>
          <a:p>
            <a:r>
              <a:rPr lang="de-DE"/>
              <a:t>1. RO-Ansprechpartner RV und VDL | Digital | 02. Juni 2026</a:t>
            </a:r>
          </a:p>
        </p:txBody>
      </p:sp>
    </p:spTree>
    <p:extLst>
      <p:ext uri="{BB962C8B-B14F-4D97-AF65-F5344CB8AC3E}">
        <p14:creationId xmlns:p14="http://schemas.microsoft.com/office/powerpoint/2010/main" val="2800885752"/>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ext-/Bild-Folie #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#9</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3374490"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9,37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8264526" y="3773550"/>
            <a:ext cx="3377875"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8264527" y="1620838"/>
            <a:ext cx="3374955"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337713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4715335" y="1620838"/>
            <a:ext cx="3374490"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4715335" y="3773550"/>
            <a:ext cx="337713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AD9231C4-E0A8-0BC2-92D2-3BF848893565}"/>
              </a:ext>
            </a:extLst>
          </p:cNvPr>
          <p:cNvSpPr>
            <a:spLocks noGrp="1"/>
          </p:cNvSpPr>
          <p:nvPr>
            <p:ph type="body" idx="22"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2D1CEE-9F83-665E-E734-C6E196FD4284}"/>
              </a:ext>
            </a:extLst>
          </p:cNvPr>
          <p:cNvSpPr>
            <a:spLocks noGrp="1"/>
          </p:cNvSpPr>
          <p:nvPr>
            <p:ph type="ftr" sz="quarter" idx="23"/>
          </p:nvPr>
        </p:nvSpPr>
        <p:spPr/>
        <p:txBody>
          <a:bodyPr/>
          <a:lstStyle/>
          <a:p>
            <a:r>
              <a:rPr lang="de-DE"/>
              <a:t>1. RO-Ansprechpartner RV und VDL | Digital | 02. Juni 2026</a:t>
            </a:r>
          </a:p>
        </p:txBody>
      </p:sp>
    </p:spTree>
    <p:extLst>
      <p:ext uri="{BB962C8B-B14F-4D97-AF65-F5344CB8AC3E}">
        <p14:creationId xmlns:p14="http://schemas.microsoft.com/office/powerpoint/2010/main" val="2823878484"/>
      </p:ext>
    </p:extLst>
  </p:cSld>
  <p:clrMapOvr>
    <a:masterClrMapping/>
  </p:clrMapOvr>
  <p:extLst>
    <p:ext uri="{DCECCB84-F9BA-43D5-87BE-67443E8EF086}">
      <p15:sldGuideLst xmlns:p15="http://schemas.microsoft.com/office/powerpoint/2012/main">
        <p15:guide id="1" pos="2969">
          <p15:clr>
            <a:srgbClr val="FBAE40"/>
          </p15:clr>
        </p15:guide>
        <p15:guide id="2" pos="5099">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xt-/Bild-Folie #10">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2480541"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Bild einfügen (</a:t>
            </a:r>
            <a:r>
              <a:rPr lang="de-DE" dirty="0"/>
              <a:t>6,89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6124" y="3773550"/>
            <a:ext cx="248856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612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248759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3820587" y="1620838"/>
            <a:ext cx="2485481" cy="1890000"/>
          </a:xfrm>
          <a:solidFill>
            <a:schemeClr val="bg1">
              <a:lumMod val="95000"/>
            </a:schemeClr>
          </a:solidFill>
        </p:spPr>
        <p:txBody>
          <a:bodyPr lIns="72000" tIns="72000"/>
          <a:lstStyle>
            <a:lvl1pPr>
              <a:defRPr sz="1000"/>
            </a:lvl1pPr>
          </a:lstStyle>
          <a:p>
            <a:r>
              <a:rPr lang="de-DE" dirty="0"/>
              <a:t>Bild einfügen (6,89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3820587" y="3773550"/>
            <a:ext cx="248743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Inhaltsplatzhalter 2">
            <a:extLst>
              <a:ext uri="{FF2B5EF4-FFF2-40B4-BE49-F238E27FC236}">
                <a16:creationId xmlns:a16="http://schemas.microsoft.com/office/drawing/2014/main" id="{CE2DF2CE-6F57-A903-269A-3453EA660ED2}"/>
              </a:ext>
            </a:extLst>
          </p:cNvPr>
          <p:cNvSpPr>
            <a:spLocks noGrp="1"/>
          </p:cNvSpPr>
          <p:nvPr>
            <p:ph idx="22" hasCustomPrompt="1"/>
          </p:nvPr>
        </p:nvSpPr>
        <p:spPr>
          <a:xfrm>
            <a:off x="9152534" y="3773550"/>
            <a:ext cx="248856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915253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2" name="Titel 1">
            <a:extLst>
              <a:ext uri="{FF2B5EF4-FFF2-40B4-BE49-F238E27FC236}">
                <a16:creationId xmlns:a16="http://schemas.microsoft.com/office/drawing/2014/main" id="{79BA389D-CC20-74E5-BDA2-DC4642BC9C86}"/>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#10</a:t>
            </a:r>
          </a:p>
        </p:txBody>
      </p:sp>
      <p:sp>
        <p:nvSpPr>
          <p:cNvPr id="7" name="Textplatzhalter 2">
            <a:extLst>
              <a:ext uri="{FF2B5EF4-FFF2-40B4-BE49-F238E27FC236}">
                <a16:creationId xmlns:a16="http://schemas.microsoft.com/office/drawing/2014/main" id="{D7A93B81-A5A6-66CB-DF5C-C931F783AC07}"/>
              </a:ext>
            </a:extLst>
          </p:cNvPr>
          <p:cNvSpPr>
            <a:spLocks noGrp="1"/>
          </p:cNvSpPr>
          <p:nvPr>
            <p:ph type="body" idx="24"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3FACDDF5-3522-17F8-9242-48C6A4072214}"/>
              </a:ext>
            </a:extLst>
          </p:cNvPr>
          <p:cNvSpPr>
            <a:spLocks noGrp="1"/>
          </p:cNvSpPr>
          <p:nvPr>
            <p:ph type="ftr" sz="quarter" idx="25"/>
          </p:nvPr>
        </p:nvSpPr>
        <p:spPr/>
        <p:txBody>
          <a:bodyPr/>
          <a:lstStyle/>
          <a:p>
            <a:r>
              <a:rPr lang="de-DE"/>
              <a:t>1. RO-Ansprechpartner RV und VDL | Digital | 02. Juni 2026</a:t>
            </a:r>
          </a:p>
        </p:txBody>
      </p:sp>
      <p:sp>
        <p:nvSpPr>
          <p:cNvPr id="5" name="Textfeld 4">
            <a:extLst>
              <a:ext uri="{FF2B5EF4-FFF2-40B4-BE49-F238E27FC236}">
                <a16:creationId xmlns:a16="http://schemas.microsoft.com/office/drawing/2014/main" id="{389D7411-8100-5CE2-C28C-C913354D8E08}"/>
              </a:ext>
            </a:extLst>
          </p:cNvPr>
          <p:cNvSpPr txBox="1"/>
          <p:nvPr userDrawn="1"/>
        </p:nvSpPr>
        <p:spPr>
          <a:xfrm>
            <a:off x="10196623" y="680484"/>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2817069322"/>
      </p:ext>
    </p:extLst>
  </p:cSld>
  <p:clrMapOvr>
    <a:masterClrMapping/>
  </p:clrMapOvr>
  <p:extLst>
    <p:ext uri="{DCECCB84-F9BA-43D5-87BE-67443E8EF086}">
      <p15:sldGuideLst xmlns:p15="http://schemas.microsoft.com/office/powerpoint/2012/main">
        <p15:guide id="1" pos="2406">
          <p15:clr>
            <a:srgbClr val="FBAE40"/>
          </p15:clr>
        </p15:guide>
        <p15:guide id="2" pos="5765">
          <p15:clr>
            <a:srgbClr val="FBAE40"/>
          </p15:clr>
        </p15:guide>
        <p15:guide id="3" pos="5654">
          <p15:clr>
            <a:srgbClr val="FBAE40"/>
          </p15:clr>
        </p15:guide>
        <p15:guide id="4" pos="3976">
          <p15:clr>
            <a:srgbClr val="FBAE40"/>
          </p15:clr>
        </p15:guide>
        <p15:guide id="5" pos="4085">
          <p15:clr>
            <a:srgbClr val="FBAE40"/>
          </p15:clr>
        </p15:guide>
        <p15:guide id="6" pos="2291">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ext-/Bild-Folie #1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4265469" cy="3003799"/>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Format </a:t>
            </a:r>
            <a:r>
              <a:rPr lang="de-DE" dirty="0"/>
              <a:t>11,85 x 8,34 cm.</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5599387" y="1620839"/>
            <a:ext cx="2486410" cy="2391560"/>
          </a:xfrm>
          <a:solidFill>
            <a:schemeClr val="bg1">
              <a:lumMod val="95000"/>
            </a:schemeClr>
          </a:solidFill>
        </p:spPr>
        <p:txBody>
          <a:bodyPr lIns="72000" tIns="72000"/>
          <a:lstStyle>
            <a:lvl1pPr>
              <a:defRPr sz="1000"/>
            </a:lvl1pPr>
          </a:lstStyle>
          <a:p>
            <a:r>
              <a:rPr lang="de-DE" dirty="0"/>
              <a:t>Bild einfügen (6,91 x 6,64 cm)</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5596722" y="4226400"/>
            <a:ext cx="3378077" cy="2072800"/>
          </a:xfrm>
          <a:solidFill>
            <a:schemeClr val="bg1">
              <a:lumMod val="95000"/>
            </a:schemeClr>
          </a:solidFill>
        </p:spPr>
        <p:txBody>
          <a:bodyPr lIns="72000" tIns="72000"/>
          <a:lstStyle>
            <a:lvl1pPr>
              <a:defRPr sz="1000"/>
            </a:lvl1pPr>
          </a:lstStyle>
          <a:p>
            <a:r>
              <a:rPr lang="de-DE" dirty="0"/>
              <a:t>Bild einfügen (9,38 x 5,76 cm)</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8264525" y="1620838"/>
            <a:ext cx="3374421" cy="2391559"/>
          </a:xfrm>
          <a:solidFill>
            <a:schemeClr val="bg1">
              <a:lumMod val="95000"/>
            </a:schemeClr>
          </a:solidFill>
        </p:spPr>
        <p:txBody>
          <a:bodyPr lIns="72000" tIns="72000"/>
          <a:lstStyle>
            <a:lvl1pPr>
              <a:defRPr sz="1000"/>
            </a:lvl1pPr>
          </a:lstStyle>
          <a:p>
            <a:r>
              <a:rPr lang="de-DE" dirty="0"/>
              <a:t>Bild einfügen (9,37 x 6,64 cm)</a:t>
            </a:r>
          </a:p>
        </p:txBody>
      </p:sp>
      <p:sp>
        <p:nvSpPr>
          <p:cNvPr id="35" name="Bildplatzhalter 4">
            <a:extLst>
              <a:ext uri="{FF2B5EF4-FFF2-40B4-BE49-F238E27FC236}">
                <a16:creationId xmlns:a16="http://schemas.microsoft.com/office/drawing/2014/main" id="{03F0F056-7BE7-51F0-B82D-24253B7F0D79}"/>
              </a:ext>
            </a:extLst>
          </p:cNvPr>
          <p:cNvSpPr>
            <a:spLocks noGrp="1"/>
          </p:cNvSpPr>
          <p:nvPr>
            <p:ph type="pic" sz="quarter" idx="24" hasCustomPrompt="1"/>
          </p:nvPr>
        </p:nvSpPr>
        <p:spPr>
          <a:xfrm>
            <a:off x="3365994" y="4813200"/>
            <a:ext cx="2052000" cy="1486000"/>
          </a:xfrm>
          <a:solidFill>
            <a:schemeClr val="bg1">
              <a:lumMod val="95000"/>
            </a:schemeClr>
          </a:solidFill>
        </p:spPr>
        <p:txBody>
          <a:bodyPr lIns="72000" tIns="72000"/>
          <a:lstStyle>
            <a:lvl1pPr>
              <a:spcBef>
                <a:spcPts val="0"/>
              </a:spcBef>
              <a:defRPr sz="1000"/>
            </a:lvl1pPr>
          </a:lstStyle>
          <a:p>
            <a:r>
              <a:rPr lang="de-DE" dirty="0"/>
              <a:t>Bild einfügen (5,7 x 4,13 cm)</a:t>
            </a:r>
          </a:p>
        </p:txBody>
      </p:sp>
      <p:sp>
        <p:nvSpPr>
          <p:cNvPr id="40" name="Bildplatzhalter 4">
            <a:extLst>
              <a:ext uri="{FF2B5EF4-FFF2-40B4-BE49-F238E27FC236}">
                <a16:creationId xmlns:a16="http://schemas.microsoft.com/office/drawing/2014/main" id="{50D163F6-5E61-6C7A-A768-E7616B0762AE}"/>
              </a:ext>
            </a:extLst>
          </p:cNvPr>
          <p:cNvSpPr>
            <a:spLocks noGrp="1"/>
          </p:cNvSpPr>
          <p:nvPr>
            <p:ph type="pic" sz="quarter" idx="25" hasCustomPrompt="1"/>
          </p:nvPr>
        </p:nvSpPr>
        <p:spPr>
          <a:xfrm>
            <a:off x="9153521" y="4226400"/>
            <a:ext cx="2485426" cy="1656000"/>
          </a:xfrm>
          <a:solidFill>
            <a:schemeClr val="bg1">
              <a:lumMod val="95000"/>
            </a:schemeClr>
          </a:solidFill>
        </p:spPr>
        <p:txBody>
          <a:bodyPr lIns="72000" tIns="72000"/>
          <a:lstStyle>
            <a:lvl1pPr>
              <a:defRPr sz="1000"/>
            </a:lvl1pPr>
          </a:lstStyle>
          <a:p>
            <a:r>
              <a:rPr lang="de-DE" dirty="0"/>
              <a:t>Bild einfügen (6,9 x 4,6 cm)</a:t>
            </a:r>
          </a:p>
        </p:txBody>
      </p:sp>
      <p:sp>
        <p:nvSpPr>
          <p:cNvPr id="2" name="Titel 1">
            <a:extLst>
              <a:ext uri="{FF2B5EF4-FFF2-40B4-BE49-F238E27FC236}">
                <a16:creationId xmlns:a16="http://schemas.microsoft.com/office/drawing/2014/main" id="{66B3270F-BA2F-B063-560B-08FD880B7DF0}"/>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#11</a:t>
            </a:r>
          </a:p>
        </p:txBody>
      </p:sp>
      <p:sp>
        <p:nvSpPr>
          <p:cNvPr id="7" name="Textplatzhalter 2">
            <a:extLst>
              <a:ext uri="{FF2B5EF4-FFF2-40B4-BE49-F238E27FC236}">
                <a16:creationId xmlns:a16="http://schemas.microsoft.com/office/drawing/2014/main" id="{9298170C-B090-39E0-451A-A0CE94BEF1D5}"/>
              </a:ext>
            </a:extLst>
          </p:cNvPr>
          <p:cNvSpPr>
            <a:spLocks noGrp="1"/>
          </p:cNvSpPr>
          <p:nvPr>
            <p:ph type="body" idx="26" hasCustomPrompt="1"/>
          </p:nvPr>
        </p:nvSpPr>
        <p:spPr>
          <a:xfrm>
            <a:off x="1152000" y="6181200"/>
            <a:ext cx="2160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59022868-559F-F461-353A-E5C78779A1A1}"/>
              </a:ext>
            </a:extLst>
          </p:cNvPr>
          <p:cNvSpPr>
            <a:spLocks noGrp="1"/>
          </p:cNvSpPr>
          <p:nvPr>
            <p:ph type="ftr" sz="quarter" idx="27"/>
          </p:nvPr>
        </p:nvSpPr>
        <p:spPr/>
        <p:txBody>
          <a:bodyPr/>
          <a:lstStyle/>
          <a:p>
            <a:r>
              <a:rPr lang="de-DE"/>
              <a:t>1. RO-Ansprechpartner RV und VDL | Digital | 02. Juni 2026</a:t>
            </a:r>
          </a:p>
        </p:txBody>
      </p:sp>
    </p:spTree>
    <p:extLst>
      <p:ext uri="{BB962C8B-B14F-4D97-AF65-F5344CB8AC3E}">
        <p14:creationId xmlns:p14="http://schemas.microsoft.com/office/powerpoint/2010/main" val="2222318785"/>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ext-/Bild-Folie #12">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53F8B0A-705B-2488-1C9E-38FBB2F0011D}"/>
              </a:ext>
            </a:extLst>
          </p:cNvPr>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413574"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63876" y="487783"/>
            <a:ext cx="4821736" cy="913979"/>
          </a:xfrm>
        </p:spPr>
        <p:txBody>
          <a:bodyPr/>
          <a:lstStyle>
            <a:lvl1pPr>
              <a:defRPr>
                <a:solidFill>
                  <a:schemeClr val="bg1"/>
                </a:solidFill>
              </a:defRPr>
            </a:lvl1pPr>
          </a:lstStyle>
          <a:p>
            <a:r>
              <a:rPr lang="de-DE" dirty="0"/>
              <a:t>Headline Sparkasse Head 28pt Bild ½ #12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1152525" y="6181200"/>
            <a:ext cx="48240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1152523" y="6408000"/>
            <a:ext cx="4824001" cy="180000"/>
          </a:xfrm>
        </p:spPr>
        <p:txBody>
          <a:bodyPr/>
          <a:lstStyle>
            <a:lvl1pPr>
              <a:defRPr>
                <a:solidFill>
                  <a:schemeClr val="bg1"/>
                </a:solidFill>
              </a:defRPr>
            </a:lvl1pPr>
          </a:lstStyle>
          <a:p>
            <a:r>
              <a:rPr lang="de-DE"/>
              <a:t>1. RO-Ansprechpartner RV und VDL | Digital | 02. Juni 2026</a:t>
            </a:r>
          </a:p>
        </p:txBody>
      </p:sp>
      <p:cxnSp>
        <p:nvCxnSpPr>
          <p:cNvPr id="7" name="Gerader Verbinder 6">
            <a:extLst>
              <a:ext uri="{FF2B5EF4-FFF2-40B4-BE49-F238E27FC236}">
                <a16:creationId xmlns:a16="http://schemas.microsoft.com/office/drawing/2014/main" id="{B318B324-BAD5-6B0E-65CC-55C4B3C3E36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575025"/>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Nur Hedlin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#4</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p>
            <a:r>
              <a:rPr lang="de-DE"/>
              <a:t>1. RO-Ansprechpartner RV und VDL | Digital | 02. Juni 2026</a:t>
            </a:r>
          </a:p>
        </p:txBody>
      </p:sp>
    </p:spTree>
    <p:extLst>
      <p:ext uri="{BB962C8B-B14F-4D97-AF65-F5344CB8AC3E}">
        <p14:creationId xmlns:p14="http://schemas.microsoft.com/office/powerpoint/2010/main" val="336843836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Nur Hedline #2">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2A502F6-608E-6EB5-AD16-480A7E457CAE}"/>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solidFill>
                  <a:schemeClr val="bg1"/>
                </a:solidFill>
              </a:defRPr>
            </a:lvl1pPr>
          </a:lstStyle>
          <a:p>
            <a:r>
              <a:rPr lang="de-DE" dirty="0"/>
              <a:t>Headline Sparkasse Head 28pt ein- bis max. zweizeilig #5</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lvl1pPr>
              <a:defRPr>
                <a:solidFill>
                  <a:schemeClr val="bg1"/>
                </a:solidFill>
              </a:defRPr>
            </a:lvl1pPr>
          </a:lstStyle>
          <a:p>
            <a:r>
              <a:rPr lang="de-DE"/>
              <a:t>1. RO-Ansprechpartner RV und VDL | Digital | 02. Juni 2026</a:t>
            </a:r>
          </a:p>
        </p:txBody>
      </p:sp>
      <p:cxnSp>
        <p:nvCxnSpPr>
          <p:cNvPr id="9" name="Gerader Verbinder 8">
            <a:extLst>
              <a:ext uri="{FF2B5EF4-FFF2-40B4-BE49-F238E27FC236}">
                <a16:creationId xmlns:a16="http://schemas.microsoft.com/office/drawing/2014/main" id="{0A991AF5-616B-7119-1476-47784836895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15540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Video-Folie">
    <p:bg>
      <p:bgPr>
        <a:solidFill>
          <a:schemeClr val="tx1"/>
        </a:solidFill>
        <a:effectLst/>
      </p:bgPr>
    </p:bg>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B010F72A-BD22-21C0-7378-614825734ED8}"/>
              </a:ext>
            </a:extLst>
          </p:cNvPr>
          <p:cNvSpPr>
            <a:spLocks noGrp="1"/>
          </p:cNvSpPr>
          <p:nvPr>
            <p:ph type="ftr" sz="quarter" idx="3"/>
          </p:nvPr>
        </p:nvSpPr>
        <p:spPr>
          <a:xfrm rot="16200000">
            <a:off x="-2564672" y="3373734"/>
            <a:ext cx="5742117" cy="144000"/>
          </a:xfrm>
          <a:prstGeom prst="rect">
            <a:avLst/>
          </a:prstGeom>
        </p:spPr>
        <p:txBody>
          <a:bodyPr vert="horz" lIns="0" tIns="0" rIns="0" bIns="28800" rtlCol="0" anchor="ctr">
            <a:noAutofit/>
          </a:bodyPr>
          <a:lstStyle>
            <a:lvl1pPr algn="ctr">
              <a:lnSpc>
                <a:spcPts val="1200"/>
              </a:lnSpc>
              <a:defRPr sz="700" cap="all" spc="80" baseline="0">
                <a:solidFill>
                  <a:schemeClr val="bg1">
                    <a:alpha val="0"/>
                  </a:schemeClr>
                </a:solidFill>
              </a:defRPr>
            </a:lvl1pPr>
          </a:lstStyle>
          <a:p>
            <a:r>
              <a:rPr lang="de-DE"/>
              <a:t>1. RO-Ansprechpartner RV und VDL | Digital | 02. Juni 2026</a:t>
            </a:r>
            <a:endParaRPr lang="de-DE" dirty="0"/>
          </a:p>
        </p:txBody>
      </p:sp>
      <p:sp>
        <p:nvSpPr>
          <p:cNvPr id="8" name="Medienplatzhalter 7">
            <a:extLst>
              <a:ext uri="{FF2B5EF4-FFF2-40B4-BE49-F238E27FC236}">
                <a16:creationId xmlns:a16="http://schemas.microsoft.com/office/drawing/2014/main" id="{E56DD4CA-6146-7937-6958-46699AA02ED5}"/>
              </a:ext>
            </a:extLst>
          </p:cNvPr>
          <p:cNvSpPr>
            <a:spLocks noGrp="1"/>
          </p:cNvSpPr>
          <p:nvPr>
            <p:ph type="media" sz="quarter" idx="13" hasCustomPrompt="1"/>
          </p:nvPr>
        </p:nvSpPr>
        <p:spPr>
          <a:xfrm>
            <a:off x="0" y="0"/>
            <a:ext cx="12193200" cy="6858000"/>
          </a:xfrm>
          <a:solidFill>
            <a:schemeClr val="bg1">
              <a:lumMod val="95000"/>
            </a:schemeClr>
          </a:solidFill>
        </p:spPr>
        <p:txBody>
          <a:bodyPr lIns="72000" tIns="36000"/>
          <a:lstStyle>
            <a:lvl1pPr>
              <a:spcBef>
                <a:spcPts val="0"/>
              </a:spcBef>
              <a:defRPr sz="900"/>
            </a:lvl1pPr>
          </a:lstStyle>
          <a:p>
            <a:r>
              <a:rPr lang="de-DE" noProof="0" dirty="0"/>
              <a:t>Bitte fügen Sie ein Video über Klick auf das Symbol im Platzhalter ein.</a:t>
            </a:r>
            <a:br>
              <a:rPr lang="de-DE" noProof="0" dirty="0"/>
            </a:br>
            <a:r>
              <a:rPr lang="de-DE" noProof="0" dirty="0"/>
              <a:t>Oder mit Klick auf den Platzhalter und der rechten Maustaste den Befehl „Video einfügen“ auswählen. </a:t>
            </a:r>
          </a:p>
          <a:p>
            <a:r>
              <a:rPr lang="de-DE" noProof="0" dirty="0"/>
              <a:t>Oder ein Video aus der Zwischenablage in den angeklickten Platzhalter einfügen. Format </a:t>
            </a:r>
            <a:r>
              <a:rPr lang="de-DE" dirty="0"/>
              <a:t>33,87 x 19,05 cm.</a:t>
            </a:r>
          </a:p>
        </p:txBody>
      </p:sp>
    </p:spTree>
    <p:extLst>
      <p:ext uri="{BB962C8B-B14F-4D97-AF65-F5344CB8AC3E}">
        <p14:creationId xmlns:p14="http://schemas.microsoft.com/office/powerpoint/2010/main" val="131496800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Mockup-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7AEC34B0-20CC-3187-B106-26A3E1B73850}"/>
              </a:ext>
            </a:extLst>
          </p:cNvPr>
          <p:cNvSpPr>
            <a:spLocks noGrp="1"/>
          </p:cNvSpPr>
          <p:nvPr>
            <p:ph type="ftr" sz="quarter" idx="16"/>
          </p:nvPr>
        </p:nvSpPr>
        <p:spPr/>
        <p:txBody>
          <a:bodyPr/>
          <a:lstStyle/>
          <a:p>
            <a:r>
              <a:rPr lang="de-DE"/>
              <a:t>1. RO-Ansprechpartner RV und VDL | Digital | 02. Juni 2026</a:t>
            </a:r>
            <a:endParaRPr lang="de-DE" dirty="0"/>
          </a:p>
        </p:txBody>
      </p:sp>
      <p:sp>
        <p:nvSpPr>
          <p:cNvPr id="5" name="Textplatzhalter 2">
            <a:extLst>
              <a:ext uri="{FF2B5EF4-FFF2-40B4-BE49-F238E27FC236}">
                <a16:creationId xmlns:a16="http://schemas.microsoft.com/office/drawing/2014/main" id="{2B8221D4-A2C9-9171-3C19-A03B535ADFB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26" name="Bildplatzhalter 25">
            <a:extLst>
              <a:ext uri="{FF2B5EF4-FFF2-40B4-BE49-F238E27FC236}">
                <a16:creationId xmlns:a16="http://schemas.microsoft.com/office/drawing/2014/main" id="{E0FC838F-3880-1AD6-A575-C42AB089E25E}"/>
              </a:ext>
            </a:extLst>
          </p:cNvPr>
          <p:cNvSpPr>
            <a:spLocks noGrp="1"/>
          </p:cNvSpPr>
          <p:nvPr>
            <p:ph type="pic" sz="quarter" idx="15" hasCustomPrompt="1"/>
          </p:nvPr>
        </p:nvSpPr>
        <p:spPr>
          <a:xfrm>
            <a:off x="7915227" y="1720516"/>
            <a:ext cx="2111542" cy="4479759"/>
          </a:xfrm>
          <a:custGeom>
            <a:avLst/>
            <a:gdLst>
              <a:gd name="connsiteX0" fmla="*/ 200280 w 2111542"/>
              <a:gd name="connsiteY0" fmla="*/ 0 h 4465722"/>
              <a:gd name="connsiteX1" fmla="*/ 486997 w 2111542"/>
              <a:gd name="connsiteY1" fmla="*/ 0 h 4465722"/>
              <a:gd name="connsiteX2" fmla="*/ 479257 w 2111542"/>
              <a:gd name="connsiteY2" fmla="*/ 38335 h 4465722"/>
              <a:gd name="connsiteX3" fmla="*/ 601343 w 2111542"/>
              <a:gd name="connsiteY3" fmla="*/ 160421 h 4465722"/>
              <a:gd name="connsiteX4" fmla="*/ 1512203 w 2111542"/>
              <a:gd name="connsiteY4" fmla="*/ 160421 h 4465722"/>
              <a:gd name="connsiteX5" fmla="*/ 1634289 w 2111542"/>
              <a:gd name="connsiteY5" fmla="*/ 38335 h 4465722"/>
              <a:gd name="connsiteX6" fmla="*/ 1626549 w 2111542"/>
              <a:gd name="connsiteY6" fmla="*/ 0 h 4465722"/>
              <a:gd name="connsiteX7" fmla="*/ 1911262 w 2111542"/>
              <a:gd name="connsiteY7" fmla="*/ 0 h 4465722"/>
              <a:gd name="connsiteX8" fmla="*/ 2111542 w 2111542"/>
              <a:gd name="connsiteY8" fmla="*/ 200280 h 4465722"/>
              <a:gd name="connsiteX9" fmla="*/ 2111542 w 2111542"/>
              <a:gd name="connsiteY9" fmla="*/ 4265442 h 4465722"/>
              <a:gd name="connsiteX10" fmla="*/ 1911262 w 2111542"/>
              <a:gd name="connsiteY10" fmla="*/ 4465722 h 4465722"/>
              <a:gd name="connsiteX11" fmla="*/ 200280 w 2111542"/>
              <a:gd name="connsiteY11" fmla="*/ 4465722 h 4465722"/>
              <a:gd name="connsiteX12" fmla="*/ 0 w 2111542"/>
              <a:gd name="connsiteY12" fmla="*/ 4265442 h 4465722"/>
              <a:gd name="connsiteX13" fmla="*/ 0 w 2111542"/>
              <a:gd name="connsiteY13" fmla="*/ 200280 h 4465722"/>
              <a:gd name="connsiteX14" fmla="*/ 200280 w 2111542"/>
              <a:gd name="connsiteY14" fmla="*/ 0 h 446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11542" h="4465722">
                <a:moveTo>
                  <a:pt x="200280" y="0"/>
                </a:moveTo>
                <a:lnTo>
                  <a:pt x="486997" y="0"/>
                </a:lnTo>
                <a:lnTo>
                  <a:pt x="479257" y="38335"/>
                </a:lnTo>
                <a:cubicBezTo>
                  <a:pt x="479257" y="105761"/>
                  <a:pt x="533917" y="160421"/>
                  <a:pt x="601343" y="160421"/>
                </a:cubicBezTo>
                <a:lnTo>
                  <a:pt x="1512203" y="160421"/>
                </a:lnTo>
                <a:cubicBezTo>
                  <a:pt x="1579629" y="160421"/>
                  <a:pt x="1634289" y="105761"/>
                  <a:pt x="1634289" y="38335"/>
                </a:cubicBezTo>
                <a:lnTo>
                  <a:pt x="1626549" y="0"/>
                </a:lnTo>
                <a:lnTo>
                  <a:pt x="1911262" y="0"/>
                </a:lnTo>
                <a:cubicBezTo>
                  <a:pt x="2021874" y="0"/>
                  <a:pt x="2111542" y="89668"/>
                  <a:pt x="2111542" y="200280"/>
                </a:cubicBezTo>
                <a:lnTo>
                  <a:pt x="2111542" y="4265442"/>
                </a:lnTo>
                <a:cubicBezTo>
                  <a:pt x="2111542" y="4376054"/>
                  <a:pt x="2021874" y="4465722"/>
                  <a:pt x="1911262" y="4465722"/>
                </a:cubicBezTo>
                <a:lnTo>
                  <a:pt x="200280" y="4465722"/>
                </a:lnTo>
                <a:cubicBezTo>
                  <a:pt x="89668" y="4465722"/>
                  <a:pt x="0" y="4376054"/>
                  <a:pt x="0" y="4265442"/>
                </a:cubicBezTo>
                <a:lnTo>
                  <a:pt x="0" y="200280"/>
                </a:lnTo>
                <a:cubicBezTo>
                  <a:pt x="0" y="89668"/>
                  <a:pt x="89668" y="0"/>
                  <a:pt x="200280" y="0"/>
                </a:cubicBezTo>
                <a:close/>
              </a:path>
            </a:pathLst>
          </a:custGeom>
          <a:noFill/>
        </p:spPr>
        <p:txBody>
          <a:bodyPr wrap="square" tIns="360000">
            <a:noAutofit/>
          </a:bodyPr>
          <a:lstStyle>
            <a:lvl1pPr algn="ctr">
              <a:lnSpc>
                <a:spcPct val="100000"/>
              </a:lnSpc>
              <a:spcBef>
                <a:spcPts val="0"/>
              </a:spcBef>
              <a:defRPr sz="95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a:t>
            </a:r>
            <a:br>
              <a:rPr lang="de-DE" noProof="0" dirty="0"/>
            </a:br>
            <a:r>
              <a:rPr lang="de-DE" noProof="0" dirty="0"/>
              <a:t>und der rechten Maustaste </a:t>
            </a:r>
            <a:br>
              <a:rPr lang="de-DE" noProof="0" dirty="0"/>
            </a:br>
            <a:r>
              <a:rPr lang="de-DE" noProof="0" dirty="0"/>
              <a:t>den Befehl „Bild einfügen“ </a:t>
            </a:r>
            <a:br>
              <a:rPr lang="de-DE" noProof="0" dirty="0"/>
            </a:br>
            <a:r>
              <a:rPr lang="de-DE" noProof="0" dirty="0"/>
              <a:t>auswählen. Oder ein Bild aus </a:t>
            </a:r>
            <a:br>
              <a:rPr lang="de-DE" noProof="0" dirty="0"/>
            </a:br>
            <a:r>
              <a:rPr lang="de-DE" noProof="0" dirty="0"/>
              <a:t>der Zwischenablage in den </a:t>
            </a:r>
            <a:br>
              <a:rPr lang="de-DE" noProof="0" dirty="0"/>
            </a:br>
            <a:r>
              <a:rPr lang="de-DE" noProof="0" dirty="0"/>
              <a:t>angeklickten Platzhalter einfügen. </a:t>
            </a:r>
            <a:br>
              <a:rPr lang="de-DE" noProof="0" dirty="0"/>
            </a:br>
            <a:r>
              <a:rPr lang="de-DE" noProof="0" dirty="0"/>
              <a:t>Format </a:t>
            </a:r>
            <a:r>
              <a:rPr lang="de-DE" dirty="0"/>
              <a:t>5,87 x 12,44 cm.</a:t>
            </a:r>
          </a:p>
        </p:txBody>
      </p:sp>
      <p:sp>
        <p:nvSpPr>
          <p:cNvPr id="8" name="Inhaltsplatzhalter 2">
            <a:extLst>
              <a:ext uri="{FF2B5EF4-FFF2-40B4-BE49-F238E27FC236}">
                <a16:creationId xmlns:a16="http://schemas.microsoft.com/office/drawing/2014/main" id="{3A07F1A6-0364-4636-B0FD-73374061C9D2}"/>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4153484110"/>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Mockup-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AAA33AA8-9CAC-3492-3865-3D78C0DBD23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8" name="Textplatzhalter 2">
            <a:extLst>
              <a:ext uri="{FF2B5EF4-FFF2-40B4-BE49-F238E27FC236}">
                <a16:creationId xmlns:a16="http://schemas.microsoft.com/office/drawing/2014/main" id="{7846DD82-0332-8564-685F-C282CC53A221}"/>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Picture Placeholder 8">
            <a:extLst>
              <a:ext uri="{FF2B5EF4-FFF2-40B4-BE49-F238E27FC236}">
                <a16:creationId xmlns:a16="http://schemas.microsoft.com/office/drawing/2014/main" id="{881DC0CE-F9B5-00F4-D385-745EBC2AB6D7}"/>
              </a:ext>
            </a:extLst>
          </p:cNvPr>
          <p:cNvSpPr>
            <a:spLocks noGrp="1"/>
          </p:cNvSpPr>
          <p:nvPr>
            <p:ph type="pic" sz="quarter" idx="10" hasCustomPrompt="1"/>
          </p:nvPr>
        </p:nvSpPr>
        <p:spPr>
          <a:xfrm>
            <a:off x="5396418" y="1799566"/>
            <a:ext cx="5464513" cy="3430800"/>
          </a:xfrm>
          <a:prstGeom prst="rect">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a:t>
            </a:r>
            <a:br>
              <a:rPr lang="de-DE" noProof="0" dirty="0"/>
            </a:br>
            <a:r>
              <a:rPr lang="de-DE" noProof="0" dirty="0"/>
              <a:t>den Befehl „Bild einfügen“ auswählen. Oder ein Bild aus der Zwischenablage </a:t>
            </a:r>
            <a:br>
              <a:rPr lang="de-DE" noProof="0" dirty="0"/>
            </a:br>
            <a:r>
              <a:rPr lang="de-DE" noProof="0" dirty="0"/>
              <a:t>in den angeklickten Platzhalter einfügen. Format 15,18 x 9,5 cm.</a:t>
            </a:r>
          </a:p>
        </p:txBody>
      </p:sp>
      <p:sp>
        <p:nvSpPr>
          <p:cNvPr id="3" name="Inhaltsplatzhalter 2">
            <a:extLst>
              <a:ext uri="{FF2B5EF4-FFF2-40B4-BE49-F238E27FC236}">
                <a16:creationId xmlns:a16="http://schemas.microsoft.com/office/drawing/2014/main" id="{6E9468DE-4895-6680-1BEC-D4253351E75D}"/>
              </a:ext>
            </a:extLst>
          </p:cNvPr>
          <p:cNvSpPr>
            <a:spLocks noGrp="1"/>
          </p:cNvSpPr>
          <p:nvPr>
            <p:ph idx="18" hasCustomPrompt="1"/>
          </p:nvPr>
        </p:nvSpPr>
        <p:spPr>
          <a:xfrm>
            <a:off x="1153527" y="1565999"/>
            <a:ext cx="3375273"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87595041"/>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Mockup-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Picture Placeholder 8">
            <a:extLst>
              <a:ext uri="{FF2B5EF4-FFF2-40B4-BE49-F238E27FC236}">
                <a16:creationId xmlns:a16="http://schemas.microsoft.com/office/drawing/2014/main" id="{ADF869EA-A822-2479-DCCB-749E96B2C36B}"/>
              </a:ext>
            </a:extLst>
          </p:cNvPr>
          <p:cNvSpPr>
            <a:spLocks noGrp="1"/>
          </p:cNvSpPr>
          <p:nvPr>
            <p:ph type="pic" sz="quarter" idx="10" hasCustomPrompt="1"/>
          </p:nvPr>
        </p:nvSpPr>
        <p:spPr>
          <a:xfrm>
            <a:off x="7459506" y="1768788"/>
            <a:ext cx="3292509" cy="4391689"/>
          </a:xfrm>
          <a:prstGeom prst="roundRect">
            <a:avLst>
              <a:gd name="adj" fmla="val 1668"/>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 </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t>
            </a:r>
            <a:br>
              <a:rPr lang="de-DE" noProof="0" dirty="0"/>
            </a:br>
            <a:r>
              <a:rPr lang="de-DE" noProof="0" dirty="0"/>
              <a:t>angeklickten Platzhalter einfügen. </a:t>
            </a:r>
            <a:br>
              <a:rPr lang="de-DE" noProof="0" dirty="0"/>
            </a:br>
            <a:r>
              <a:rPr lang="de-DE" noProof="0" dirty="0"/>
              <a:t>Format 9,15 x 12,2 cm.</a:t>
            </a:r>
          </a:p>
        </p:txBody>
      </p:sp>
      <p:sp>
        <p:nvSpPr>
          <p:cNvPr id="3" name="Inhaltsplatzhalter 2">
            <a:extLst>
              <a:ext uri="{FF2B5EF4-FFF2-40B4-BE49-F238E27FC236}">
                <a16:creationId xmlns:a16="http://schemas.microsoft.com/office/drawing/2014/main" id="{F1C8DA12-C7BD-F01D-8103-0FFD27ECD76D}"/>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293833955"/>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Mockup-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4" name="Bildplatzhalter 16">
            <a:extLst>
              <a:ext uri="{FF2B5EF4-FFF2-40B4-BE49-F238E27FC236}">
                <a16:creationId xmlns:a16="http://schemas.microsoft.com/office/drawing/2014/main" id="{07C9C1A3-C6AA-F496-78F1-60C54CD5C8F2}"/>
              </a:ext>
            </a:extLst>
          </p:cNvPr>
          <p:cNvSpPr>
            <a:spLocks noGrp="1"/>
          </p:cNvSpPr>
          <p:nvPr>
            <p:ph type="pic" sz="quarter" idx="10" hasCustomPrompt="1"/>
          </p:nvPr>
        </p:nvSpPr>
        <p:spPr>
          <a:xfrm>
            <a:off x="7776839" y="1373819"/>
            <a:ext cx="3351320" cy="4103703"/>
          </a:xfrm>
          <a:custGeom>
            <a:avLst/>
            <a:gdLst>
              <a:gd name="connsiteX0" fmla="*/ 749422 w 3351320"/>
              <a:gd name="connsiteY0" fmla="*/ 0 h 4103703"/>
              <a:gd name="connsiteX1" fmla="*/ 2601898 w 3351320"/>
              <a:gd name="connsiteY1" fmla="*/ 0 h 4103703"/>
              <a:gd name="connsiteX2" fmla="*/ 3351320 w 3351320"/>
              <a:gd name="connsiteY2" fmla="*/ 749422 h 4103703"/>
              <a:gd name="connsiteX3" fmla="*/ 3351320 w 3351320"/>
              <a:gd name="connsiteY3" fmla="*/ 3354281 h 4103703"/>
              <a:gd name="connsiteX4" fmla="*/ 2601898 w 3351320"/>
              <a:gd name="connsiteY4" fmla="*/ 4103703 h 4103703"/>
              <a:gd name="connsiteX5" fmla="*/ 749422 w 3351320"/>
              <a:gd name="connsiteY5" fmla="*/ 4103703 h 4103703"/>
              <a:gd name="connsiteX6" fmla="*/ 0 w 3351320"/>
              <a:gd name="connsiteY6" fmla="*/ 3354281 h 4103703"/>
              <a:gd name="connsiteX7" fmla="*/ 0 w 3351320"/>
              <a:gd name="connsiteY7" fmla="*/ 749422 h 4103703"/>
              <a:gd name="connsiteX8" fmla="*/ 749422 w 3351320"/>
              <a:gd name="connsiteY8" fmla="*/ 0 h 410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1320" h="4103703">
                <a:moveTo>
                  <a:pt x="749422" y="0"/>
                </a:moveTo>
                <a:lnTo>
                  <a:pt x="2601898" y="0"/>
                </a:lnTo>
                <a:cubicBezTo>
                  <a:pt x="3015792" y="0"/>
                  <a:pt x="3351320" y="335528"/>
                  <a:pt x="3351320" y="749422"/>
                </a:cubicBezTo>
                <a:lnTo>
                  <a:pt x="3351320" y="3354281"/>
                </a:lnTo>
                <a:cubicBezTo>
                  <a:pt x="3351320" y="3768175"/>
                  <a:pt x="3015792" y="4103703"/>
                  <a:pt x="2601898" y="4103703"/>
                </a:cubicBezTo>
                <a:lnTo>
                  <a:pt x="749422" y="4103703"/>
                </a:lnTo>
                <a:cubicBezTo>
                  <a:pt x="335528" y="4103703"/>
                  <a:pt x="0" y="3768175"/>
                  <a:pt x="0" y="3354281"/>
                </a:cubicBezTo>
                <a:lnTo>
                  <a:pt x="0" y="749422"/>
                </a:lnTo>
                <a:cubicBezTo>
                  <a:pt x="0" y="335528"/>
                  <a:pt x="335528" y="0"/>
                  <a:pt x="749422" y="0"/>
                </a:cubicBezTo>
                <a:close/>
              </a:path>
            </a:pathLst>
          </a:custGeom>
          <a:solidFill>
            <a:schemeClr val="bg1"/>
          </a:solidFill>
        </p:spPr>
        <p:txBody>
          <a:bodyPr wrap="square" lIns="36000" tIns="144000">
            <a:noAutofit/>
          </a:bodyPr>
          <a:lstStyle>
            <a:lvl1pPr marL="0" indent="0" algn="ctr">
              <a:lnSpc>
                <a:spcPct val="100000"/>
              </a:lnSpc>
              <a:spcBef>
                <a:spcPts val="0"/>
              </a:spcBef>
              <a:spcAft>
                <a:spcPts val="30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und der </a:t>
            </a:r>
            <a:br>
              <a:rPr lang="de-DE" noProof="0" dirty="0"/>
            </a:br>
            <a:r>
              <a:rPr lang="de-DE" noProof="0" dirty="0"/>
              <a:t>rechten Maustaste den Befehl „Bild einfügen“ </a:t>
            </a:r>
            <a:br>
              <a:rPr lang="de-DE" noProof="0" dirty="0"/>
            </a:br>
            <a:r>
              <a:rPr lang="de-DE" noProof="0" dirty="0"/>
              <a:t>auswählen. Oder ein Bild aus der Zwischenablage </a:t>
            </a:r>
            <a:br>
              <a:rPr lang="de-DE" noProof="0" dirty="0"/>
            </a:br>
            <a:r>
              <a:rPr lang="de-DE" noProof="0" dirty="0"/>
              <a:t>in den angeklickten Platzhalter einfügen. </a:t>
            </a:r>
            <a:br>
              <a:rPr lang="de-DE" noProof="0" dirty="0"/>
            </a:br>
            <a:r>
              <a:rPr lang="de-DE" noProof="0" dirty="0"/>
              <a:t>Format 9,31 x 11,4 cm.</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3" name="Inhaltsplatzhalter 2">
            <a:extLst>
              <a:ext uri="{FF2B5EF4-FFF2-40B4-BE49-F238E27FC236}">
                <a16:creationId xmlns:a16="http://schemas.microsoft.com/office/drawing/2014/main" id="{9049C178-C84C-C374-146D-9B5256D30C93}"/>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16406358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Grafik-Übersich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260476"/>
            <a:ext cx="5163834" cy="5038724"/>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Inhaltsplatzhalter 2">
            <a:extLst>
              <a:ext uri="{FF2B5EF4-FFF2-40B4-BE49-F238E27FC236}">
                <a16:creationId xmlns:a16="http://schemas.microsoft.com/office/drawing/2014/main" id="{2E21D476-910E-E0E4-0A8E-500FFE2ACB5B}"/>
              </a:ext>
            </a:extLst>
          </p:cNvPr>
          <p:cNvSpPr>
            <a:spLocks noGrp="1"/>
          </p:cNvSpPr>
          <p:nvPr>
            <p:ph idx="14" hasCustomPrompt="1"/>
          </p:nvPr>
        </p:nvSpPr>
        <p:spPr>
          <a:xfrm>
            <a:off x="6477304" y="1260475"/>
            <a:ext cx="5163834" cy="5038724"/>
          </a:xfrm>
        </p:spPr>
        <p:txBody>
          <a:bodyPr/>
          <a:lstStyle>
            <a:lvl1pPr>
              <a:defRPr/>
            </a:lvl1pPr>
          </a:lstStyle>
          <a:p>
            <a:pPr lvl="0"/>
            <a:r>
              <a:rPr lang="de-DE" dirty="0"/>
              <a:t>Tabelle</a:t>
            </a:r>
          </a:p>
        </p:txBody>
      </p:sp>
      <p:sp>
        <p:nvSpPr>
          <p:cNvPr id="5" name="Fußzeilenplatzhalter 4">
            <a:extLst>
              <a:ext uri="{FF2B5EF4-FFF2-40B4-BE49-F238E27FC236}">
                <a16:creationId xmlns:a16="http://schemas.microsoft.com/office/drawing/2014/main" id="{E01DBE8A-70F2-A5AB-ED97-F5564D9962F7}"/>
              </a:ext>
            </a:extLst>
          </p:cNvPr>
          <p:cNvSpPr>
            <a:spLocks noGrp="1"/>
          </p:cNvSpPr>
          <p:nvPr>
            <p:ph type="ftr" sz="quarter" idx="15"/>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00651644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Grafik-Übersich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260475"/>
            <a:ext cx="10490399" cy="5038725"/>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Fußzeilenplatzhalter 3">
            <a:extLst>
              <a:ext uri="{FF2B5EF4-FFF2-40B4-BE49-F238E27FC236}">
                <a16:creationId xmlns:a16="http://schemas.microsoft.com/office/drawing/2014/main" id="{03D12EE8-0443-68C3-2AD9-3FD7DB97AE22}"/>
              </a:ext>
            </a:extLst>
          </p:cNvPr>
          <p:cNvSpPr>
            <a:spLocks noGrp="1"/>
          </p:cNvSpPr>
          <p:nvPr>
            <p:ph type="ftr" sz="quarter" idx="14"/>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61889438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Schlussfoli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51999" y="16214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3801521"/>
            <a:ext cx="3378980" cy="2497679"/>
          </a:xfrm>
        </p:spPr>
        <p:txBody>
          <a:bodyPr/>
          <a:lstStyle>
            <a:lvl1pPr>
              <a:spcBef>
                <a:spcPts val="600"/>
              </a:spcBef>
              <a:defRPr sz="1400">
                <a:latin typeface="Sparkasse Medium" panose="020B0603080202020204" pitchFamily="34" charset="0"/>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39" name="Bildplatzhalter 35">
            <a:extLst>
              <a:ext uri="{FF2B5EF4-FFF2-40B4-BE49-F238E27FC236}">
                <a16:creationId xmlns:a16="http://schemas.microsoft.com/office/drawing/2014/main" id="{461B2A19-7C73-1B14-5D3D-5CCEFBDED6AF}"/>
              </a:ext>
            </a:extLst>
          </p:cNvPr>
          <p:cNvSpPr>
            <a:spLocks noGrp="1"/>
          </p:cNvSpPr>
          <p:nvPr>
            <p:ph type="pic" sz="quarter" idx="20" hasCustomPrompt="1"/>
          </p:nvPr>
        </p:nvSpPr>
        <p:spPr>
          <a:xfrm>
            <a:off x="4709883" y="16215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0" name="Bildplatzhalter 35">
            <a:extLst>
              <a:ext uri="{FF2B5EF4-FFF2-40B4-BE49-F238E27FC236}">
                <a16:creationId xmlns:a16="http://schemas.microsoft.com/office/drawing/2014/main" id="{1ABDF9DA-B5FA-DCA6-F1AC-B7D65D221A02}"/>
              </a:ext>
            </a:extLst>
          </p:cNvPr>
          <p:cNvSpPr>
            <a:spLocks noGrp="1"/>
          </p:cNvSpPr>
          <p:nvPr>
            <p:ph type="pic" sz="quarter" idx="21" hasCustomPrompt="1"/>
          </p:nvPr>
        </p:nvSpPr>
        <p:spPr>
          <a:xfrm>
            <a:off x="8266449" y="1620838"/>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1" name="Inhaltsplatzhalter 2">
            <a:extLst>
              <a:ext uri="{FF2B5EF4-FFF2-40B4-BE49-F238E27FC236}">
                <a16:creationId xmlns:a16="http://schemas.microsoft.com/office/drawing/2014/main" id="{AB46D1AB-DF6C-B897-6366-43830399C4D3}"/>
              </a:ext>
            </a:extLst>
          </p:cNvPr>
          <p:cNvSpPr>
            <a:spLocks noGrp="1"/>
          </p:cNvSpPr>
          <p:nvPr>
            <p:ph idx="22" hasCustomPrompt="1"/>
          </p:nvPr>
        </p:nvSpPr>
        <p:spPr>
          <a:xfrm>
            <a:off x="4710642"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42" name="Inhaltsplatzhalter 2">
            <a:extLst>
              <a:ext uri="{FF2B5EF4-FFF2-40B4-BE49-F238E27FC236}">
                <a16:creationId xmlns:a16="http://schemas.microsoft.com/office/drawing/2014/main" id="{475514C4-6B3D-92E1-DB05-EABB01543415}"/>
              </a:ext>
            </a:extLst>
          </p:cNvPr>
          <p:cNvSpPr>
            <a:spLocks noGrp="1"/>
          </p:cNvSpPr>
          <p:nvPr>
            <p:ph idx="23" hasCustomPrompt="1"/>
          </p:nvPr>
        </p:nvSpPr>
        <p:spPr>
          <a:xfrm>
            <a:off x="8264738"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13pt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D0F3D02F-453D-F41E-DA8B-8D4C83FD1AD3}"/>
              </a:ext>
            </a:extLst>
          </p:cNvPr>
          <p:cNvSpPr>
            <a:spLocks noGrp="1"/>
          </p:cNvSpPr>
          <p:nvPr>
            <p:ph type="ftr" sz="quarter" idx="24"/>
          </p:nvPr>
        </p:nvSpPr>
        <p:spPr/>
        <p:txBody>
          <a:bodyPr/>
          <a:lstStyle/>
          <a:p>
            <a:r>
              <a:rPr lang="de-DE"/>
              <a:t>1. RO-Ansprechpartner RV und VDL | Digital | 02. Juni 2026</a:t>
            </a:r>
          </a:p>
        </p:txBody>
      </p:sp>
    </p:spTree>
    <p:extLst>
      <p:ext uri="{BB962C8B-B14F-4D97-AF65-F5344CB8AC3E}">
        <p14:creationId xmlns:p14="http://schemas.microsoft.com/office/powerpoint/2010/main" val="236779804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Schlussfolie #2">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1944439"/>
            <a:ext cx="3376800" cy="4354761"/>
          </a:xfrm>
          <a:noFill/>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2" name="Inhaltsplatzhalter 2">
            <a:extLst>
              <a:ext uri="{FF2B5EF4-FFF2-40B4-BE49-F238E27FC236}">
                <a16:creationId xmlns:a16="http://schemas.microsoft.com/office/drawing/2014/main" id="{E198FAAA-BA71-2089-2DE6-74F55CA522EA}"/>
              </a:ext>
            </a:extLst>
          </p:cNvPr>
          <p:cNvSpPr>
            <a:spLocks noGrp="1"/>
          </p:cNvSpPr>
          <p:nvPr>
            <p:ph idx="20" hasCustomPrompt="1"/>
          </p:nvPr>
        </p:nvSpPr>
        <p:spPr>
          <a:xfrm>
            <a:off x="4709750"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4" name="Inhaltsplatzhalter 2">
            <a:extLst>
              <a:ext uri="{FF2B5EF4-FFF2-40B4-BE49-F238E27FC236}">
                <a16:creationId xmlns:a16="http://schemas.microsoft.com/office/drawing/2014/main" id="{F3CB4BEB-5EBA-1A1C-1847-9AE4D08DD3FC}"/>
              </a:ext>
            </a:extLst>
          </p:cNvPr>
          <p:cNvSpPr>
            <a:spLocks noGrp="1"/>
          </p:cNvSpPr>
          <p:nvPr>
            <p:ph idx="21" hasCustomPrompt="1"/>
          </p:nvPr>
        </p:nvSpPr>
        <p:spPr>
          <a:xfrm>
            <a:off x="8265132"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9" name="Textplatzhalter 2">
            <a:extLst>
              <a:ext uri="{FF2B5EF4-FFF2-40B4-BE49-F238E27FC236}">
                <a16:creationId xmlns:a16="http://schemas.microsoft.com/office/drawing/2014/main" id="{7526A466-E56F-46AC-EE5A-DB7460E4DAA3}"/>
              </a:ext>
            </a:extLst>
          </p:cNvPr>
          <p:cNvSpPr>
            <a:spLocks noGrp="1"/>
          </p:cNvSpPr>
          <p:nvPr>
            <p:ph type="body" idx="22" hasCustomPrompt="1"/>
          </p:nvPr>
        </p:nvSpPr>
        <p:spPr>
          <a:xfrm>
            <a:off x="115166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0" name="Textplatzhalter 2">
            <a:extLst>
              <a:ext uri="{FF2B5EF4-FFF2-40B4-BE49-F238E27FC236}">
                <a16:creationId xmlns:a16="http://schemas.microsoft.com/office/drawing/2014/main" id="{7BC5A927-461E-1834-790A-050EA1E4B82A}"/>
              </a:ext>
            </a:extLst>
          </p:cNvPr>
          <p:cNvSpPr>
            <a:spLocks noGrp="1"/>
          </p:cNvSpPr>
          <p:nvPr>
            <p:ph type="body" idx="23" hasCustomPrompt="1"/>
          </p:nvPr>
        </p:nvSpPr>
        <p:spPr>
          <a:xfrm>
            <a:off x="4709750"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1" name="Textplatzhalter 2">
            <a:extLst>
              <a:ext uri="{FF2B5EF4-FFF2-40B4-BE49-F238E27FC236}">
                <a16:creationId xmlns:a16="http://schemas.microsoft.com/office/drawing/2014/main" id="{BE5AE043-F4BB-BC6A-A6DA-F808F49A00DA}"/>
              </a:ext>
            </a:extLst>
          </p:cNvPr>
          <p:cNvSpPr>
            <a:spLocks noGrp="1"/>
          </p:cNvSpPr>
          <p:nvPr>
            <p:ph type="body" idx="24" hasCustomPrompt="1"/>
          </p:nvPr>
        </p:nvSpPr>
        <p:spPr>
          <a:xfrm>
            <a:off x="826513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4" name="Fußzeilenplatzhalter 3">
            <a:extLst>
              <a:ext uri="{FF2B5EF4-FFF2-40B4-BE49-F238E27FC236}">
                <a16:creationId xmlns:a16="http://schemas.microsoft.com/office/drawing/2014/main" id="{DEBB5C08-E9AF-4222-A6A7-C039C143FEA0}"/>
              </a:ext>
            </a:extLst>
          </p:cNvPr>
          <p:cNvSpPr>
            <a:spLocks noGrp="1"/>
          </p:cNvSpPr>
          <p:nvPr>
            <p:ph type="ftr" sz="quarter" idx="25"/>
          </p:nvPr>
        </p:nvSpPr>
        <p:spPr/>
        <p:txBody>
          <a:bodyPr/>
          <a:lstStyle/>
          <a:p>
            <a:r>
              <a:rPr lang="de-DE"/>
              <a:t>1. RO-Ansprechpartner RV und VDL | Digital | 02. Juni 2026</a:t>
            </a:r>
          </a:p>
        </p:txBody>
      </p:sp>
    </p:spTree>
    <p:extLst>
      <p:ext uri="{BB962C8B-B14F-4D97-AF65-F5344CB8AC3E}">
        <p14:creationId xmlns:p14="http://schemas.microsoft.com/office/powerpoint/2010/main" val="207878479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chlussfolie #3">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49508"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5290"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2" name="Bildplatzhalter 35">
            <a:extLst>
              <a:ext uri="{FF2B5EF4-FFF2-40B4-BE49-F238E27FC236}">
                <a16:creationId xmlns:a16="http://schemas.microsoft.com/office/drawing/2014/main" id="{45811CDE-E580-15BD-0797-02ADC0B15142}"/>
              </a:ext>
            </a:extLst>
          </p:cNvPr>
          <p:cNvSpPr>
            <a:spLocks noGrp="1"/>
          </p:cNvSpPr>
          <p:nvPr>
            <p:ph type="pic" sz="quarter" idx="20" hasCustomPrompt="1"/>
          </p:nvPr>
        </p:nvSpPr>
        <p:spPr>
          <a:xfrm>
            <a:off x="2928406"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3" name="Inhaltsplatzhalter 2">
            <a:extLst>
              <a:ext uri="{FF2B5EF4-FFF2-40B4-BE49-F238E27FC236}">
                <a16:creationId xmlns:a16="http://schemas.microsoft.com/office/drawing/2014/main" id="{5DB9AD0E-77D5-46BA-FA71-F13FE65A83E0}"/>
              </a:ext>
            </a:extLst>
          </p:cNvPr>
          <p:cNvSpPr>
            <a:spLocks noGrp="1"/>
          </p:cNvSpPr>
          <p:nvPr>
            <p:ph idx="21" hasCustomPrompt="1"/>
          </p:nvPr>
        </p:nvSpPr>
        <p:spPr>
          <a:xfrm>
            <a:off x="2933688"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4" name="Bildplatzhalter 35">
            <a:extLst>
              <a:ext uri="{FF2B5EF4-FFF2-40B4-BE49-F238E27FC236}">
                <a16:creationId xmlns:a16="http://schemas.microsoft.com/office/drawing/2014/main" id="{8908C699-57C4-8333-01F9-CE9CBBD6C7F7}"/>
              </a:ext>
            </a:extLst>
          </p:cNvPr>
          <p:cNvSpPr>
            <a:spLocks noGrp="1"/>
          </p:cNvSpPr>
          <p:nvPr>
            <p:ph type="pic" sz="quarter" idx="22" hasCustomPrompt="1"/>
          </p:nvPr>
        </p:nvSpPr>
        <p:spPr>
          <a:xfrm>
            <a:off x="4707304"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5" name="Inhaltsplatzhalter 2">
            <a:extLst>
              <a:ext uri="{FF2B5EF4-FFF2-40B4-BE49-F238E27FC236}">
                <a16:creationId xmlns:a16="http://schemas.microsoft.com/office/drawing/2014/main" id="{AC928720-2BDA-79F4-DE73-37CC9FFEF73D}"/>
              </a:ext>
            </a:extLst>
          </p:cNvPr>
          <p:cNvSpPr>
            <a:spLocks noGrp="1"/>
          </p:cNvSpPr>
          <p:nvPr>
            <p:ph idx="23" hasCustomPrompt="1"/>
          </p:nvPr>
        </p:nvSpPr>
        <p:spPr>
          <a:xfrm>
            <a:off x="47093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7" name="Bildplatzhalter 35">
            <a:extLst>
              <a:ext uri="{FF2B5EF4-FFF2-40B4-BE49-F238E27FC236}">
                <a16:creationId xmlns:a16="http://schemas.microsoft.com/office/drawing/2014/main" id="{147CE74B-258E-80F9-DCF0-F8754A3F79ED}"/>
              </a:ext>
            </a:extLst>
          </p:cNvPr>
          <p:cNvSpPr>
            <a:spLocks noGrp="1"/>
          </p:cNvSpPr>
          <p:nvPr>
            <p:ph type="pic" sz="quarter" idx="24" hasCustomPrompt="1"/>
          </p:nvPr>
        </p:nvSpPr>
        <p:spPr>
          <a:xfrm>
            <a:off x="6486202"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3" name="Inhaltsplatzhalter 2">
            <a:extLst>
              <a:ext uri="{FF2B5EF4-FFF2-40B4-BE49-F238E27FC236}">
                <a16:creationId xmlns:a16="http://schemas.microsoft.com/office/drawing/2014/main" id="{87CA2289-6E12-F79A-551E-BCD26657C34F}"/>
              </a:ext>
            </a:extLst>
          </p:cNvPr>
          <p:cNvSpPr>
            <a:spLocks noGrp="1"/>
          </p:cNvSpPr>
          <p:nvPr>
            <p:ph idx="25" hasCustomPrompt="1"/>
          </p:nvPr>
        </p:nvSpPr>
        <p:spPr>
          <a:xfrm>
            <a:off x="64877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4" name="Bildplatzhalter 35">
            <a:extLst>
              <a:ext uri="{FF2B5EF4-FFF2-40B4-BE49-F238E27FC236}">
                <a16:creationId xmlns:a16="http://schemas.microsoft.com/office/drawing/2014/main" id="{2B7C61FC-550C-AC67-8050-5B79719C0EB3}"/>
              </a:ext>
            </a:extLst>
          </p:cNvPr>
          <p:cNvSpPr>
            <a:spLocks noGrp="1"/>
          </p:cNvSpPr>
          <p:nvPr>
            <p:ph type="pic" sz="quarter" idx="26" hasCustomPrompt="1"/>
          </p:nvPr>
        </p:nvSpPr>
        <p:spPr>
          <a:xfrm>
            <a:off x="82651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5" name="Inhaltsplatzhalter 2">
            <a:extLst>
              <a:ext uri="{FF2B5EF4-FFF2-40B4-BE49-F238E27FC236}">
                <a16:creationId xmlns:a16="http://schemas.microsoft.com/office/drawing/2014/main" id="{F07555BD-892C-D8E1-AC9E-D7CC557EAD4D}"/>
              </a:ext>
            </a:extLst>
          </p:cNvPr>
          <p:cNvSpPr>
            <a:spLocks noGrp="1"/>
          </p:cNvSpPr>
          <p:nvPr>
            <p:ph idx="27" hasCustomPrompt="1"/>
          </p:nvPr>
        </p:nvSpPr>
        <p:spPr>
          <a:xfrm>
            <a:off x="8266125"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6" name="Bildplatzhalter 35">
            <a:extLst>
              <a:ext uri="{FF2B5EF4-FFF2-40B4-BE49-F238E27FC236}">
                <a16:creationId xmlns:a16="http://schemas.microsoft.com/office/drawing/2014/main" id="{1F511D09-5F69-B424-F989-3C131D3FB86C}"/>
              </a:ext>
            </a:extLst>
          </p:cNvPr>
          <p:cNvSpPr>
            <a:spLocks noGrp="1"/>
          </p:cNvSpPr>
          <p:nvPr>
            <p:ph type="pic" sz="quarter" idx="28" hasCustomPrompt="1"/>
          </p:nvPr>
        </p:nvSpPr>
        <p:spPr>
          <a:xfrm>
            <a:off x="100440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7" name="Inhaltsplatzhalter 2">
            <a:extLst>
              <a:ext uri="{FF2B5EF4-FFF2-40B4-BE49-F238E27FC236}">
                <a16:creationId xmlns:a16="http://schemas.microsoft.com/office/drawing/2014/main" id="{A6FA8EDB-3F20-68C3-3300-301AEEAB2381}"/>
              </a:ext>
            </a:extLst>
          </p:cNvPr>
          <p:cNvSpPr>
            <a:spLocks noGrp="1"/>
          </p:cNvSpPr>
          <p:nvPr>
            <p:ph idx="29" hasCustomPrompt="1"/>
          </p:nvPr>
        </p:nvSpPr>
        <p:spPr>
          <a:xfrm>
            <a:off x="10044527"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3060E986-E833-C99B-BE20-29EB356C3277}"/>
              </a:ext>
            </a:extLst>
          </p:cNvPr>
          <p:cNvSpPr>
            <a:spLocks noGrp="1"/>
          </p:cNvSpPr>
          <p:nvPr>
            <p:ph type="ftr" sz="quarter" idx="30"/>
          </p:nvPr>
        </p:nvSpPr>
        <p:spPr/>
        <p:txBody>
          <a:bodyPr/>
          <a:lstStyle/>
          <a:p>
            <a:r>
              <a:rPr lang="de-DE"/>
              <a:t>1. RO-Ansprechpartner RV und VDL | Digital | 02. Juni 2026</a:t>
            </a:r>
          </a:p>
        </p:txBody>
      </p:sp>
      <p:sp>
        <p:nvSpPr>
          <p:cNvPr id="2" name="Textfeld 1">
            <a:extLst>
              <a:ext uri="{FF2B5EF4-FFF2-40B4-BE49-F238E27FC236}">
                <a16:creationId xmlns:a16="http://schemas.microsoft.com/office/drawing/2014/main" id="{2D188BE3-6E0E-7564-FF25-DD0AEE2B8FAF}"/>
              </a:ext>
            </a:extLst>
          </p:cNvPr>
          <p:cNvSpPr txBox="1"/>
          <p:nvPr userDrawn="1"/>
        </p:nvSpPr>
        <p:spPr>
          <a:xfrm>
            <a:off x="9641541" y="705971"/>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110158227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Schlussfolie #4">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260475"/>
            <a:ext cx="6217171" cy="234517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Sparkasse Musterstadt </a:t>
            </a:r>
          </a:p>
          <a:p>
            <a:pPr lvl="1"/>
            <a:br>
              <a:rPr lang="de-DE" dirty="0"/>
            </a:br>
            <a:r>
              <a:rPr lang="de-DE" dirty="0"/>
              <a:t>+49 12 34567-890</a:t>
            </a:r>
            <a:br>
              <a:rPr lang="de-DE" dirty="0"/>
            </a:br>
            <a:r>
              <a:rPr lang="de-DE" dirty="0" err="1"/>
              <a:t>muster@sparkasse-musterstadt.de</a:t>
            </a:r>
            <a:endParaRPr lang="de-DE" dirty="0"/>
          </a:p>
        </p:txBody>
      </p:sp>
      <p:sp>
        <p:nvSpPr>
          <p:cNvPr id="11" name="Inhaltsplatzhalter 2">
            <a:extLst>
              <a:ext uri="{FF2B5EF4-FFF2-40B4-BE49-F238E27FC236}">
                <a16:creationId xmlns:a16="http://schemas.microsoft.com/office/drawing/2014/main" id="{6A714E9A-1478-7F26-4307-08020303560D}"/>
              </a:ext>
            </a:extLst>
          </p:cNvPr>
          <p:cNvSpPr>
            <a:spLocks noGrp="1"/>
          </p:cNvSpPr>
          <p:nvPr>
            <p:ph idx="20" hasCustomPrompt="1"/>
          </p:nvPr>
        </p:nvSpPr>
        <p:spPr>
          <a:xfrm>
            <a:off x="5423967" y="3605645"/>
            <a:ext cx="6217171" cy="2322486"/>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Sparkasse Musterstadt </a:t>
            </a:r>
          </a:p>
          <a:p>
            <a:pPr lvl="1"/>
            <a:br>
              <a:rPr lang="de-DE" dirty="0"/>
            </a:br>
            <a:r>
              <a:rPr lang="de-DE" dirty="0"/>
              <a:t>+49 12 34567-890</a:t>
            </a:r>
            <a:br>
              <a:rPr lang="de-DE" dirty="0"/>
            </a:br>
            <a:r>
              <a:rPr lang="de-DE" dirty="0" err="1"/>
              <a:t>muster@sparkasse-musterstadt.de</a:t>
            </a:r>
            <a:endParaRPr lang="de-DE" dirty="0"/>
          </a:p>
        </p:txBody>
      </p:sp>
      <p:sp>
        <p:nvSpPr>
          <p:cNvPr id="2" name="Titel 1">
            <a:extLst>
              <a:ext uri="{FF2B5EF4-FFF2-40B4-BE49-F238E27FC236}">
                <a16:creationId xmlns:a16="http://schemas.microsoft.com/office/drawing/2014/main" id="{7FE28FB5-24E0-4115-EBE0-828E5B943EB2}"/>
              </a:ext>
            </a:extLst>
          </p:cNvPr>
          <p:cNvSpPr>
            <a:spLocks noGrp="1"/>
          </p:cNvSpPr>
          <p:nvPr>
            <p:ph type="title" hasCustomPrompt="1"/>
          </p:nvPr>
        </p:nvSpPr>
        <p:spPr>
          <a:xfrm>
            <a:off x="600891" y="3024000"/>
            <a:ext cx="3327357" cy="810000"/>
          </a:xfrm>
        </p:spPr>
        <p:txBody>
          <a:bodyPr/>
          <a:lstStyle>
            <a:lvl1pPr algn="ctr">
              <a:defRPr sz="4800">
                <a:solidFill>
                  <a:schemeClr val="bg1"/>
                </a:solidFill>
              </a:defRPr>
            </a:lvl1pPr>
          </a:lstStyle>
          <a:p>
            <a:r>
              <a:rPr lang="de-DE" dirty="0"/>
              <a:t>Danke.</a:t>
            </a:r>
          </a:p>
        </p:txBody>
      </p:sp>
    </p:spTree>
    <p:extLst>
      <p:ext uri="{BB962C8B-B14F-4D97-AF65-F5344CB8AC3E}">
        <p14:creationId xmlns:p14="http://schemas.microsoft.com/office/powerpoint/2010/main" val="126564752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Schlussfolie #5">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lvl1pPr>
          </a:lstStyle>
          <a:p>
            <a:r>
              <a:rPr lang="de-DE" dirty="0"/>
              <a:t>Danke.</a:t>
            </a:r>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Sparkasse Musterstadt</a:t>
            </a:r>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muster@sparkasse-musterstadt.de</a:t>
            </a:r>
          </a:p>
        </p:txBody>
      </p:sp>
    </p:spTree>
    <p:extLst>
      <p:ext uri="{BB962C8B-B14F-4D97-AF65-F5344CB8AC3E}">
        <p14:creationId xmlns:p14="http://schemas.microsoft.com/office/powerpoint/2010/main" val="294769689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Schlussfolie #6">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solidFill>
                  <a:schemeClr val="bg1"/>
                </a:solidFill>
              </a:defRPr>
            </a:lvl1pPr>
          </a:lstStyle>
          <a:p>
            <a:r>
              <a:rPr lang="de-DE" dirty="0"/>
              <a:t>Danke.</a:t>
            </a:r>
          </a:p>
        </p:txBody>
      </p:sp>
      <p:cxnSp>
        <p:nvCxnSpPr>
          <p:cNvPr id="2" name="Gerader Verbinder 1">
            <a:extLst>
              <a:ext uri="{FF2B5EF4-FFF2-40B4-BE49-F238E27FC236}">
                <a16:creationId xmlns:a16="http://schemas.microsoft.com/office/drawing/2014/main" id="{480FCCA5-E8A9-F17E-4570-899F03170D2B}"/>
              </a:ext>
            </a:extLst>
          </p:cNvPr>
          <p:cNvCxnSpPr/>
          <p:nvPr userDrawn="1"/>
        </p:nvCxnSpPr>
        <p:spPr>
          <a:xfrm>
            <a:off x="4529138"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Inhaltsplatzhalter 2">
            <a:extLst>
              <a:ext uri="{FF2B5EF4-FFF2-40B4-BE49-F238E27FC236}">
                <a16:creationId xmlns:a16="http://schemas.microsoft.com/office/drawing/2014/main" id="{AA9D6592-5362-0196-5092-96EFEB5FD2D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solidFill>
                  <a:schemeClr val="bg1"/>
                </a:solidFill>
                <a:latin typeface="Sparkasse Medium" panose="020B0603080202020204" pitchFamily="34" charset="0"/>
              </a:defRPr>
            </a:lvl1pPr>
            <a:lvl2pPr marL="0" indent="0">
              <a:spcBef>
                <a:spcPts val="0"/>
              </a:spcBef>
              <a:buFontTx/>
              <a:buNone/>
              <a:defRPr>
                <a:solidFill>
                  <a:schemeClr val="bg1"/>
                </a:solidFill>
              </a:defRPr>
            </a:lvl2pPr>
            <a:lvl3pPr marL="216000">
              <a:spcBef>
                <a:spcPts val="600"/>
              </a:spcBef>
              <a:defRPr/>
            </a:lvl3pPr>
            <a:lvl4pPr marL="432000">
              <a:spcBef>
                <a:spcPts val="600"/>
              </a:spcBef>
              <a:defRPr/>
            </a:lvl4pPr>
            <a:lvl5pPr marL="648000">
              <a:spcBef>
                <a:spcPts val="600"/>
              </a:spcBef>
              <a:defRPr/>
            </a:lvl5pPr>
          </a:lstStyle>
          <a:p>
            <a:pPr lvl="0"/>
            <a:r>
              <a:rPr lang="de-DE" dirty="0"/>
              <a:t>Sparkasse Musterstadt</a:t>
            </a:r>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muster@sparkasse-musterstadt.de</a:t>
            </a:r>
          </a:p>
        </p:txBody>
      </p:sp>
    </p:spTree>
    <p:extLst>
      <p:ext uri="{BB962C8B-B14F-4D97-AF65-F5344CB8AC3E}">
        <p14:creationId xmlns:p14="http://schemas.microsoft.com/office/powerpoint/2010/main" val="374822139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Schlussfolie #7">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979474"/>
            <a:ext cx="6217171" cy="4319725"/>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Vertraulichkeit und Nutzung dieser Unterlage</a:t>
            </a:r>
            <a:br>
              <a:rPr lang="de-DE" dirty="0"/>
            </a:br>
            <a:endParaRPr lang="de-DE" dirty="0"/>
          </a:p>
          <a:p>
            <a:pPr lvl="1"/>
            <a:r>
              <a:rPr lang="de-DE" dirty="0"/>
              <a:t>Der Inhalt dieser Unterlage ist vertraulich zu behandeln. </a:t>
            </a:r>
          </a:p>
          <a:p>
            <a:pPr lvl="1"/>
            <a:r>
              <a:rPr lang="de-DE" dirty="0"/>
              <a:t>Vertrauliche Behandlung bedeutet, dass Inhalte und Informationen Dritten nicht zugänglich gemacht und durch diese nicht wirtschaftlich verwertet werden dürfen. Eine darüber hinausgehende Verwendung oder die Weitergabe an Dritte bedarf der schriftlichen Zustimmung der Urheber oder des Auftraggebers. </a:t>
            </a:r>
          </a:p>
          <a:p>
            <a:pPr lvl="1"/>
            <a:endParaRPr lang="de-DE" dirty="0"/>
          </a:p>
          <a:p>
            <a:pPr lvl="1"/>
            <a:r>
              <a:rPr lang="de-DE" dirty="0"/>
              <a:t>Alle Abbildungen und Texte in dieser Präsentation sind urheberrechtlich geschützt. Die Rechte liegen bei den Urhebern. Jegliche externe Verwendung oder Reproduktion in elektronischer oder gedruckter Form bedarf der ausdrücklichen Zustimmung durch die Urheber.</a:t>
            </a:r>
          </a:p>
        </p:txBody>
      </p:sp>
    </p:spTree>
    <p:extLst>
      <p:ext uri="{BB962C8B-B14F-4D97-AF65-F5344CB8AC3E}">
        <p14:creationId xmlns:p14="http://schemas.microsoft.com/office/powerpoint/2010/main" val="428786215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Schlussfolie #8">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0"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598999" y="3010602"/>
            <a:ext cx="11042139" cy="836795"/>
          </a:xfrm>
        </p:spPr>
        <p:txBody>
          <a:bodyPr anchor="ctr" anchorCtr="0"/>
          <a:lstStyle>
            <a:lvl1pPr algn="ctr">
              <a:lnSpc>
                <a:spcPct val="100000"/>
              </a:lnSpc>
              <a:defRPr sz="4800">
                <a:solidFill>
                  <a:schemeClr val="bg1"/>
                </a:solidFill>
              </a:defRPr>
            </a:lvl1pPr>
          </a:lstStyle>
          <a:p>
            <a:r>
              <a:rPr lang="de-DE" dirty="0"/>
              <a:t> Weil’s um mehr als Geld geht.</a:t>
            </a:r>
          </a:p>
        </p:txBody>
      </p:sp>
      <p:sp>
        <p:nvSpPr>
          <p:cNvPr id="3" name="Textfeld 2">
            <a:extLst>
              <a:ext uri="{FF2B5EF4-FFF2-40B4-BE49-F238E27FC236}">
                <a16:creationId xmlns:a16="http://schemas.microsoft.com/office/drawing/2014/main" id="{BE1A973E-B4A5-1B77-3CC3-8C6930343552}"/>
              </a:ext>
            </a:extLst>
          </p:cNvPr>
          <p:cNvSpPr txBox="1"/>
          <p:nvPr userDrawn="1"/>
        </p:nvSpPr>
        <p:spPr>
          <a:xfrm flipH="1">
            <a:off x="294967" y="3575009"/>
            <a:ext cx="45719"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200785362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Punchline weiß">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lvl1pPr>
              <a:defRPr>
                <a:solidFill>
                  <a:schemeClr val="accent2"/>
                </a:solidFill>
              </a:defRPr>
            </a:lvl1pPr>
          </a:lstStyle>
          <a:p>
            <a:endParaRPr lang="de-DE" dirty="0"/>
          </a:p>
        </p:txBody>
      </p:sp>
      <p:sp>
        <p:nvSpPr>
          <p:cNvPr id="5" name="Fußzeilenplatzhalter 4"/>
          <p:cNvSpPr>
            <a:spLocks noGrp="1"/>
          </p:cNvSpPr>
          <p:nvPr>
            <p:ph type="ftr" sz="quarter" idx="11"/>
          </p:nvPr>
        </p:nvSpPr>
        <p:spPr/>
        <p:txBody>
          <a:bodyPr/>
          <a:lstStyle>
            <a:lvl1pPr>
              <a:defRPr>
                <a:solidFill>
                  <a:schemeClr val="accent2"/>
                </a:solidFill>
              </a:defRPr>
            </a:lvl1pPr>
          </a:lstStyle>
          <a:p>
            <a:r>
              <a:rPr lang="de-DE"/>
              <a:t>1. RO-Ansprechpartner RV und VDL | Digital | 02. Juni 2026</a:t>
            </a:r>
            <a:endParaRPr lang="de-DE" dirty="0"/>
          </a:p>
        </p:txBody>
      </p:sp>
      <p:sp>
        <p:nvSpPr>
          <p:cNvPr id="6" name="Foliennummernplatzhalter 5"/>
          <p:cNvSpPr>
            <a:spLocks noGrp="1"/>
          </p:cNvSpPr>
          <p:nvPr>
            <p:ph type="sldNum" sz="quarter" idx="12"/>
          </p:nvPr>
        </p:nvSpPr>
        <p:spPr/>
        <p:txBody>
          <a:bodyPr/>
          <a:lstStyle>
            <a:lvl1pPr>
              <a:defRPr>
                <a:solidFill>
                  <a:schemeClr val="accent2"/>
                </a:solidFill>
              </a:defRPr>
            </a:lvl1pPr>
          </a:lstStyle>
          <a:p>
            <a:fld id="{9D7D3CBE-C5B6-4E39-B7F9-DE3180FA4E55}" type="slidenum">
              <a:rPr lang="de-DE" smtClean="0"/>
              <a:pPr/>
              <a:t>‹Nr.›</a:t>
            </a:fld>
            <a:endParaRPr lang="de-DE" dirty="0"/>
          </a:p>
        </p:txBody>
      </p:sp>
      <p:sp>
        <p:nvSpPr>
          <p:cNvPr id="12" name="Inhaltsplatzhalter 7"/>
          <p:cNvSpPr>
            <a:spLocks noGrp="1"/>
          </p:cNvSpPr>
          <p:nvPr>
            <p:ph sz="quarter" idx="13" hasCustomPrompt="1"/>
          </p:nvPr>
        </p:nvSpPr>
        <p:spPr>
          <a:xfrm>
            <a:off x="470400" y="1430400"/>
            <a:ext cx="11247467" cy="4636800"/>
          </a:xfrm>
        </p:spPr>
        <p:txBody>
          <a:bodyPr anchor="t" anchorCtr="0"/>
          <a:lstStyle>
            <a:lvl1pPr>
              <a:defRPr sz="5333" b="0" baseline="0">
                <a:solidFill>
                  <a:schemeClr val="tx2"/>
                </a:solidFill>
                <a:latin typeface="+mj-lt"/>
              </a:defRPr>
            </a:lvl1pPr>
            <a:lvl2pPr marL="478355" indent="-478355">
              <a:buClrTx/>
              <a:defRPr sz="5333" b="0">
                <a:solidFill>
                  <a:schemeClr val="tx2"/>
                </a:solidFill>
                <a:latin typeface="+mj-lt"/>
              </a:defRPr>
            </a:lvl2pPr>
            <a:lvl3pPr marL="956709" indent="-478355">
              <a:buClrTx/>
              <a:defRPr sz="5333" b="0">
                <a:solidFill>
                  <a:schemeClr val="tx2"/>
                </a:solidFill>
                <a:latin typeface="+mj-lt"/>
              </a:defRPr>
            </a:lvl3pPr>
            <a:lvl4pPr marL="1432948" indent="-476239">
              <a:buClrTx/>
              <a:defRPr sz="5333" b="0">
                <a:solidFill>
                  <a:schemeClr val="tx2"/>
                </a:solidFill>
                <a:latin typeface="+mj-lt"/>
              </a:defRPr>
            </a:lvl4pPr>
            <a:lvl5pPr marL="1911303" indent="-478355">
              <a:buClrTx/>
              <a:defRPr sz="5333" b="0">
                <a:solidFill>
                  <a:schemeClr val="tx2"/>
                </a:solidFill>
                <a:latin typeface="+mj-lt"/>
              </a:defRPr>
            </a:lvl5pPr>
          </a:lstStyle>
          <a:p>
            <a:pPr lvl="0"/>
            <a:r>
              <a:rPr lang="de-DE" dirty="0"/>
              <a:t>Bitte Text eingeben</a:t>
            </a:r>
            <a:br>
              <a:rPr lang="de-DE" dirty="0"/>
            </a:br>
            <a:r>
              <a:rPr lang="de-DE" dirty="0"/>
              <a:t>Automatische Aufzählung ab 2. Ebene</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16" name="Gruppieren 15"/>
          <p:cNvGrpSpPr/>
          <p:nvPr userDrawn="1"/>
        </p:nvGrpSpPr>
        <p:grpSpPr>
          <a:xfrm>
            <a:off x="493762" y="6315801"/>
            <a:ext cx="3465903" cy="480219"/>
            <a:chOff x="370321" y="4736848"/>
            <a:chExt cx="2599427" cy="360164"/>
          </a:xfrm>
        </p:grpSpPr>
        <p:sp>
          <p:nvSpPr>
            <p:cNvPr id="17" name="Text Box 26"/>
            <p:cNvSpPr txBox="1">
              <a:spLocks noChangeArrowheads="1"/>
            </p:cNvSpPr>
            <p:nvPr userDrawn="1"/>
          </p:nvSpPr>
          <p:spPr bwMode="auto">
            <a:xfrm>
              <a:off x="465392" y="4750763"/>
              <a:ext cx="2504356"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568325">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marL="0" marR="0" lvl="0" indent="0" defTabSz="1219170" eaLnBrk="1" fontAlgn="auto" latinLnBrk="0" hangingPunct="1">
                <a:lnSpc>
                  <a:spcPct val="100000"/>
                </a:lnSpc>
                <a:spcBef>
                  <a:spcPts val="0"/>
                </a:spcBef>
                <a:spcAft>
                  <a:spcPts val="0"/>
                </a:spcAft>
                <a:buClrTx/>
                <a:buSzTx/>
                <a:buFontTx/>
                <a:buNone/>
                <a:tabLst/>
                <a:defRPr/>
              </a:pPr>
              <a:r>
                <a:rPr kumimoji="0" lang="de-DE" altLang="de-DE" sz="1200" b="0" i="0" u="none" strike="noStrike" kern="0" cap="none" spc="0" normalizeH="0" baseline="0" noProof="0" dirty="0">
                  <a:ln>
                    <a:noFill/>
                  </a:ln>
                  <a:solidFill>
                    <a:schemeClr val="tx2"/>
                  </a:solidFill>
                  <a:effectLst/>
                  <a:uLnTx/>
                  <a:uFillTx/>
                  <a:latin typeface="Sparkasse Rg"/>
                  <a:cs typeface="Sparkasse Rg"/>
                </a:rPr>
                <a:t>Finanzgruppe</a:t>
              </a:r>
            </a:p>
            <a:p>
              <a:pPr marL="0" marR="0" lvl="0" indent="0" defTabSz="1219170" eaLnBrk="1" fontAlgn="auto" latinLnBrk="0" hangingPunct="1">
                <a:lnSpc>
                  <a:spcPct val="100000"/>
                </a:lnSpc>
                <a:spcBef>
                  <a:spcPts val="0"/>
                </a:spcBef>
                <a:spcAft>
                  <a:spcPts val="0"/>
                </a:spcAft>
                <a:buClrTx/>
                <a:buSzTx/>
                <a:buFontTx/>
                <a:buNone/>
                <a:tabLst/>
                <a:defRPr/>
              </a:pPr>
              <a:r>
                <a:rPr kumimoji="0" lang="de-DE" altLang="de-DE" sz="1200" b="0" i="0" u="none" strike="noStrike" kern="0" cap="none" spc="0" normalizeH="0" baseline="0" noProof="0" dirty="0">
                  <a:ln>
                    <a:noFill/>
                  </a:ln>
                  <a:solidFill>
                    <a:schemeClr val="accent2"/>
                  </a:solidFill>
                  <a:effectLst/>
                  <a:uLnTx/>
                  <a:uFillTx/>
                  <a:latin typeface="Sparkasse Rg"/>
                  <a:cs typeface="Sparkasse Rg"/>
                </a:rPr>
                <a:t>Deutscher Sparkassen- und Giroverband</a:t>
              </a:r>
            </a:p>
          </p:txBody>
        </p:sp>
        <p:sp>
          <p:nvSpPr>
            <p:cNvPr id="18" name="Freeform 27"/>
            <p:cNvSpPr>
              <a:spLocks noChangeAspect="1" noEditPoints="1"/>
            </p:cNvSpPr>
            <p:nvPr userDrawn="1"/>
          </p:nvSpPr>
          <p:spPr bwMode="auto">
            <a:xfrm>
              <a:off x="370321" y="4736848"/>
              <a:ext cx="129159" cy="168021"/>
            </a:xfrm>
            <a:custGeom>
              <a:avLst/>
              <a:gdLst>
                <a:gd name="T0" fmla="*/ 4267 w 12705"/>
                <a:gd name="T1" fmla="*/ 1682 h 16464"/>
                <a:gd name="T2" fmla="*/ 4412 w 12705"/>
                <a:gd name="T3" fmla="*/ 1238 h 16464"/>
                <a:gd name="T4" fmla="*/ 4646 w 12705"/>
                <a:gd name="T5" fmla="*/ 844 h 16464"/>
                <a:gd name="T6" fmla="*/ 4957 w 12705"/>
                <a:gd name="T7" fmla="*/ 513 h 16464"/>
                <a:gd name="T8" fmla="*/ 5334 w 12705"/>
                <a:gd name="T9" fmla="*/ 255 h 16464"/>
                <a:gd name="T10" fmla="*/ 5768 w 12705"/>
                <a:gd name="T11" fmla="*/ 78 h 16464"/>
                <a:gd name="T12" fmla="*/ 6238 w 12705"/>
                <a:gd name="T13" fmla="*/ 3 h 16464"/>
                <a:gd name="T14" fmla="*/ 6720 w 12705"/>
                <a:gd name="T15" fmla="*/ 32 h 16464"/>
                <a:gd name="T16" fmla="*/ 7171 w 12705"/>
                <a:gd name="T17" fmla="*/ 166 h 16464"/>
                <a:gd name="T18" fmla="*/ 7571 w 12705"/>
                <a:gd name="T19" fmla="*/ 389 h 16464"/>
                <a:gd name="T20" fmla="*/ 7909 w 12705"/>
                <a:gd name="T21" fmla="*/ 688 h 16464"/>
                <a:gd name="T22" fmla="*/ 8176 w 12705"/>
                <a:gd name="T23" fmla="*/ 1056 h 16464"/>
                <a:gd name="T24" fmla="*/ 8364 w 12705"/>
                <a:gd name="T25" fmla="*/ 1481 h 16464"/>
                <a:gd name="T26" fmla="*/ 8451 w 12705"/>
                <a:gd name="T27" fmla="*/ 1944 h 16464"/>
                <a:gd name="T28" fmla="*/ 8434 w 12705"/>
                <a:gd name="T29" fmla="*/ 2426 h 16464"/>
                <a:gd name="T30" fmla="*/ 8311 w 12705"/>
                <a:gd name="T31" fmla="*/ 2880 h 16464"/>
                <a:gd name="T32" fmla="*/ 8096 w 12705"/>
                <a:gd name="T33" fmla="*/ 3287 h 16464"/>
                <a:gd name="T34" fmla="*/ 7804 w 12705"/>
                <a:gd name="T35" fmla="*/ 3631 h 16464"/>
                <a:gd name="T36" fmla="*/ 7444 w 12705"/>
                <a:gd name="T37" fmla="*/ 3906 h 16464"/>
                <a:gd name="T38" fmla="*/ 7023 w 12705"/>
                <a:gd name="T39" fmla="*/ 4104 h 16464"/>
                <a:gd name="T40" fmla="*/ 6562 w 12705"/>
                <a:gd name="T41" fmla="*/ 4202 h 16464"/>
                <a:gd name="T42" fmla="*/ 6078 w 12705"/>
                <a:gd name="T43" fmla="*/ 4197 h 16464"/>
                <a:gd name="T44" fmla="*/ 5619 w 12705"/>
                <a:gd name="T45" fmla="*/ 4086 h 16464"/>
                <a:gd name="T46" fmla="*/ 5201 w 12705"/>
                <a:gd name="T47" fmla="*/ 3879 h 16464"/>
                <a:gd name="T48" fmla="*/ 4845 w 12705"/>
                <a:gd name="T49" fmla="*/ 3596 h 16464"/>
                <a:gd name="T50" fmla="*/ 4560 w 12705"/>
                <a:gd name="T51" fmla="*/ 3244 h 16464"/>
                <a:gd name="T52" fmla="*/ 4353 w 12705"/>
                <a:gd name="T53" fmla="*/ 2831 h 16464"/>
                <a:gd name="T54" fmla="*/ 4241 w 12705"/>
                <a:gd name="T55" fmla="*/ 2374 h 16464"/>
                <a:gd name="T56" fmla="*/ 1948 w 12705"/>
                <a:gd name="T57" fmla="*/ 16459 h 16464"/>
                <a:gd name="T58" fmla="*/ 1483 w 12705"/>
                <a:gd name="T59" fmla="*/ 16371 h 16464"/>
                <a:gd name="T60" fmla="*/ 1056 w 12705"/>
                <a:gd name="T61" fmla="*/ 16184 h 16464"/>
                <a:gd name="T62" fmla="*/ 690 w 12705"/>
                <a:gd name="T63" fmla="*/ 15919 h 16464"/>
                <a:gd name="T64" fmla="*/ 390 w 12705"/>
                <a:gd name="T65" fmla="*/ 15580 h 16464"/>
                <a:gd name="T66" fmla="*/ 166 w 12705"/>
                <a:gd name="T67" fmla="*/ 15179 h 16464"/>
                <a:gd name="T68" fmla="*/ 31 w 12705"/>
                <a:gd name="T69" fmla="*/ 14730 h 16464"/>
                <a:gd name="T70" fmla="*/ 9729 w 12705"/>
                <a:gd name="T71" fmla="*/ 13516 h 16464"/>
                <a:gd name="T72" fmla="*/ 23 w 12705"/>
                <a:gd name="T73" fmla="*/ 7277 h 16464"/>
                <a:gd name="T74" fmla="*/ 145 w 12705"/>
                <a:gd name="T75" fmla="*/ 6825 h 16464"/>
                <a:gd name="T76" fmla="*/ 361 w 12705"/>
                <a:gd name="T77" fmla="*/ 6418 h 16464"/>
                <a:gd name="T78" fmla="*/ 653 w 12705"/>
                <a:gd name="T79" fmla="*/ 6072 h 16464"/>
                <a:gd name="T80" fmla="*/ 1013 w 12705"/>
                <a:gd name="T81" fmla="*/ 5798 h 16464"/>
                <a:gd name="T82" fmla="*/ 1433 w 12705"/>
                <a:gd name="T83" fmla="*/ 5602 h 16464"/>
                <a:gd name="T84" fmla="*/ 1894 w 12705"/>
                <a:gd name="T85" fmla="*/ 5503 h 16464"/>
                <a:gd name="T86" fmla="*/ 10806 w 12705"/>
                <a:gd name="T87" fmla="*/ 5503 h 16464"/>
                <a:gd name="T88" fmla="*/ 11268 w 12705"/>
                <a:gd name="T89" fmla="*/ 5602 h 16464"/>
                <a:gd name="T90" fmla="*/ 11690 w 12705"/>
                <a:gd name="T91" fmla="*/ 5798 h 16464"/>
                <a:gd name="T92" fmla="*/ 12051 w 12705"/>
                <a:gd name="T93" fmla="*/ 6072 h 16464"/>
                <a:gd name="T94" fmla="*/ 12343 w 12705"/>
                <a:gd name="T95" fmla="*/ 6418 h 16464"/>
                <a:gd name="T96" fmla="*/ 12560 w 12705"/>
                <a:gd name="T97" fmla="*/ 6825 h 16464"/>
                <a:gd name="T98" fmla="*/ 12681 w 12705"/>
                <a:gd name="T99" fmla="*/ 7277 h 16464"/>
                <a:gd name="T100" fmla="*/ 2954 w 12705"/>
                <a:gd name="T101" fmla="*/ 9703 h 16464"/>
                <a:gd name="T102" fmla="*/ 12673 w 12705"/>
                <a:gd name="T103" fmla="*/ 14730 h 16464"/>
                <a:gd name="T104" fmla="*/ 12539 w 12705"/>
                <a:gd name="T105" fmla="*/ 15179 h 16464"/>
                <a:gd name="T106" fmla="*/ 12314 w 12705"/>
                <a:gd name="T107" fmla="*/ 15580 h 16464"/>
                <a:gd name="T108" fmla="*/ 12014 w 12705"/>
                <a:gd name="T109" fmla="*/ 15919 h 16464"/>
                <a:gd name="T110" fmla="*/ 11646 w 12705"/>
                <a:gd name="T111" fmla="*/ 16184 h 16464"/>
                <a:gd name="T112" fmla="*/ 11218 w 12705"/>
                <a:gd name="T113" fmla="*/ 16371 h 16464"/>
                <a:gd name="T114" fmla="*/ 10752 w 12705"/>
                <a:gd name="T115" fmla="*/ 16459 h 16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05" h="16464">
                  <a:moveTo>
                    <a:pt x="4226" y="2105"/>
                  </a:moveTo>
                  <a:lnTo>
                    <a:pt x="4226" y="2052"/>
                  </a:lnTo>
                  <a:lnTo>
                    <a:pt x="4228" y="1997"/>
                  </a:lnTo>
                  <a:lnTo>
                    <a:pt x="4231" y="1944"/>
                  </a:lnTo>
                  <a:lnTo>
                    <a:pt x="4236" y="1890"/>
                  </a:lnTo>
                  <a:lnTo>
                    <a:pt x="4241" y="1838"/>
                  </a:lnTo>
                  <a:lnTo>
                    <a:pt x="4248" y="1786"/>
                  </a:lnTo>
                  <a:lnTo>
                    <a:pt x="4258" y="1734"/>
                  </a:lnTo>
                  <a:lnTo>
                    <a:pt x="4267" y="1682"/>
                  </a:lnTo>
                  <a:lnTo>
                    <a:pt x="4278" y="1631"/>
                  </a:lnTo>
                  <a:lnTo>
                    <a:pt x="4291" y="1581"/>
                  </a:lnTo>
                  <a:lnTo>
                    <a:pt x="4304" y="1531"/>
                  </a:lnTo>
                  <a:lnTo>
                    <a:pt x="4320" y="1481"/>
                  </a:lnTo>
                  <a:lnTo>
                    <a:pt x="4335" y="1431"/>
                  </a:lnTo>
                  <a:lnTo>
                    <a:pt x="4353" y="1382"/>
                  </a:lnTo>
                  <a:lnTo>
                    <a:pt x="4371" y="1334"/>
                  </a:lnTo>
                  <a:lnTo>
                    <a:pt x="4392" y="1285"/>
                  </a:lnTo>
                  <a:lnTo>
                    <a:pt x="4412" y="1238"/>
                  </a:lnTo>
                  <a:lnTo>
                    <a:pt x="4435" y="1191"/>
                  </a:lnTo>
                  <a:lnTo>
                    <a:pt x="4458" y="1145"/>
                  </a:lnTo>
                  <a:lnTo>
                    <a:pt x="4482" y="1100"/>
                  </a:lnTo>
                  <a:lnTo>
                    <a:pt x="4507" y="1056"/>
                  </a:lnTo>
                  <a:lnTo>
                    <a:pt x="4533" y="1012"/>
                  </a:lnTo>
                  <a:lnTo>
                    <a:pt x="4560" y="968"/>
                  </a:lnTo>
                  <a:lnTo>
                    <a:pt x="4588" y="926"/>
                  </a:lnTo>
                  <a:lnTo>
                    <a:pt x="4617" y="885"/>
                  </a:lnTo>
                  <a:lnTo>
                    <a:pt x="4646" y="844"/>
                  </a:lnTo>
                  <a:lnTo>
                    <a:pt x="4677" y="805"/>
                  </a:lnTo>
                  <a:lnTo>
                    <a:pt x="4709" y="765"/>
                  </a:lnTo>
                  <a:lnTo>
                    <a:pt x="4741" y="726"/>
                  </a:lnTo>
                  <a:lnTo>
                    <a:pt x="4775" y="688"/>
                  </a:lnTo>
                  <a:lnTo>
                    <a:pt x="4809" y="651"/>
                  </a:lnTo>
                  <a:lnTo>
                    <a:pt x="4845" y="615"/>
                  </a:lnTo>
                  <a:lnTo>
                    <a:pt x="4882" y="580"/>
                  </a:lnTo>
                  <a:lnTo>
                    <a:pt x="4919" y="546"/>
                  </a:lnTo>
                  <a:lnTo>
                    <a:pt x="4957" y="513"/>
                  </a:lnTo>
                  <a:lnTo>
                    <a:pt x="4996" y="481"/>
                  </a:lnTo>
                  <a:lnTo>
                    <a:pt x="5035" y="450"/>
                  </a:lnTo>
                  <a:lnTo>
                    <a:pt x="5076" y="419"/>
                  </a:lnTo>
                  <a:lnTo>
                    <a:pt x="5117" y="389"/>
                  </a:lnTo>
                  <a:lnTo>
                    <a:pt x="5159" y="360"/>
                  </a:lnTo>
                  <a:lnTo>
                    <a:pt x="5201" y="333"/>
                  </a:lnTo>
                  <a:lnTo>
                    <a:pt x="5245" y="307"/>
                  </a:lnTo>
                  <a:lnTo>
                    <a:pt x="5289" y="281"/>
                  </a:lnTo>
                  <a:lnTo>
                    <a:pt x="5334" y="255"/>
                  </a:lnTo>
                  <a:lnTo>
                    <a:pt x="5380" y="232"/>
                  </a:lnTo>
                  <a:lnTo>
                    <a:pt x="5426" y="209"/>
                  </a:lnTo>
                  <a:lnTo>
                    <a:pt x="5473" y="186"/>
                  </a:lnTo>
                  <a:lnTo>
                    <a:pt x="5522" y="166"/>
                  </a:lnTo>
                  <a:lnTo>
                    <a:pt x="5570" y="145"/>
                  </a:lnTo>
                  <a:lnTo>
                    <a:pt x="5619" y="127"/>
                  </a:lnTo>
                  <a:lnTo>
                    <a:pt x="5668" y="109"/>
                  </a:lnTo>
                  <a:lnTo>
                    <a:pt x="5718" y="93"/>
                  </a:lnTo>
                  <a:lnTo>
                    <a:pt x="5768" y="78"/>
                  </a:lnTo>
                  <a:lnTo>
                    <a:pt x="5819" y="65"/>
                  </a:lnTo>
                  <a:lnTo>
                    <a:pt x="5869" y="52"/>
                  </a:lnTo>
                  <a:lnTo>
                    <a:pt x="5921" y="41"/>
                  </a:lnTo>
                  <a:lnTo>
                    <a:pt x="5973" y="32"/>
                  </a:lnTo>
                  <a:lnTo>
                    <a:pt x="6025" y="24"/>
                  </a:lnTo>
                  <a:lnTo>
                    <a:pt x="6078" y="16"/>
                  </a:lnTo>
                  <a:lnTo>
                    <a:pt x="6130" y="10"/>
                  </a:lnTo>
                  <a:lnTo>
                    <a:pt x="6184" y="6"/>
                  </a:lnTo>
                  <a:lnTo>
                    <a:pt x="6238" y="3"/>
                  </a:lnTo>
                  <a:lnTo>
                    <a:pt x="6291" y="1"/>
                  </a:lnTo>
                  <a:lnTo>
                    <a:pt x="6346" y="0"/>
                  </a:lnTo>
                  <a:lnTo>
                    <a:pt x="6400" y="1"/>
                  </a:lnTo>
                  <a:lnTo>
                    <a:pt x="6455" y="3"/>
                  </a:lnTo>
                  <a:lnTo>
                    <a:pt x="6509" y="6"/>
                  </a:lnTo>
                  <a:lnTo>
                    <a:pt x="6562" y="10"/>
                  </a:lnTo>
                  <a:lnTo>
                    <a:pt x="6615" y="16"/>
                  </a:lnTo>
                  <a:lnTo>
                    <a:pt x="6668" y="24"/>
                  </a:lnTo>
                  <a:lnTo>
                    <a:pt x="6720" y="32"/>
                  </a:lnTo>
                  <a:lnTo>
                    <a:pt x="6772" y="41"/>
                  </a:lnTo>
                  <a:lnTo>
                    <a:pt x="6823" y="52"/>
                  </a:lnTo>
                  <a:lnTo>
                    <a:pt x="6874" y="65"/>
                  </a:lnTo>
                  <a:lnTo>
                    <a:pt x="6924" y="78"/>
                  </a:lnTo>
                  <a:lnTo>
                    <a:pt x="6974" y="93"/>
                  </a:lnTo>
                  <a:lnTo>
                    <a:pt x="7023" y="109"/>
                  </a:lnTo>
                  <a:lnTo>
                    <a:pt x="7073" y="127"/>
                  </a:lnTo>
                  <a:lnTo>
                    <a:pt x="7122" y="145"/>
                  </a:lnTo>
                  <a:lnTo>
                    <a:pt x="7171" y="166"/>
                  </a:lnTo>
                  <a:lnTo>
                    <a:pt x="7218" y="186"/>
                  </a:lnTo>
                  <a:lnTo>
                    <a:pt x="7265" y="209"/>
                  </a:lnTo>
                  <a:lnTo>
                    <a:pt x="7311" y="232"/>
                  </a:lnTo>
                  <a:lnTo>
                    <a:pt x="7356" y="255"/>
                  </a:lnTo>
                  <a:lnTo>
                    <a:pt x="7401" y="281"/>
                  </a:lnTo>
                  <a:lnTo>
                    <a:pt x="7444" y="307"/>
                  </a:lnTo>
                  <a:lnTo>
                    <a:pt x="7487" y="333"/>
                  </a:lnTo>
                  <a:lnTo>
                    <a:pt x="7530" y="360"/>
                  </a:lnTo>
                  <a:lnTo>
                    <a:pt x="7571" y="389"/>
                  </a:lnTo>
                  <a:lnTo>
                    <a:pt x="7612" y="419"/>
                  </a:lnTo>
                  <a:lnTo>
                    <a:pt x="7651" y="450"/>
                  </a:lnTo>
                  <a:lnTo>
                    <a:pt x="7690" y="481"/>
                  </a:lnTo>
                  <a:lnTo>
                    <a:pt x="7730" y="513"/>
                  </a:lnTo>
                  <a:lnTo>
                    <a:pt x="7767" y="546"/>
                  </a:lnTo>
                  <a:lnTo>
                    <a:pt x="7804" y="580"/>
                  </a:lnTo>
                  <a:lnTo>
                    <a:pt x="7840" y="615"/>
                  </a:lnTo>
                  <a:lnTo>
                    <a:pt x="7875" y="651"/>
                  </a:lnTo>
                  <a:lnTo>
                    <a:pt x="7909" y="688"/>
                  </a:lnTo>
                  <a:lnTo>
                    <a:pt x="7943" y="726"/>
                  </a:lnTo>
                  <a:lnTo>
                    <a:pt x="7975" y="765"/>
                  </a:lnTo>
                  <a:lnTo>
                    <a:pt x="8007" y="805"/>
                  </a:lnTo>
                  <a:lnTo>
                    <a:pt x="8037" y="844"/>
                  </a:lnTo>
                  <a:lnTo>
                    <a:pt x="8067" y="885"/>
                  </a:lnTo>
                  <a:lnTo>
                    <a:pt x="8096" y="926"/>
                  </a:lnTo>
                  <a:lnTo>
                    <a:pt x="8124" y="968"/>
                  </a:lnTo>
                  <a:lnTo>
                    <a:pt x="8150" y="1012"/>
                  </a:lnTo>
                  <a:lnTo>
                    <a:pt x="8176" y="1056"/>
                  </a:lnTo>
                  <a:lnTo>
                    <a:pt x="8201" y="1100"/>
                  </a:lnTo>
                  <a:lnTo>
                    <a:pt x="8225" y="1145"/>
                  </a:lnTo>
                  <a:lnTo>
                    <a:pt x="8248" y="1191"/>
                  </a:lnTo>
                  <a:lnTo>
                    <a:pt x="8270" y="1238"/>
                  </a:lnTo>
                  <a:lnTo>
                    <a:pt x="8292" y="1285"/>
                  </a:lnTo>
                  <a:lnTo>
                    <a:pt x="8311" y="1334"/>
                  </a:lnTo>
                  <a:lnTo>
                    <a:pt x="8330" y="1382"/>
                  </a:lnTo>
                  <a:lnTo>
                    <a:pt x="8347" y="1431"/>
                  </a:lnTo>
                  <a:lnTo>
                    <a:pt x="8364" y="1481"/>
                  </a:lnTo>
                  <a:lnTo>
                    <a:pt x="8378" y="1531"/>
                  </a:lnTo>
                  <a:lnTo>
                    <a:pt x="8393" y="1581"/>
                  </a:lnTo>
                  <a:lnTo>
                    <a:pt x="8405" y="1631"/>
                  </a:lnTo>
                  <a:lnTo>
                    <a:pt x="8415" y="1682"/>
                  </a:lnTo>
                  <a:lnTo>
                    <a:pt x="8426" y="1734"/>
                  </a:lnTo>
                  <a:lnTo>
                    <a:pt x="8434" y="1786"/>
                  </a:lnTo>
                  <a:lnTo>
                    <a:pt x="8441" y="1838"/>
                  </a:lnTo>
                  <a:lnTo>
                    <a:pt x="8447" y="1890"/>
                  </a:lnTo>
                  <a:lnTo>
                    <a:pt x="8451" y="1944"/>
                  </a:lnTo>
                  <a:lnTo>
                    <a:pt x="8456" y="1997"/>
                  </a:lnTo>
                  <a:lnTo>
                    <a:pt x="8458" y="2052"/>
                  </a:lnTo>
                  <a:lnTo>
                    <a:pt x="8458" y="2105"/>
                  </a:lnTo>
                  <a:lnTo>
                    <a:pt x="8458" y="2160"/>
                  </a:lnTo>
                  <a:lnTo>
                    <a:pt x="8456" y="2214"/>
                  </a:lnTo>
                  <a:lnTo>
                    <a:pt x="8451" y="2268"/>
                  </a:lnTo>
                  <a:lnTo>
                    <a:pt x="8447" y="2321"/>
                  </a:lnTo>
                  <a:lnTo>
                    <a:pt x="8441" y="2374"/>
                  </a:lnTo>
                  <a:lnTo>
                    <a:pt x="8434" y="2426"/>
                  </a:lnTo>
                  <a:lnTo>
                    <a:pt x="8426" y="2478"/>
                  </a:lnTo>
                  <a:lnTo>
                    <a:pt x="8415" y="2530"/>
                  </a:lnTo>
                  <a:lnTo>
                    <a:pt x="8405" y="2581"/>
                  </a:lnTo>
                  <a:lnTo>
                    <a:pt x="8393" y="2632"/>
                  </a:lnTo>
                  <a:lnTo>
                    <a:pt x="8378" y="2683"/>
                  </a:lnTo>
                  <a:lnTo>
                    <a:pt x="8364" y="2732"/>
                  </a:lnTo>
                  <a:lnTo>
                    <a:pt x="8347" y="2782"/>
                  </a:lnTo>
                  <a:lnTo>
                    <a:pt x="8330" y="2831"/>
                  </a:lnTo>
                  <a:lnTo>
                    <a:pt x="8311" y="2880"/>
                  </a:lnTo>
                  <a:lnTo>
                    <a:pt x="8292" y="2929"/>
                  </a:lnTo>
                  <a:lnTo>
                    <a:pt x="8270" y="2976"/>
                  </a:lnTo>
                  <a:lnTo>
                    <a:pt x="8248" y="3022"/>
                  </a:lnTo>
                  <a:lnTo>
                    <a:pt x="8225" y="3068"/>
                  </a:lnTo>
                  <a:lnTo>
                    <a:pt x="8201" y="3114"/>
                  </a:lnTo>
                  <a:lnTo>
                    <a:pt x="8176" y="3158"/>
                  </a:lnTo>
                  <a:lnTo>
                    <a:pt x="8150" y="3201"/>
                  </a:lnTo>
                  <a:lnTo>
                    <a:pt x="8124" y="3244"/>
                  </a:lnTo>
                  <a:lnTo>
                    <a:pt x="8096" y="3287"/>
                  </a:lnTo>
                  <a:lnTo>
                    <a:pt x="8067" y="3328"/>
                  </a:lnTo>
                  <a:lnTo>
                    <a:pt x="8037" y="3369"/>
                  </a:lnTo>
                  <a:lnTo>
                    <a:pt x="8007" y="3409"/>
                  </a:lnTo>
                  <a:lnTo>
                    <a:pt x="7975" y="3448"/>
                  </a:lnTo>
                  <a:lnTo>
                    <a:pt x="7943" y="3486"/>
                  </a:lnTo>
                  <a:lnTo>
                    <a:pt x="7909" y="3523"/>
                  </a:lnTo>
                  <a:lnTo>
                    <a:pt x="7875" y="3560"/>
                  </a:lnTo>
                  <a:lnTo>
                    <a:pt x="7840" y="3596"/>
                  </a:lnTo>
                  <a:lnTo>
                    <a:pt x="7804" y="3631"/>
                  </a:lnTo>
                  <a:lnTo>
                    <a:pt x="7767" y="3666"/>
                  </a:lnTo>
                  <a:lnTo>
                    <a:pt x="7730" y="3699"/>
                  </a:lnTo>
                  <a:lnTo>
                    <a:pt x="7690" y="3732"/>
                  </a:lnTo>
                  <a:lnTo>
                    <a:pt x="7651" y="3763"/>
                  </a:lnTo>
                  <a:lnTo>
                    <a:pt x="7612" y="3794"/>
                  </a:lnTo>
                  <a:lnTo>
                    <a:pt x="7571" y="3824"/>
                  </a:lnTo>
                  <a:lnTo>
                    <a:pt x="7530" y="3852"/>
                  </a:lnTo>
                  <a:lnTo>
                    <a:pt x="7487" y="3879"/>
                  </a:lnTo>
                  <a:lnTo>
                    <a:pt x="7444" y="3906"/>
                  </a:lnTo>
                  <a:lnTo>
                    <a:pt x="7401" y="3933"/>
                  </a:lnTo>
                  <a:lnTo>
                    <a:pt x="7356" y="3958"/>
                  </a:lnTo>
                  <a:lnTo>
                    <a:pt x="7311" y="3981"/>
                  </a:lnTo>
                  <a:lnTo>
                    <a:pt x="7265" y="4004"/>
                  </a:lnTo>
                  <a:lnTo>
                    <a:pt x="7218" y="4026"/>
                  </a:lnTo>
                  <a:lnTo>
                    <a:pt x="7171" y="4047"/>
                  </a:lnTo>
                  <a:lnTo>
                    <a:pt x="7122" y="4068"/>
                  </a:lnTo>
                  <a:lnTo>
                    <a:pt x="7073" y="4086"/>
                  </a:lnTo>
                  <a:lnTo>
                    <a:pt x="7023" y="4104"/>
                  </a:lnTo>
                  <a:lnTo>
                    <a:pt x="6974" y="4119"/>
                  </a:lnTo>
                  <a:lnTo>
                    <a:pt x="6924" y="4135"/>
                  </a:lnTo>
                  <a:lnTo>
                    <a:pt x="6874" y="4148"/>
                  </a:lnTo>
                  <a:lnTo>
                    <a:pt x="6823" y="4160"/>
                  </a:lnTo>
                  <a:lnTo>
                    <a:pt x="6772" y="4172"/>
                  </a:lnTo>
                  <a:lnTo>
                    <a:pt x="6720" y="4181"/>
                  </a:lnTo>
                  <a:lnTo>
                    <a:pt x="6668" y="4190"/>
                  </a:lnTo>
                  <a:lnTo>
                    <a:pt x="6615" y="4197"/>
                  </a:lnTo>
                  <a:lnTo>
                    <a:pt x="6562" y="4202"/>
                  </a:lnTo>
                  <a:lnTo>
                    <a:pt x="6509" y="4208"/>
                  </a:lnTo>
                  <a:lnTo>
                    <a:pt x="6455" y="4211"/>
                  </a:lnTo>
                  <a:lnTo>
                    <a:pt x="6400" y="4213"/>
                  </a:lnTo>
                  <a:lnTo>
                    <a:pt x="6346" y="4213"/>
                  </a:lnTo>
                  <a:lnTo>
                    <a:pt x="6291" y="4213"/>
                  </a:lnTo>
                  <a:lnTo>
                    <a:pt x="6238" y="4211"/>
                  </a:lnTo>
                  <a:lnTo>
                    <a:pt x="6184" y="4208"/>
                  </a:lnTo>
                  <a:lnTo>
                    <a:pt x="6130" y="4202"/>
                  </a:lnTo>
                  <a:lnTo>
                    <a:pt x="6078" y="4197"/>
                  </a:lnTo>
                  <a:lnTo>
                    <a:pt x="6025" y="4190"/>
                  </a:lnTo>
                  <a:lnTo>
                    <a:pt x="5973" y="4181"/>
                  </a:lnTo>
                  <a:lnTo>
                    <a:pt x="5921" y="4172"/>
                  </a:lnTo>
                  <a:lnTo>
                    <a:pt x="5869" y="4160"/>
                  </a:lnTo>
                  <a:lnTo>
                    <a:pt x="5819" y="4148"/>
                  </a:lnTo>
                  <a:lnTo>
                    <a:pt x="5768" y="4135"/>
                  </a:lnTo>
                  <a:lnTo>
                    <a:pt x="5718" y="4119"/>
                  </a:lnTo>
                  <a:lnTo>
                    <a:pt x="5668" y="4104"/>
                  </a:lnTo>
                  <a:lnTo>
                    <a:pt x="5619" y="4086"/>
                  </a:lnTo>
                  <a:lnTo>
                    <a:pt x="5570" y="4068"/>
                  </a:lnTo>
                  <a:lnTo>
                    <a:pt x="5522" y="4047"/>
                  </a:lnTo>
                  <a:lnTo>
                    <a:pt x="5473" y="4026"/>
                  </a:lnTo>
                  <a:lnTo>
                    <a:pt x="5426" y="4004"/>
                  </a:lnTo>
                  <a:lnTo>
                    <a:pt x="5380" y="3981"/>
                  </a:lnTo>
                  <a:lnTo>
                    <a:pt x="5334" y="3958"/>
                  </a:lnTo>
                  <a:lnTo>
                    <a:pt x="5289" y="3933"/>
                  </a:lnTo>
                  <a:lnTo>
                    <a:pt x="5245" y="3906"/>
                  </a:lnTo>
                  <a:lnTo>
                    <a:pt x="5201" y="3879"/>
                  </a:lnTo>
                  <a:lnTo>
                    <a:pt x="5159" y="3852"/>
                  </a:lnTo>
                  <a:lnTo>
                    <a:pt x="5117" y="3824"/>
                  </a:lnTo>
                  <a:lnTo>
                    <a:pt x="5076" y="3794"/>
                  </a:lnTo>
                  <a:lnTo>
                    <a:pt x="5035" y="3763"/>
                  </a:lnTo>
                  <a:lnTo>
                    <a:pt x="4996" y="3732"/>
                  </a:lnTo>
                  <a:lnTo>
                    <a:pt x="4957" y="3699"/>
                  </a:lnTo>
                  <a:lnTo>
                    <a:pt x="4919" y="3666"/>
                  </a:lnTo>
                  <a:lnTo>
                    <a:pt x="4882" y="3631"/>
                  </a:lnTo>
                  <a:lnTo>
                    <a:pt x="4845" y="3596"/>
                  </a:lnTo>
                  <a:lnTo>
                    <a:pt x="4809" y="3560"/>
                  </a:lnTo>
                  <a:lnTo>
                    <a:pt x="4775" y="3523"/>
                  </a:lnTo>
                  <a:lnTo>
                    <a:pt x="4741" y="3486"/>
                  </a:lnTo>
                  <a:lnTo>
                    <a:pt x="4709" y="3448"/>
                  </a:lnTo>
                  <a:lnTo>
                    <a:pt x="4677" y="3409"/>
                  </a:lnTo>
                  <a:lnTo>
                    <a:pt x="4646" y="3369"/>
                  </a:lnTo>
                  <a:lnTo>
                    <a:pt x="4617" y="3328"/>
                  </a:lnTo>
                  <a:lnTo>
                    <a:pt x="4588" y="3287"/>
                  </a:lnTo>
                  <a:lnTo>
                    <a:pt x="4560" y="3244"/>
                  </a:lnTo>
                  <a:lnTo>
                    <a:pt x="4533" y="3201"/>
                  </a:lnTo>
                  <a:lnTo>
                    <a:pt x="4507" y="3158"/>
                  </a:lnTo>
                  <a:lnTo>
                    <a:pt x="4482" y="3114"/>
                  </a:lnTo>
                  <a:lnTo>
                    <a:pt x="4458" y="3068"/>
                  </a:lnTo>
                  <a:lnTo>
                    <a:pt x="4435" y="3022"/>
                  </a:lnTo>
                  <a:lnTo>
                    <a:pt x="4412" y="2976"/>
                  </a:lnTo>
                  <a:lnTo>
                    <a:pt x="4392" y="2929"/>
                  </a:lnTo>
                  <a:lnTo>
                    <a:pt x="4371" y="2880"/>
                  </a:lnTo>
                  <a:lnTo>
                    <a:pt x="4353" y="2831"/>
                  </a:lnTo>
                  <a:lnTo>
                    <a:pt x="4335" y="2782"/>
                  </a:lnTo>
                  <a:lnTo>
                    <a:pt x="4320" y="2732"/>
                  </a:lnTo>
                  <a:lnTo>
                    <a:pt x="4304" y="2683"/>
                  </a:lnTo>
                  <a:lnTo>
                    <a:pt x="4291" y="2632"/>
                  </a:lnTo>
                  <a:lnTo>
                    <a:pt x="4278" y="2581"/>
                  </a:lnTo>
                  <a:lnTo>
                    <a:pt x="4267" y="2530"/>
                  </a:lnTo>
                  <a:lnTo>
                    <a:pt x="4258" y="2478"/>
                  </a:lnTo>
                  <a:lnTo>
                    <a:pt x="4248" y="2426"/>
                  </a:lnTo>
                  <a:lnTo>
                    <a:pt x="4241" y="2374"/>
                  </a:lnTo>
                  <a:lnTo>
                    <a:pt x="4236" y="2321"/>
                  </a:lnTo>
                  <a:lnTo>
                    <a:pt x="4231" y="2268"/>
                  </a:lnTo>
                  <a:lnTo>
                    <a:pt x="4228" y="2214"/>
                  </a:lnTo>
                  <a:lnTo>
                    <a:pt x="4226" y="2160"/>
                  </a:lnTo>
                  <a:lnTo>
                    <a:pt x="4226" y="2105"/>
                  </a:lnTo>
                  <a:close/>
                  <a:moveTo>
                    <a:pt x="2110" y="16464"/>
                  </a:moveTo>
                  <a:lnTo>
                    <a:pt x="2055" y="16463"/>
                  </a:lnTo>
                  <a:lnTo>
                    <a:pt x="2001" y="16462"/>
                  </a:lnTo>
                  <a:lnTo>
                    <a:pt x="1948" y="16459"/>
                  </a:lnTo>
                  <a:lnTo>
                    <a:pt x="1894" y="16454"/>
                  </a:lnTo>
                  <a:lnTo>
                    <a:pt x="1842" y="16449"/>
                  </a:lnTo>
                  <a:lnTo>
                    <a:pt x="1789" y="16441"/>
                  </a:lnTo>
                  <a:lnTo>
                    <a:pt x="1736" y="16433"/>
                  </a:lnTo>
                  <a:lnTo>
                    <a:pt x="1686" y="16423"/>
                  </a:lnTo>
                  <a:lnTo>
                    <a:pt x="1634" y="16413"/>
                  </a:lnTo>
                  <a:lnTo>
                    <a:pt x="1584" y="16400"/>
                  </a:lnTo>
                  <a:lnTo>
                    <a:pt x="1533" y="16387"/>
                  </a:lnTo>
                  <a:lnTo>
                    <a:pt x="1483" y="16371"/>
                  </a:lnTo>
                  <a:lnTo>
                    <a:pt x="1433" y="16355"/>
                  </a:lnTo>
                  <a:lnTo>
                    <a:pt x="1384" y="16337"/>
                  </a:lnTo>
                  <a:lnTo>
                    <a:pt x="1335" y="16319"/>
                  </a:lnTo>
                  <a:lnTo>
                    <a:pt x="1287" y="16298"/>
                  </a:lnTo>
                  <a:lnTo>
                    <a:pt x="1239" y="16278"/>
                  </a:lnTo>
                  <a:lnTo>
                    <a:pt x="1192" y="16256"/>
                  </a:lnTo>
                  <a:lnTo>
                    <a:pt x="1147" y="16232"/>
                  </a:lnTo>
                  <a:lnTo>
                    <a:pt x="1101" y="16209"/>
                  </a:lnTo>
                  <a:lnTo>
                    <a:pt x="1056" y="16184"/>
                  </a:lnTo>
                  <a:lnTo>
                    <a:pt x="1013" y="16158"/>
                  </a:lnTo>
                  <a:lnTo>
                    <a:pt x="969" y="16132"/>
                  </a:lnTo>
                  <a:lnTo>
                    <a:pt x="927" y="16104"/>
                  </a:lnTo>
                  <a:lnTo>
                    <a:pt x="886" y="16075"/>
                  </a:lnTo>
                  <a:lnTo>
                    <a:pt x="845" y="16046"/>
                  </a:lnTo>
                  <a:lnTo>
                    <a:pt x="805" y="16015"/>
                  </a:lnTo>
                  <a:lnTo>
                    <a:pt x="766" y="15983"/>
                  </a:lnTo>
                  <a:lnTo>
                    <a:pt x="727" y="15952"/>
                  </a:lnTo>
                  <a:lnTo>
                    <a:pt x="690" y="15919"/>
                  </a:lnTo>
                  <a:lnTo>
                    <a:pt x="653" y="15884"/>
                  </a:lnTo>
                  <a:lnTo>
                    <a:pt x="617" y="15849"/>
                  </a:lnTo>
                  <a:lnTo>
                    <a:pt x="582" y="15813"/>
                  </a:lnTo>
                  <a:lnTo>
                    <a:pt x="547" y="15776"/>
                  </a:lnTo>
                  <a:lnTo>
                    <a:pt x="514" y="15739"/>
                  </a:lnTo>
                  <a:lnTo>
                    <a:pt x="482" y="15699"/>
                  </a:lnTo>
                  <a:lnTo>
                    <a:pt x="450" y="15660"/>
                  </a:lnTo>
                  <a:lnTo>
                    <a:pt x="419" y="15621"/>
                  </a:lnTo>
                  <a:lnTo>
                    <a:pt x="390" y="15580"/>
                  </a:lnTo>
                  <a:lnTo>
                    <a:pt x="361" y="15539"/>
                  </a:lnTo>
                  <a:lnTo>
                    <a:pt x="333" y="15497"/>
                  </a:lnTo>
                  <a:lnTo>
                    <a:pt x="306" y="15454"/>
                  </a:lnTo>
                  <a:lnTo>
                    <a:pt x="280" y="15410"/>
                  </a:lnTo>
                  <a:lnTo>
                    <a:pt x="256" y="15365"/>
                  </a:lnTo>
                  <a:lnTo>
                    <a:pt x="232" y="15320"/>
                  </a:lnTo>
                  <a:lnTo>
                    <a:pt x="208" y="15274"/>
                  </a:lnTo>
                  <a:lnTo>
                    <a:pt x="187" y="15227"/>
                  </a:lnTo>
                  <a:lnTo>
                    <a:pt x="166" y="15179"/>
                  </a:lnTo>
                  <a:lnTo>
                    <a:pt x="145" y="15131"/>
                  </a:lnTo>
                  <a:lnTo>
                    <a:pt x="127" y="15082"/>
                  </a:lnTo>
                  <a:lnTo>
                    <a:pt x="109" y="15034"/>
                  </a:lnTo>
                  <a:lnTo>
                    <a:pt x="93" y="14984"/>
                  </a:lnTo>
                  <a:lnTo>
                    <a:pt x="77" y="14934"/>
                  </a:lnTo>
                  <a:lnTo>
                    <a:pt x="64" y="14883"/>
                  </a:lnTo>
                  <a:lnTo>
                    <a:pt x="52" y="14833"/>
                  </a:lnTo>
                  <a:lnTo>
                    <a:pt x="41" y="14782"/>
                  </a:lnTo>
                  <a:lnTo>
                    <a:pt x="31" y="14730"/>
                  </a:lnTo>
                  <a:lnTo>
                    <a:pt x="23" y="14679"/>
                  </a:lnTo>
                  <a:lnTo>
                    <a:pt x="15" y="14626"/>
                  </a:lnTo>
                  <a:lnTo>
                    <a:pt x="10" y="14574"/>
                  </a:lnTo>
                  <a:lnTo>
                    <a:pt x="5" y="14520"/>
                  </a:lnTo>
                  <a:lnTo>
                    <a:pt x="2" y="14467"/>
                  </a:lnTo>
                  <a:lnTo>
                    <a:pt x="1" y="14413"/>
                  </a:lnTo>
                  <a:lnTo>
                    <a:pt x="0" y="14359"/>
                  </a:lnTo>
                  <a:lnTo>
                    <a:pt x="0" y="13516"/>
                  </a:lnTo>
                  <a:lnTo>
                    <a:pt x="9729" y="13516"/>
                  </a:lnTo>
                  <a:lnTo>
                    <a:pt x="9729" y="12247"/>
                  </a:lnTo>
                  <a:lnTo>
                    <a:pt x="0" y="12247"/>
                  </a:lnTo>
                  <a:lnTo>
                    <a:pt x="0" y="7598"/>
                  </a:lnTo>
                  <a:lnTo>
                    <a:pt x="1" y="7544"/>
                  </a:lnTo>
                  <a:lnTo>
                    <a:pt x="2" y="7489"/>
                  </a:lnTo>
                  <a:lnTo>
                    <a:pt x="5" y="7436"/>
                  </a:lnTo>
                  <a:lnTo>
                    <a:pt x="10" y="7383"/>
                  </a:lnTo>
                  <a:lnTo>
                    <a:pt x="15" y="7330"/>
                  </a:lnTo>
                  <a:lnTo>
                    <a:pt x="23" y="7277"/>
                  </a:lnTo>
                  <a:lnTo>
                    <a:pt x="31" y="7226"/>
                  </a:lnTo>
                  <a:lnTo>
                    <a:pt x="41" y="7174"/>
                  </a:lnTo>
                  <a:lnTo>
                    <a:pt x="52" y="7123"/>
                  </a:lnTo>
                  <a:lnTo>
                    <a:pt x="64" y="7072"/>
                  </a:lnTo>
                  <a:lnTo>
                    <a:pt x="77" y="7022"/>
                  </a:lnTo>
                  <a:lnTo>
                    <a:pt x="93" y="6971"/>
                  </a:lnTo>
                  <a:lnTo>
                    <a:pt x="109" y="6923"/>
                  </a:lnTo>
                  <a:lnTo>
                    <a:pt x="127" y="6874"/>
                  </a:lnTo>
                  <a:lnTo>
                    <a:pt x="145" y="6825"/>
                  </a:lnTo>
                  <a:lnTo>
                    <a:pt x="166" y="6777"/>
                  </a:lnTo>
                  <a:lnTo>
                    <a:pt x="187" y="6730"/>
                  </a:lnTo>
                  <a:lnTo>
                    <a:pt x="208" y="6682"/>
                  </a:lnTo>
                  <a:lnTo>
                    <a:pt x="232" y="6637"/>
                  </a:lnTo>
                  <a:lnTo>
                    <a:pt x="256" y="6591"/>
                  </a:lnTo>
                  <a:lnTo>
                    <a:pt x="280" y="6546"/>
                  </a:lnTo>
                  <a:lnTo>
                    <a:pt x="306" y="6503"/>
                  </a:lnTo>
                  <a:lnTo>
                    <a:pt x="333" y="6460"/>
                  </a:lnTo>
                  <a:lnTo>
                    <a:pt x="361" y="6418"/>
                  </a:lnTo>
                  <a:lnTo>
                    <a:pt x="390" y="6377"/>
                  </a:lnTo>
                  <a:lnTo>
                    <a:pt x="419" y="6336"/>
                  </a:lnTo>
                  <a:lnTo>
                    <a:pt x="450" y="6295"/>
                  </a:lnTo>
                  <a:lnTo>
                    <a:pt x="482" y="6256"/>
                  </a:lnTo>
                  <a:lnTo>
                    <a:pt x="514" y="6218"/>
                  </a:lnTo>
                  <a:lnTo>
                    <a:pt x="547" y="6180"/>
                  </a:lnTo>
                  <a:lnTo>
                    <a:pt x="582" y="6144"/>
                  </a:lnTo>
                  <a:lnTo>
                    <a:pt x="617" y="6107"/>
                  </a:lnTo>
                  <a:lnTo>
                    <a:pt x="653" y="6072"/>
                  </a:lnTo>
                  <a:lnTo>
                    <a:pt x="690" y="6038"/>
                  </a:lnTo>
                  <a:lnTo>
                    <a:pt x="727" y="6005"/>
                  </a:lnTo>
                  <a:lnTo>
                    <a:pt x="766" y="5972"/>
                  </a:lnTo>
                  <a:lnTo>
                    <a:pt x="805" y="5941"/>
                  </a:lnTo>
                  <a:lnTo>
                    <a:pt x="845" y="5911"/>
                  </a:lnTo>
                  <a:lnTo>
                    <a:pt x="886" y="5882"/>
                  </a:lnTo>
                  <a:lnTo>
                    <a:pt x="927" y="5853"/>
                  </a:lnTo>
                  <a:lnTo>
                    <a:pt x="969" y="5825"/>
                  </a:lnTo>
                  <a:lnTo>
                    <a:pt x="1013" y="5798"/>
                  </a:lnTo>
                  <a:lnTo>
                    <a:pt x="1056" y="5773"/>
                  </a:lnTo>
                  <a:lnTo>
                    <a:pt x="1101" y="5748"/>
                  </a:lnTo>
                  <a:lnTo>
                    <a:pt x="1147" y="5724"/>
                  </a:lnTo>
                  <a:lnTo>
                    <a:pt x="1192" y="5701"/>
                  </a:lnTo>
                  <a:lnTo>
                    <a:pt x="1239" y="5679"/>
                  </a:lnTo>
                  <a:lnTo>
                    <a:pt x="1287" y="5657"/>
                  </a:lnTo>
                  <a:lnTo>
                    <a:pt x="1335" y="5638"/>
                  </a:lnTo>
                  <a:lnTo>
                    <a:pt x="1384" y="5619"/>
                  </a:lnTo>
                  <a:lnTo>
                    <a:pt x="1433" y="5602"/>
                  </a:lnTo>
                  <a:lnTo>
                    <a:pt x="1483" y="5585"/>
                  </a:lnTo>
                  <a:lnTo>
                    <a:pt x="1533" y="5571"/>
                  </a:lnTo>
                  <a:lnTo>
                    <a:pt x="1584" y="5557"/>
                  </a:lnTo>
                  <a:lnTo>
                    <a:pt x="1634" y="5544"/>
                  </a:lnTo>
                  <a:lnTo>
                    <a:pt x="1686" y="5534"/>
                  </a:lnTo>
                  <a:lnTo>
                    <a:pt x="1736" y="5524"/>
                  </a:lnTo>
                  <a:lnTo>
                    <a:pt x="1789" y="5515"/>
                  </a:lnTo>
                  <a:lnTo>
                    <a:pt x="1842" y="5508"/>
                  </a:lnTo>
                  <a:lnTo>
                    <a:pt x="1894" y="5503"/>
                  </a:lnTo>
                  <a:lnTo>
                    <a:pt x="1948" y="5498"/>
                  </a:lnTo>
                  <a:lnTo>
                    <a:pt x="2001" y="5495"/>
                  </a:lnTo>
                  <a:lnTo>
                    <a:pt x="2055" y="5493"/>
                  </a:lnTo>
                  <a:lnTo>
                    <a:pt x="2110" y="5493"/>
                  </a:lnTo>
                  <a:lnTo>
                    <a:pt x="10590" y="5493"/>
                  </a:lnTo>
                  <a:lnTo>
                    <a:pt x="10644" y="5493"/>
                  </a:lnTo>
                  <a:lnTo>
                    <a:pt x="10698" y="5495"/>
                  </a:lnTo>
                  <a:lnTo>
                    <a:pt x="10752" y="5498"/>
                  </a:lnTo>
                  <a:lnTo>
                    <a:pt x="10806" y="5503"/>
                  </a:lnTo>
                  <a:lnTo>
                    <a:pt x="10858" y="5508"/>
                  </a:lnTo>
                  <a:lnTo>
                    <a:pt x="10911" y="5515"/>
                  </a:lnTo>
                  <a:lnTo>
                    <a:pt x="10962" y="5524"/>
                  </a:lnTo>
                  <a:lnTo>
                    <a:pt x="11015" y="5534"/>
                  </a:lnTo>
                  <a:lnTo>
                    <a:pt x="11065" y="5544"/>
                  </a:lnTo>
                  <a:lnTo>
                    <a:pt x="11117" y="5557"/>
                  </a:lnTo>
                  <a:lnTo>
                    <a:pt x="11168" y="5571"/>
                  </a:lnTo>
                  <a:lnTo>
                    <a:pt x="11218" y="5585"/>
                  </a:lnTo>
                  <a:lnTo>
                    <a:pt x="11268" y="5602"/>
                  </a:lnTo>
                  <a:lnTo>
                    <a:pt x="11316" y="5619"/>
                  </a:lnTo>
                  <a:lnTo>
                    <a:pt x="11366" y="5638"/>
                  </a:lnTo>
                  <a:lnTo>
                    <a:pt x="11414" y="5657"/>
                  </a:lnTo>
                  <a:lnTo>
                    <a:pt x="11462" y="5679"/>
                  </a:lnTo>
                  <a:lnTo>
                    <a:pt x="11509" y="5701"/>
                  </a:lnTo>
                  <a:lnTo>
                    <a:pt x="11556" y="5724"/>
                  </a:lnTo>
                  <a:lnTo>
                    <a:pt x="11602" y="5748"/>
                  </a:lnTo>
                  <a:lnTo>
                    <a:pt x="11646" y="5773"/>
                  </a:lnTo>
                  <a:lnTo>
                    <a:pt x="11690" y="5798"/>
                  </a:lnTo>
                  <a:lnTo>
                    <a:pt x="11734" y="5825"/>
                  </a:lnTo>
                  <a:lnTo>
                    <a:pt x="11776" y="5853"/>
                  </a:lnTo>
                  <a:lnTo>
                    <a:pt x="11818" y="5882"/>
                  </a:lnTo>
                  <a:lnTo>
                    <a:pt x="11858" y="5911"/>
                  </a:lnTo>
                  <a:lnTo>
                    <a:pt x="11899" y="5941"/>
                  </a:lnTo>
                  <a:lnTo>
                    <a:pt x="11938" y="5972"/>
                  </a:lnTo>
                  <a:lnTo>
                    <a:pt x="11976" y="6005"/>
                  </a:lnTo>
                  <a:lnTo>
                    <a:pt x="12014" y="6038"/>
                  </a:lnTo>
                  <a:lnTo>
                    <a:pt x="12051" y="6072"/>
                  </a:lnTo>
                  <a:lnTo>
                    <a:pt x="12087" y="6107"/>
                  </a:lnTo>
                  <a:lnTo>
                    <a:pt x="12122" y="6144"/>
                  </a:lnTo>
                  <a:lnTo>
                    <a:pt x="12156" y="6180"/>
                  </a:lnTo>
                  <a:lnTo>
                    <a:pt x="12190" y="6218"/>
                  </a:lnTo>
                  <a:lnTo>
                    <a:pt x="12222" y="6256"/>
                  </a:lnTo>
                  <a:lnTo>
                    <a:pt x="12254" y="6295"/>
                  </a:lnTo>
                  <a:lnTo>
                    <a:pt x="12284" y="6336"/>
                  </a:lnTo>
                  <a:lnTo>
                    <a:pt x="12314" y="6377"/>
                  </a:lnTo>
                  <a:lnTo>
                    <a:pt x="12343" y="6418"/>
                  </a:lnTo>
                  <a:lnTo>
                    <a:pt x="12371" y="6460"/>
                  </a:lnTo>
                  <a:lnTo>
                    <a:pt x="12398" y="6503"/>
                  </a:lnTo>
                  <a:lnTo>
                    <a:pt x="12423" y="6546"/>
                  </a:lnTo>
                  <a:lnTo>
                    <a:pt x="12448" y="6591"/>
                  </a:lnTo>
                  <a:lnTo>
                    <a:pt x="12472" y="6637"/>
                  </a:lnTo>
                  <a:lnTo>
                    <a:pt x="12496" y="6682"/>
                  </a:lnTo>
                  <a:lnTo>
                    <a:pt x="12517" y="6730"/>
                  </a:lnTo>
                  <a:lnTo>
                    <a:pt x="12539" y="6777"/>
                  </a:lnTo>
                  <a:lnTo>
                    <a:pt x="12560" y="6825"/>
                  </a:lnTo>
                  <a:lnTo>
                    <a:pt x="12578" y="6874"/>
                  </a:lnTo>
                  <a:lnTo>
                    <a:pt x="12596" y="6923"/>
                  </a:lnTo>
                  <a:lnTo>
                    <a:pt x="12612" y="6971"/>
                  </a:lnTo>
                  <a:lnTo>
                    <a:pt x="12627" y="7022"/>
                  </a:lnTo>
                  <a:lnTo>
                    <a:pt x="12640" y="7072"/>
                  </a:lnTo>
                  <a:lnTo>
                    <a:pt x="12652" y="7123"/>
                  </a:lnTo>
                  <a:lnTo>
                    <a:pt x="12664" y="7174"/>
                  </a:lnTo>
                  <a:lnTo>
                    <a:pt x="12673" y="7226"/>
                  </a:lnTo>
                  <a:lnTo>
                    <a:pt x="12681" y="7277"/>
                  </a:lnTo>
                  <a:lnTo>
                    <a:pt x="12689" y="7330"/>
                  </a:lnTo>
                  <a:lnTo>
                    <a:pt x="12695" y="7383"/>
                  </a:lnTo>
                  <a:lnTo>
                    <a:pt x="12699" y="7436"/>
                  </a:lnTo>
                  <a:lnTo>
                    <a:pt x="12702" y="7489"/>
                  </a:lnTo>
                  <a:lnTo>
                    <a:pt x="12704" y="7544"/>
                  </a:lnTo>
                  <a:lnTo>
                    <a:pt x="12705" y="7598"/>
                  </a:lnTo>
                  <a:lnTo>
                    <a:pt x="12705" y="8441"/>
                  </a:lnTo>
                  <a:lnTo>
                    <a:pt x="2954" y="8441"/>
                  </a:lnTo>
                  <a:lnTo>
                    <a:pt x="2954" y="9703"/>
                  </a:lnTo>
                  <a:lnTo>
                    <a:pt x="12705" y="9703"/>
                  </a:lnTo>
                  <a:lnTo>
                    <a:pt x="12705" y="14359"/>
                  </a:lnTo>
                  <a:lnTo>
                    <a:pt x="12704" y="14413"/>
                  </a:lnTo>
                  <a:lnTo>
                    <a:pt x="12702" y="14467"/>
                  </a:lnTo>
                  <a:lnTo>
                    <a:pt x="12699" y="14520"/>
                  </a:lnTo>
                  <a:lnTo>
                    <a:pt x="12695" y="14574"/>
                  </a:lnTo>
                  <a:lnTo>
                    <a:pt x="12689" y="14626"/>
                  </a:lnTo>
                  <a:lnTo>
                    <a:pt x="12681" y="14679"/>
                  </a:lnTo>
                  <a:lnTo>
                    <a:pt x="12673" y="14730"/>
                  </a:lnTo>
                  <a:lnTo>
                    <a:pt x="12664" y="14782"/>
                  </a:lnTo>
                  <a:lnTo>
                    <a:pt x="12652" y="14833"/>
                  </a:lnTo>
                  <a:lnTo>
                    <a:pt x="12640" y="14883"/>
                  </a:lnTo>
                  <a:lnTo>
                    <a:pt x="12627" y="14934"/>
                  </a:lnTo>
                  <a:lnTo>
                    <a:pt x="12612" y="14984"/>
                  </a:lnTo>
                  <a:lnTo>
                    <a:pt x="12596" y="15034"/>
                  </a:lnTo>
                  <a:lnTo>
                    <a:pt x="12578" y="15082"/>
                  </a:lnTo>
                  <a:lnTo>
                    <a:pt x="12560" y="15131"/>
                  </a:lnTo>
                  <a:lnTo>
                    <a:pt x="12539" y="15179"/>
                  </a:lnTo>
                  <a:lnTo>
                    <a:pt x="12517" y="15227"/>
                  </a:lnTo>
                  <a:lnTo>
                    <a:pt x="12496" y="15274"/>
                  </a:lnTo>
                  <a:lnTo>
                    <a:pt x="12472" y="15320"/>
                  </a:lnTo>
                  <a:lnTo>
                    <a:pt x="12448" y="15365"/>
                  </a:lnTo>
                  <a:lnTo>
                    <a:pt x="12423" y="15410"/>
                  </a:lnTo>
                  <a:lnTo>
                    <a:pt x="12398" y="15454"/>
                  </a:lnTo>
                  <a:lnTo>
                    <a:pt x="12371" y="15497"/>
                  </a:lnTo>
                  <a:lnTo>
                    <a:pt x="12343" y="15539"/>
                  </a:lnTo>
                  <a:lnTo>
                    <a:pt x="12314" y="15580"/>
                  </a:lnTo>
                  <a:lnTo>
                    <a:pt x="12284" y="15621"/>
                  </a:lnTo>
                  <a:lnTo>
                    <a:pt x="12254" y="15660"/>
                  </a:lnTo>
                  <a:lnTo>
                    <a:pt x="12222" y="15699"/>
                  </a:lnTo>
                  <a:lnTo>
                    <a:pt x="12190" y="15739"/>
                  </a:lnTo>
                  <a:lnTo>
                    <a:pt x="12156" y="15776"/>
                  </a:lnTo>
                  <a:lnTo>
                    <a:pt x="12122" y="15813"/>
                  </a:lnTo>
                  <a:lnTo>
                    <a:pt x="12087" y="15849"/>
                  </a:lnTo>
                  <a:lnTo>
                    <a:pt x="12051" y="15884"/>
                  </a:lnTo>
                  <a:lnTo>
                    <a:pt x="12014" y="15919"/>
                  </a:lnTo>
                  <a:lnTo>
                    <a:pt x="11976" y="15952"/>
                  </a:lnTo>
                  <a:lnTo>
                    <a:pt x="11938" y="15983"/>
                  </a:lnTo>
                  <a:lnTo>
                    <a:pt x="11899" y="16015"/>
                  </a:lnTo>
                  <a:lnTo>
                    <a:pt x="11858" y="16046"/>
                  </a:lnTo>
                  <a:lnTo>
                    <a:pt x="11818" y="16075"/>
                  </a:lnTo>
                  <a:lnTo>
                    <a:pt x="11776" y="16104"/>
                  </a:lnTo>
                  <a:lnTo>
                    <a:pt x="11734" y="16132"/>
                  </a:lnTo>
                  <a:lnTo>
                    <a:pt x="11690" y="16158"/>
                  </a:lnTo>
                  <a:lnTo>
                    <a:pt x="11646" y="16184"/>
                  </a:lnTo>
                  <a:lnTo>
                    <a:pt x="11602" y="16209"/>
                  </a:lnTo>
                  <a:lnTo>
                    <a:pt x="11556" y="16232"/>
                  </a:lnTo>
                  <a:lnTo>
                    <a:pt x="11509" y="16256"/>
                  </a:lnTo>
                  <a:lnTo>
                    <a:pt x="11462" y="16278"/>
                  </a:lnTo>
                  <a:lnTo>
                    <a:pt x="11414" y="16298"/>
                  </a:lnTo>
                  <a:lnTo>
                    <a:pt x="11366" y="16319"/>
                  </a:lnTo>
                  <a:lnTo>
                    <a:pt x="11316" y="16337"/>
                  </a:lnTo>
                  <a:lnTo>
                    <a:pt x="11268" y="16355"/>
                  </a:lnTo>
                  <a:lnTo>
                    <a:pt x="11218" y="16371"/>
                  </a:lnTo>
                  <a:lnTo>
                    <a:pt x="11168" y="16387"/>
                  </a:lnTo>
                  <a:lnTo>
                    <a:pt x="11117" y="16400"/>
                  </a:lnTo>
                  <a:lnTo>
                    <a:pt x="11065" y="16413"/>
                  </a:lnTo>
                  <a:lnTo>
                    <a:pt x="11015" y="16423"/>
                  </a:lnTo>
                  <a:lnTo>
                    <a:pt x="10962" y="16433"/>
                  </a:lnTo>
                  <a:lnTo>
                    <a:pt x="10911" y="16441"/>
                  </a:lnTo>
                  <a:lnTo>
                    <a:pt x="10858" y="16449"/>
                  </a:lnTo>
                  <a:lnTo>
                    <a:pt x="10806" y="16454"/>
                  </a:lnTo>
                  <a:lnTo>
                    <a:pt x="10752" y="16459"/>
                  </a:lnTo>
                  <a:lnTo>
                    <a:pt x="10698" y="16462"/>
                  </a:lnTo>
                  <a:lnTo>
                    <a:pt x="10644" y="16463"/>
                  </a:lnTo>
                  <a:lnTo>
                    <a:pt x="10590" y="16464"/>
                  </a:lnTo>
                  <a:lnTo>
                    <a:pt x="2110" y="16464"/>
                  </a:lnTo>
                  <a:close/>
                </a:path>
              </a:pathLst>
            </a:custGeom>
            <a:solidFill>
              <a:schemeClr val="tx2"/>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de-DE" sz="2400" b="0" i="0" u="none" strike="noStrike" kern="0" cap="none" spc="0" normalizeH="0" baseline="0" noProof="0">
                <a:ln>
                  <a:noFill/>
                </a:ln>
                <a:solidFill>
                  <a:schemeClr val="tx1"/>
                </a:solidFill>
                <a:effectLst/>
                <a:uLnTx/>
                <a:uFillTx/>
                <a:latin typeface="Sparkasse Head"/>
                <a:cs typeface="Sparkasse Head"/>
              </a:endParaRPr>
            </a:p>
          </p:txBody>
        </p:sp>
      </p:grpSp>
    </p:spTree>
    <p:extLst>
      <p:ext uri="{BB962C8B-B14F-4D97-AF65-F5344CB8AC3E}">
        <p14:creationId xmlns:p14="http://schemas.microsoft.com/office/powerpoint/2010/main" val="5528084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el-Folie #1">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1152525" y="1189428"/>
            <a:ext cx="10488613" cy="2376000"/>
          </a:xfrm>
        </p:spPr>
        <p:txBody>
          <a:bodyPr anchor="b" anchorCtr="0"/>
          <a:lstStyle>
            <a:lvl1pPr algn="ctr">
              <a:defRPr sz="4800">
                <a:solidFill>
                  <a:schemeClr val="bg1"/>
                </a:solidFill>
              </a:defRPr>
            </a:lvl1pPr>
          </a:lstStyle>
          <a:p>
            <a:r>
              <a:rPr lang="de-DE" dirty="0"/>
              <a:t>Titel #1 Sparkasse Head 48pt </a:t>
            </a:r>
            <a:br>
              <a:rPr lang="de-DE" dirty="0"/>
            </a:br>
            <a:r>
              <a:rPr lang="de-DE" dirty="0"/>
              <a:t>zentriert ein- bis dreizeilig</a:t>
            </a:r>
          </a:p>
        </p:txBody>
      </p:sp>
      <p:sp>
        <p:nvSpPr>
          <p:cNvPr id="3" name="Untertitel 2">
            <a:extLst>
              <a:ext uri="{FF2B5EF4-FFF2-40B4-BE49-F238E27FC236}">
                <a16:creationId xmlns:a16="http://schemas.microsoft.com/office/drawing/2014/main" id="{47C4F625-5994-40E2-A7F6-DEFBD05E874F}"/>
              </a:ext>
            </a:extLst>
          </p:cNvPr>
          <p:cNvSpPr>
            <a:spLocks noGrp="1"/>
          </p:cNvSpPr>
          <p:nvPr>
            <p:ph type="subTitle" idx="1" hasCustomPrompt="1"/>
          </p:nvPr>
        </p:nvSpPr>
        <p:spPr>
          <a:xfrm>
            <a:off x="1152525" y="3716850"/>
            <a:ext cx="10488612" cy="396000"/>
          </a:xfrm>
        </p:spPr>
        <p:txBody>
          <a:bodyPr/>
          <a:lstStyle>
            <a:lvl1pPr marL="0" indent="0" algn="ctr">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A7A7EE83-79EA-460F-89C1-5479B11B3B09}"/>
              </a:ext>
            </a:extLst>
          </p:cNvPr>
          <p:cNvSpPr>
            <a:spLocks noGrp="1"/>
          </p:cNvSpPr>
          <p:nvPr>
            <p:ph type="body" idx="13" hasCustomPrompt="1"/>
          </p:nvPr>
        </p:nvSpPr>
        <p:spPr>
          <a:xfrm>
            <a:off x="1152525" y="4918479"/>
            <a:ext cx="10490400" cy="180000"/>
          </a:xfrm>
        </p:spPr>
        <p:txBody>
          <a:bodyPr/>
          <a:lstStyle>
            <a:lvl1pPr marL="0" indent="0" algn="ctr">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4" name="Rechteck 3">
            <a:extLst>
              <a:ext uri="{FF2B5EF4-FFF2-40B4-BE49-F238E27FC236}">
                <a16:creationId xmlns:a16="http://schemas.microsoft.com/office/drawing/2014/main" id="{B908447A-A357-FD7A-74E2-53CCB1D69DB2}"/>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5" name="Grafik 4">
            <a:extLst>
              <a:ext uri="{FF2B5EF4-FFF2-40B4-BE49-F238E27FC236}">
                <a16:creationId xmlns:a16="http://schemas.microsoft.com/office/drawing/2014/main" id="{BB5A85AC-1722-A12F-ED20-9FF7FB04AF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17714F21-FFB9-D8A3-09EE-F75679BA9B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320203" y="5480725"/>
            <a:ext cx="5019958" cy="1062275"/>
          </a:xfrm>
          <a:prstGeom prst="rect">
            <a:avLst/>
          </a:prstGeom>
        </p:spPr>
      </p:pic>
    </p:spTree>
    <p:extLst>
      <p:ext uri="{BB962C8B-B14F-4D97-AF65-F5344CB8AC3E}">
        <p14:creationId xmlns:p14="http://schemas.microsoft.com/office/powerpoint/2010/main" val="3337259529"/>
      </p:ext>
    </p:extLst>
  </p:cSld>
  <p:clrMapOvr>
    <a:masterClrMapping/>
  </p:clrMapOvr>
  <p:extLst>
    <p:ext uri="{DCECCB84-F9BA-43D5-87BE-67443E8EF086}">
      <p15:sldGuideLst xmlns:p15="http://schemas.microsoft.com/office/powerpoint/2012/main">
        <p15:guide id="1" pos="3514">
          <p15:clr>
            <a:srgbClr val="FBAE40"/>
          </p15:clr>
        </p15:guide>
        <p15:guide id="2" pos="3686">
          <p15:clr>
            <a:srgbClr val="FBAE40"/>
          </p15:clr>
        </p15:guide>
        <p15:guide id="3" orient="horz" pos="3640">
          <p15:clr>
            <a:srgbClr val="FBAE40"/>
          </p15:clr>
        </p15:guide>
        <p15:guide id="4" orient="horz" pos="3787">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el-Folie #2">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792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4" name="Bildplatzhalter 4">
            <a:extLst>
              <a:ext uri="{FF2B5EF4-FFF2-40B4-BE49-F238E27FC236}">
                <a16:creationId xmlns:a16="http://schemas.microsoft.com/office/drawing/2014/main" id="{770A8487-9BC7-7696-CEC0-6A15DDD60D36}"/>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spcBef>
                <a:spcPts val="0"/>
              </a:spcBef>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
        <p:nvSpPr>
          <p:cNvPr id="6" name="Untertitel 2">
            <a:extLst>
              <a:ext uri="{FF2B5EF4-FFF2-40B4-BE49-F238E27FC236}">
                <a16:creationId xmlns:a16="http://schemas.microsoft.com/office/drawing/2014/main" id="{C6F23CE8-BDF6-85CC-B3F3-066A79865DE3}"/>
              </a:ext>
            </a:extLst>
          </p:cNvPr>
          <p:cNvSpPr>
            <a:spLocks noGrp="1"/>
          </p:cNvSpPr>
          <p:nvPr>
            <p:ph type="subTitle" idx="1" hasCustomPrompt="1"/>
          </p:nvPr>
        </p:nvSpPr>
        <p:spPr>
          <a:xfrm>
            <a:off x="1152525"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9" name="Textplatzhalter 2">
            <a:extLst>
              <a:ext uri="{FF2B5EF4-FFF2-40B4-BE49-F238E27FC236}">
                <a16:creationId xmlns:a16="http://schemas.microsoft.com/office/drawing/2014/main" id="{4BF9713A-E657-42CE-094B-DDA0F740F2F8}"/>
              </a:ext>
            </a:extLst>
          </p:cNvPr>
          <p:cNvSpPr>
            <a:spLocks noGrp="1"/>
          </p:cNvSpPr>
          <p:nvPr>
            <p:ph type="body" idx="14" hasCustomPrompt="1"/>
          </p:nvPr>
        </p:nvSpPr>
        <p:spPr>
          <a:xfrm>
            <a:off x="1152000"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10" name="Titel 1">
            <a:extLst>
              <a:ext uri="{FF2B5EF4-FFF2-40B4-BE49-F238E27FC236}">
                <a16:creationId xmlns:a16="http://schemas.microsoft.com/office/drawing/2014/main" id="{4A6EAB25-F5EE-6677-9E08-889DD7C709C3}"/>
              </a:ext>
            </a:extLst>
          </p:cNvPr>
          <p:cNvSpPr>
            <a:spLocks noGrp="1"/>
          </p:cNvSpPr>
          <p:nvPr>
            <p:ph type="ctrTitle" hasCustomPrompt="1"/>
          </p:nvPr>
        </p:nvSpPr>
        <p:spPr>
          <a:xfrm>
            <a:off x="1152000" y="1189428"/>
            <a:ext cx="6224270" cy="2376000"/>
          </a:xfrm>
        </p:spPr>
        <p:txBody>
          <a:bodyPr anchor="b" anchorCtr="0"/>
          <a:lstStyle>
            <a:lvl1pPr algn="l">
              <a:defRPr sz="4800">
                <a:solidFill>
                  <a:schemeClr val="bg1"/>
                </a:solidFill>
              </a:defRPr>
            </a:lvl1pPr>
          </a:lstStyle>
          <a:p>
            <a:r>
              <a:rPr lang="de-DE" dirty="0"/>
              <a:t>Titel #2 Sparkasse Head 48pt linksbündig</a:t>
            </a:r>
          </a:p>
        </p:txBody>
      </p:sp>
      <p:sp>
        <p:nvSpPr>
          <p:cNvPr id="2" name="Rechteck 1">
            <a:extLst>
              <a:ext uri="{FF2B5EF4-FFF2-40B4-BE49-F238E27FC236}">
                <a16:creationId xmlns:a16="http://schemas.microsoft.com/office/drawing/2014/main" id="{B9059D5D-2102-883F-0C67-F7D34EAAA684}"/>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3" name="Grafik 2">
            <a:extLst>
              <a:ext uri="{FF2B5EF4-FFF2-40B4-BE49-F238E27FC236}">
                <a16:creationId xmlns:a16="http://schemas.microsoft.com/office/drawing/2014/main" id="{C68611AC-84AF-26B0-633C-F477D40F4FE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Grafik 4">
            <a:extLst>
              <a:ext uri="{FF2B5EF4-FFF2-40B4-BE49-F238E27FC236}">
                <a16:creationId xmlns:a16="http://schemas.microsoft.com/office/drawing/2014/main" id="{2D3F22E1-5ED2-A554-935E-F2F95479536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88983" y="5486551"/>
            <a:ext cx="5019958" cy="1062275"/>
          </a:xfrm>
          <a:prstGeom prst="rect">
            <a:avLst/>
          </a:prstGeom>
        </p:spPr>
      </p:pic>
    </p:spTree>
    <p:extLst>
      <p:ext uri="{BB962C8B-B14F-4D97-AF65-F5344CB8AC3E}">
        <p14:creationId xmlns:p14="http://schemas.microsoft.com/office/powerpoint/2010/main" val="30041803"/>
      </p:ext>
    </p:extLst>
  </p:cSld>
  <p:clrMapOvr>
    <a:masterClrMapping/>
  </p:clrMapOvr>
  <p:extLst>
    <p:ext uri="{DCECCB84-F9BA-43D5-87BE-67443E8EF086}">
      <p15:sldGuideLst xmlns:p15="http://schemas.microsoft.com/office/powerpoint/2012/main">
        <p15:guide id="2" pos="725">
          <p15:clr>
            <a:srgbClr val="FBAE40"/>
          </p15:clr>
        </p15:guide>
        <p15:guide id="3" pos="895">
          <p15:clr>
            <a:srgbClr val="FBAE40"/>
          </p15:clr>
        </p15:guide>
        <p15:guide id="4" orient="horz" pos="3640">
          <p15:clr>
            <a:srgbClr val="FBAE40"/>
          </p15:clr>
        </p15:guide>
        <p15:guide id="5" orient="horz" pos="3787">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el-Folie #3">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1"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5416869" y="1200125"/>
            <a:ext cx="6224270" cy="2376000"/>
          </a:xfrm>
        </p:spPr>
        <p:txBody>
          <a:bodyPr anchor="b" anchorCtr="0"/>
          <a:lstStyle>
            <a:lvl1pPr algn="l">
              <a:defRPr sz="4800">
                <a:solidFill>
                  <a:schemeClr val="bg1"/>
                </a:solidFill>
              </a:defRPr>
            </a:lvl1pPr>
          </a:lstStyle>
          <a:p>
            <a:r>
              <a:rPr lang="de-DE" dirty="0"/>
              <a:t>Titel #3 Sparkasse Head 48pt linksbündig</a:t>
            </a:r>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5062268"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35" name="Grafik 34">
            <a:extLst>
              <a:ext uri="{FF2B5EF4-FFF2-40B4-BE49-F238E27FC236}">
                <a16:creationId xmlns:a16="http://schemas.microsoft.com/office/drawing/2014/main" id="{CE2210D0-05BF-B262-B3CF-2FF9A965C9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8174" y="1798538"/>
            <a:ext cx="2001600" cy="2598565"/>
          </a:xfrm>
          <a:prstGeom prst="rect">
            <a:avLst/>
          </a:prstGeom>
        </p:spPr>
      </p:pic>
      <p:sp>
        <p:nvSpPr>
          <p:cNvPr id="5" name="Untertitel 2">
            <a:extLst>
              <a:ext uri="{FF2B5EF4-FFF2-40B4-BE49-F238E27FC236}">
                <a16:creationId xmlns:a16="http://schemas.microsoft.com/office/drawing/2014/main" id="{6C4724CA-3CFE-5EC8-1ED3-F455ACB1A143}"/>
              </a:ext>
            </a:extLst>
          </p:cNvPr>
          <p:cNvSpPr>
            <a:spLocks noGrp="1"/>
          </p:cNvSpPr>
          <p:nvPr>
            <p:ph type="subTitle" idx="1" hasCustomPrompt="1"/>
          </p:nvPr>
        </p:nvSpPr>
        <p:spPr>
          <a:xfrm>
            <a:off x="5417394"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D9CF29AC-CF56-E19D-71E8-BF0E6ED34A64}"/>
              </a:ext>
            </a:extLst>
          </p:cNvPr>
          <p:cNvSpPr>
            <a:spLocks noGrp="1"/>
          </p:cNvSpPr>
          <p:nvPr>
            <p:ph type="body" idx="14" hasCustomPrompt="1"/>
          </p:nvPr>
        </p:nvSpPr>
        <p:spPr>
          <a:xfrm>
            <a:off x="5416869"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pic>
        <p:nvPicPr>
          <p:cNvPr id="3" name="Grafik 2">
            <a:extLst>
              <a:ext uri="{FF2B5EF4-FFF2-40B4-BE49-F238E27FC236}">
                <a16:creationId xmlns:a16="http://schemas.microsoft.com/office/drawing/2014/main" id="{DB27F3E2-3F8A-7394-2302-441A66E495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152864" y="5486551"/>
            <a:ext cx="5019958" cy="1062275"/>
          </a:xfrm>
          <a:prstGeom prst="rect">
            <a:avLst/>
          </a:prstGeom>
        </p:spPr>
      </p:pic>
    </p:spTree>
    <p:extLst>
      <p:ext uri="{BB962C8B-B14F-4D97-AF65-F5344CB8AC3E}">
        <p14:creationId xmlns:p14="http://schemas.microsoft.com/office/powerpoint/2010/main" val="2466638487"/>
      </p:ext>
    </p:extLst>
  </p:cSld>
  <p:clrMapOvr>
    <a:masterClrMapping/>
  </p:clrMapOvr>
  <p:extLst>
    <p:ext uri="{DCECCB84-F9BA-43D5-87BE-67443E8EF086}">
      <p15:sldGuideLst xmlns:p15="http://schemas.microsoft.com/office/powerpoint/2012/main">
        <p15:guide id="1" orient="horz" pos="3640">
          <p15:clr>
            <a:srgbClr val="FBAE40"/>
          </p15:clr>
        </p15:guide>
        <p15:guide id="2" pos="3412">
          <p15:clr>
            <a:srgbClr val="FBAE40"/>
          </p15:clr>
        </p15:guide>
        <p15:guide id="3" pos="3582">
          <p15:clr>
            <a:srgbClr val="FBAE40"/>
          </p15:clr>
        </p15:guide>
        <p15:guide id="4" orient="horz" pos="3786">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Agenda-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5" y="0"/>
            <a:ext cx="391489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000" y="2159999"/>
            <a:ext cx="2836800" cy="2459380"/>
          </a:xfrm>
        </p:spPr>
        <p:txBody>
          <a:bodyPr anchor="ctr" anchorCtr="0"/>
          <a:lstStyle>
            <a:lvl1pPr algn="l">
              <a:lnSpc>
                <a:spcPct val="100000"/>
              </a:lnSpc>
              <a:defRPr sz="4800">
                <a:solidFill>
                  <a:schemeClr val="bg1"/>
                </a:solidFill>
              </a:defRPr>
            </a:lvl1pPr>
          </a:lstStyle>
          <a:p>
            <a:r>
              <a:rPr lang="de-DE" dirty="0"/>
              <a:t>Inhalt #1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6" name="Textplatzhalter 2">
            <a:extLst>
              <a:ext uri="{FF2B5EF4-FFF2-40B4-BE49-F238E27FC236}">
                <a16:creationId xmlns:a16="http://schemas.microsoft.com/office/drawing/2014/main" id="{B47B5461-A8FF-CC0C-3FEE-C5447276F4D5}"/>
              </a:ext>
            </a:extLst>
          </p:cNvPr>
          <p:cNvSpPr>
            <a:spLocks noGrp="1"/>
          </p:cNvSpPr>
          <p:nvPr>
            <p:ph idx="1" hasCustomPrompt="1"/>
          </p:nvPr>
        </p:nvSpPr>
        <p:spPr>
          <a:xfrm>
            <a:off x="5418000" y="792000"/>
            <a:ext cx="6224399" cy="5507201"/>
          </a:xfrm>
          <a:prstGeom prst="rect">
            <a:avLst/>
          </a:prstGeom>
        </p:spPr>
        <p:txBody>
          <a:bodyPr vert="horz" lIns="0" tIns="0" rIns="0" bIns="0" rtlCol="0" anchor="ctr" anchorCtr="0">
            <a:noAutofit/>
          </a:bodyPr>
          <a:lstStyle>
            <a:lvl1pPr marL="324000" indent="-324000">
              <a:lnSpc>
                <a:spcPct val="100000"/>
              </a:lnSpc>
              <a:spcBef>
                <a:spcPts val="2200"/>
              </a:spcBef>
              <a:buFont typeface="+mj-lt"/>
              <a:buAutoNum type="arabicPeriod"/>
              <a:tabLst>
                <a:tab pos="324000" algn="l"/>
              </a:tabLst>
              <a:defRPr sz="2000">
                <a:latin typeface="Sparkasse Medium" panose="020B0603080202020204" pitchFamily="34" charset="0"/>
              </a:defRPr>
            </a:lvl1pPr>
            <a:lvl2pPr marL="324000" indent="0">
              <a:spcBef>
                <a:spcPts val="0"/>
              </a:spcBef>
              <a:buFontTx/>
              <a:buNone/>
              <a:defRPr sz="1600"/>
            </a:lvl2pPr>
            <a:lvl3pPr marL="324000" indent="0">
              <a:spcBef>
                <a:spcPts val="0"/>
              </a:spcBef>
              <a:buFontTx/>
              <a:buNone/>
              <a:defRPr sz="1600"/>
            </a:lvl3pPr>
            <a:lvl4pPr marL="324000" indent="0">
              <a:spcBef>
                <a:spcPts val="0"/>
              </a:spcBef>
              <a:buFontTx/>
              <a:buNone/>
              <a:defRPr sz="1600"/>
            </a:lvl4pPr>
            <a:lvl5pPr marL="324000" indent="0">
              <a:spcBef>
                <a:spcPts val="0"/>
              </a:spcBef>
              <a:buFontTx/>
              <a:buNone/>
              <a:defRPr sz="1600"/>
            </a:lvl5pPr>
          </a:lstStyle>
          <a:p>
            <a:pPr lvl="0"/>
            <a:r>
              <a:rPr lang="de-DE" dirty="0" err="1"/>
              <a:t>Agendapunkt</a:t>
            </a:r>
            <a:r>
              <a:rPr lang="de-DE" dirty="0"/>
              <a:t> Sparkasse Md 20pt</a:t>
            </a:r>
          </a:p>
          <a:p>
            <a:pPr lvl="1"/>
            <a:r>
              <a:rPr lang="de-DE" dirty="0"/>
              <a:t>1.1 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E51B1FE4-8CBE-D228-3388-3997A119D9BA}"/>
              </a:ext>
            </a:extLst>
          </p:cNvPr>
          <p:cNvSpPr>
            <a:spLocks noGrp="1"/>
          </p:cNvSpPr>
          <p:nvPr>
            <p:ph type="ftr" sz="quarter" idx="13"/>
          </p:nvPr>
        </p:nvSpPr>
        <p:spPr/>
        <p:txBody>
          <a:bodyPr/>
          <a:lstStyle/>
          <a:p>
            <a:r>
              <a:rPr lang="de-DE"/>
              <a:t>1. RO-Ansprechpartner RV und VDL | Digital | 02. Juni 2026</a:t>
            </a:r>
            <a:endParaRPr lang="de-DE" dirty="0"/>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707207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Agenda-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p:txBody>
          <a:bodyPr/>
          <a:lstStyle>
            <a:lvl1pPr>
              <a:defRPr/>
            </a:lvl1pPr>
          </a:lstStyle>
          <a:p>
            <a:r>
              <a:rPr lang="de-DE" dirty="0"/>
              <a:t>Inhalt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4" name="Textplatzhalter 2">
            <a:extLst>
              <a:ext uri="{FF2B5EF4-FFF2-40B4-BE49-F238E27FC236}">
                <a16:creationId xmlns:a16="http://schemas.microsoft.com/office/drawing/2014/main" id="{1C6106C1-ACC7-8651-56FC-9C4D79721FBD}"/>
              </a:ext>
            </a:extLst>
          </p:cNvPr>
          <p:cNvSpPr>
            <a:spLocks noGrp="1"/>
          </p:cNvSpPr>
          <p:nvPr>
            <p:ph idx="1" hasCustomPrompt="1"/>
          </p:nvPr>
        </p:nvSpPr>
        <p:spPr>
          <a:xfrm>
            <a:off x="1150866" y="1566000"/>
            <a:ext cx="10488613" cy="4734000"/>
          </a:xfrm>
          <a:prstGeom prst="rect">
            <a:avLst/>
          </a:prstGeom>
        </p:spPr>
        <p:txBody>
          <a:bodyPr vert="horz" lIns="0" tIns="0" rIns="0" bIns="0" numCol="3" spcCol="180000" rtlCol="0" anchor="t" anchorCtr="0">
            <a:noAutofit/>
          </a:bodyPr>
          <a:lstStyle>
            <a:lvl1pPr marL="324000" indent="-324000">
              <a:lnSpc>
                <a:spcPct val="100000"/>
              </a:lnSpc>
              <a:spcBef>
                <a:spcPts val="2200"/>
              </a:spcBef>
              <a:buFont typeface="+mj-lt"/>
              <a:buAutoNum type="arabicPeriod"/>
              <a:tabLst>
                <a:tab pos="324000" algn="l"/>
              </a:tabLst>
              <a:defRPr sz="1600">
                <a:latin typeface="Sparkasse Medium" panose="020B0603080202020204" pitchFamily="34" charset="0"/>
                <a:ea typeface="Aero Medium" pitchFamily="2" charset="0"/>
              </a:defRPr>
            </a:lvl1pPr>
            <a:lvl2pPr marL="324000" indent="0">
              <a:lnSpc>
                <a:spcPct val="113000"/>
              </a:lnSpc>
              <a:spcBef>
                <a:spcPts val="0"/>
              </a:spcBef>
              <a:buFontTx/>
              <a:buNone/>
              <a:defRPr sz="1600"/>
            </a:lvl2pPr>
            <a:lvl3pPr marL="324000" indent="0">
              <a:lnSpc>
                <a:spcPct val="113000"/>
              </a:lnSpc>
              <a:spcBef>
                <a:spcPts val="0"/>
              </a:spcBef>
              <a:buFontTx/>
              <a:buNone/>
              <a:defRPr sz="1600"/>
            </a:lvl3pPr>
            <a:lvl4pPr marL="324000" indent="0">
              <a:lnSpc>
                <a:spcPct val="113000"/>
              </a:lnSpc>
              <a:spcBef>
                <a:spcPts val="0"/>
              </a:spcBef>
              <a:buFontTx/>
              <a:buNone/>
              <a:defRPr sz="1600"/>
            </a:lvl4pPr>
            <a:lvl5pPr marL="324000" indent="0">
              <a:lnSpc>
                <a:spcPct val="113000"/>
              </a:lnSpc>
              <a:spcBef>
                <a:spcPts val="0"/>
              </a:spcBef>
              <a:buFontTx/>
              <a:buNone/>
              <a:defRPr sz="1600"/>
            </a:lvl5pPr>
          </a:lstStyle>
          <a:p>
            <a:pPr lvl="0"/>
            <a:r>
              <a:rPr lang="de-DE" dirty="0" err="1"/>
              <a:t>Agendapunkt</a:t>
            </a:r>
            <a:r>
              <a:rPr lang="de-DE" dirty="0"/>
              <a:t> Sparkasse Md 16pt</a:t>
            </a:r>
          </a:p>
          <a:p>
            <a:pPr lvl="1"/>
            <a:r>
              <a:rPr lang="de-DE" dirty="0"/>
              <a:t>1.1 Zweite Ebene</a:t>
            </a:r>
          </a:p>
          <a:p>
            <a:pPr lvl="2"/>
            <a:r>
              <a:rPr lang="de-DE" dirty="0"/>
              <a:t>Dritte Ebene</a:t>
            </a:r>
          </a:p>
          <a:p>
            <a:pPr lvl="3"/>
            <a:r>
              <a:rPr lang="de-DE" dirty="0"/>
              <a:t>Vierte Ebene</a:t>
            </a:r>
          </a:p>
          <a:p>
            <a:pPr lvl="4"/>
            <a:r>
              <a:rPr lang="de-DE" dirty="0"/>
              <a:t>Fünfte Ebene</a:t>
            </a:r>
          </a:p>
        </p:txBody>
      </p:sp>
      <p:cxnSp>
        <p:nvCxnSpPr>
          <p:cNvPr id="33" name="Gerader Verbinder 32">
            <a:extLst>
              <a:ext uri="{FF2B5EF4-FFF2-40B4-BE49-F238E27FC236}">
                <a16:creationId xmlns:a16="http://schemas.microsoft.com/office/drawing/2014/main" id="{3D8AD20F-582F-905F-CD69-8556B9254432}"/>
              </a:ext>
            </a:extLst>
          </p:cNvPr>
          <p:cNvCxnSpPr>
            <a:cxnSpLocks/>
          </p:cNvCxnSpPr>
          <p:nvPr userDrawn="1"/>
        </p:nvCxnSpPr>
        <p:spPr>
          <a:xfrm>
            <a:off x="1150868" y="1401763"/>
            <a:ext cx="1049027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1CE48883-AA48-234A-87C5-6A89A76C900D}"/>
              </a:ext>
            </a:extLst>
          </p:cNvPr>
          <p:cNvSpPr>
            <a:spLocks noGrp="1"/>
          </p:cNvSpPr>
          <p:nvPr>
            <p:ph type="ftr" sz="quarter" idx="13"/>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861804132"/>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secHead" preserve="1">
  <p:cSld name="Kapiteltrenner-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692400"/>
            <a:ext cx="10488614" cy="3619616"/>
          </a:xfrm>
        </p:spPr>
        <p:txBody>
          <a:bodyPr anchor="t" anchorCtr="0"/>
          <a:lstStyle>
            <a:lvl1pPr algn="ctr">
              <a:defRPr sz="6000">
                <a:solidFill>
                  <a:schemeClr val="bg1"/>
                </a:solidFill>
              </a:defRPr>
            </a:lvl1pPr>
          </a:lstStyle>
          <a:p>
            <a:r>
              <a:rPr lang="de-DE" dirty="0" err="1"/>
              <a:t>Kapiteltrenner</a:t>
            </a:r>
            <a:r>
              <a:rPr lang="de-DE" dirty="0"/>
              <a:t> #1 </a:t>
            </a:r>
            <a:br>
              <a:rPr lang="de-DE" dirty="0"/>
            </a:br>
            <a:r>
              <a:rPr lang="de-DE" dirty="0"/>
              <a:t>Sparkasse Head 60pt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052000"/>
            <a:ext cx="10490400" cy="640400"/>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Tree>
    <p:extLst>
      <p:ext uri="{BB962C8B-B14F-4D97-AF65-F5344CB8AC3E}">
        <p14:creationId xmlns:p14="http://schemas.microsoft.com/office/powerpoint/2010/main" val="355375984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Kapiteltrenner-Folie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000" y="0"/>
            <a:ext cx="1158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#2 Sparkasse </a:t>
            </a:r>
            <a:r>
              <a:rPr lang="de-DE" dirty="0" err="1"/>
              <a:t>Rg</a:t>
            </a:r>
            <a:r>
              <a:rPr lang="de-DE" dirty="0"/>
              <a:t>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Tree>
    <p:extLst>
      <p:ext uri="{BB962C8B-B14F-4D97-AF65-F5344CB8AC3E}">
        <p14:creationId xmlns:p14="http://schemas.microsoft.com/office/powerpoint/2010/main" val="265392771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secHead" preserve="1">
  <p:cSld name="Kapiteltrenner-Folie #3">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tx2"/>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#3 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Tree>
    <p:extLst>
      <p:ext uri="{BB962C8B-B14F-4D97-AF65-F5344CB8AC3E}">
        <p14:creationId xmlns:p14="http://schemas.microsoft.com/office/powerpoint/2010/main" val="3456008836"/>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secHead" preserve="1">
  <p:cSld name="Kapiteltrenner-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080000" y="2159998"/>
            <a:ext cx="2836800" cy="2573083"/>
          </a:xfrm>
        </p:spPr>
        <p:txBody>
          <a:bodyPr anchor="ctr" anchorCtr="0"/>
          <a:lstStyle>
            <a:lvl1pPr algn="ctr">
              <a:lnSpc>
                <a:spcPct val="80000"/>
              </a:lnSpc>
              <a:defRPr sz="1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4685344" y="2159999"/>
            <a:ext cx="6957056" cy="2402516"/>
          </a:xfrm>
        </p:spPr>
        <p:txBody>
          <a:bodyPr anchor="ctr" anchorCtr="0"/>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#4 </a:t>
            </a:r>
            <a:br>
              <a:rPr lang="de-DE" dirty="0"/>
            </a:br>
            <a:r>
              <a:rPr lang="de-DE" dirty="0"/>
              <a:t>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Tree>
    <p:extLst>
      <p:ext uri="{BB962C8B-B14F-4D97-AF65-F5344CB8AC3E}">
        <p14:creationId xmlns:p14="http://schemas.microsoft.com/office/powerpoint/2010/main" val="3262423029"/>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Kapiteltrenner-Folie #5">
    <p:spTree>
      <p:nvGrpSpPr>
        <p:cNvPr id="1" name=""/>
        <p:cNvGrpSpPr/>
        <p:nvPr/>
      </p:nvGrpSpPr>
      <p:grpSpPr>
        <a:xfrm>
          <a:off x="0" y="0"/>
          <a:ext cx="0" cy="0"/>
          <a:chOff x="0" y="0"/>
          <a:chExt cx="0" cy="0"/>
        </a:xfrm>
      </p:grpSpPr>
      <p:sp>
        <p:nvSpPr>
          <p:cNvPr id="10" name="Bildplatzhalter 4">
            <a:extLst>
              <a:ext uri="{FF2B5EF4-FFF2-40B4-BE49-F238E27FC236}">
                <a16:creationId xmlns:a16="http://schemas.microsoft.com/office/drawing/2014/main" id="{F33785CD-D20E-FB23-4874-64E658A300D3}"/>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3129280"/>
            <a:ext cx="10488614" cy="1339722"/>
          </a:xfrm>
        </p:spPr>
        <p:txBody>
          <a:bodyPr anchor="t" anchorCtr="0"/>
          <a:lstStyle>
            <a:lvl1pPr algn="ctr">
              <a:defRPr sz="4800">
                <a:solidFill>
                  <a:schemeClr val="bg1"/>
                </a:solidFill>
              </a:defRPr>
            </a:lvl1pPr>
          </a:lstStyle>
          <a:p>
            <a:r>
              <a:rPr lang="de-DE" dirty="0" err="1"/>
              <a:t>Kapiteltrenner</a:t>
            </a:r>
            <a:r>
              <a:rPr lang="de-DE" dirty="0"/>
              <a:t> #5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326640"/>
            <a:ext cx="10490400" cy="639237"/>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Tree>
    <p:extLst>
      <p:ext uri="{BB962C8B-B14F-4D97-AF65-F5344CB8AC3E}">
        <p14:creationId xmlns:p14="http://schemas.microsoft.com/office/powerpoint/2010/main" val="269989586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Kapiteltrenner-Folie #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07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388740"/>
            <a:ext cx="6733618" cy="3910459"/>
          </a:xfrm>
        </p:spPr>
        <p:txBody>
          <a:bodyPr anchor="t" anchorCtr="0"/>
          <a:lstStyle>
            <a:lvl1pPr algn="l">
              <a:defRPr sz="4800">
                <a:solidFill>
                  <a:schemeClr val="bg1"/>
                </a:solidFill>
              </a:defRPr>
            </a:lvl1pPr>
          </a:lstStyle>
          <a:p>
            <a:r>
              <a:rPr lang="de-DE" dirty="0" err="1"/>
              <a:t>Kapiteltrenner</a:t>
            </a:r>
            <a:r>
              <a:rPr lang="de-DE" dirty="0"/>
              <a:t> #6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1699621"/>
            <a:ext cx="6734765" cy="360000"/>
          </a:xfrm>
        </p:spPr>
        <p:txBody>
          <a:bodyPr/>
          <a:lstStyle>
            <a:lvl1pPr marL="0" indent="0" algn="l">
              <a:lnSpc>
                <a:spcPct val="100000"/>
              </a:lnSpc>
              <a:spcBef>
                <a:spcPts val="0"/>
              </a:spcBef>
              <a:buNone/>
              <a:defRPr sz="3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7" name="Bildplatzhalter 4">
            <a:extLst>
              <a:ext uri="{FF2B5EF4-FFF2-40B4-BE49-F238E27FC236}">
                <a16:creationId xmlns:a16="http://schemas.microsoft.com/office/drawing/2014/main" id="{8C2D2830-9194-FB31-E576-D3CCF216298C}"/>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Tree>
    <p:extLst>
      <p:ext uri="{BB962C8B-B14F-4D97-AF65-F5344CB8AC3E}">
        <p14:creationId xmlns:p14="http://schemas.microsoft.com/office/powerpoint/2010/main" val="152101790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Statement-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#1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5" name="Untertitel 2">
            <a:extLst>
              <a:ext uri="{FF2B5EF4-FFF2-40B4-BE49-F238E27FC236}">
                <a16:creationId xmlns:a16="http://schemas.microsoft.com/office/drawing/2014/main" id="{6147F71F-55B1-B29B-00C3-246FD7E20937}"/>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1198715561"/>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Statement-Folie #2">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defRPr sz="4800">
                <a:solidFill>
                  <a:schemeClr val="tx1"/>
                </a:solidFill>
              </a:defRPr>
            </a:lvl1pPr>
          </a:lstStyle>
          <a:p>
            <a:r>
              <a:rPr lang="de-DE" dirty="0"/>
              <a:t>»Statement #2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4" name="Untertitel 2">
            <a:extLst>
              <a:ext uri="{FF2B5EF4-FFF2-40B4-BE49-F238E27FC236}">
                <a16:creationId xmlns:a16="http://schemas.microsoft.com/office/drawing/2014/main" id="{4B7472F6-0A1B-4BFE-3C5B-E58101893473}"/>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166158323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Statement-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5" name="Titel 1">
            <a:extLst>
              <a:ext uri="{FF2B5EF4-FFF2-40B4-BE49-F238E27FC236}">
                <a16:creationId xmlns:a16="http://schemas.microsoft.com/office/drawing/2014/main" id="{A662E445-3F9C-1689-9EF8-97665E237461}"/>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#3 </a:t>
            </a:r>
            <a:br>
              <a:rPr lang="de-DE" dirty="0"/>
            </a:br>
            <a:r>
              <a:rPr lang="de-DE" dirty="0"/>
              <a:t>Sparkasse Head 48pt zentriert </a:t>
            </a:r>
            <a:br>
              <a:rPr lang="de-DE" dirty="0"/>
            </a:br>
            <a:r>
              <a:rPr lang="de-DE" dirty="0"/>
              <a:t>ein- bis vierzeilig«</a:t>
            </a:r>
          </a:p>
        </p:txBody>
      </p:sp>
      <p:sp>
        <p:nvSpPr>
          <p:cNvPr id="7" name="Textplatzhalter 2">
            <a:extLst>
              <a:ext uri="{FF2B5EF4-FFF2-40B4-BE49-F238E27FC236}">
                <a16:creationId xmlns:a16="http://schemas.microsoft.com/office/drawing/2014/main" id="{DADA7B2C-BB1E-E5CF-F561-56B80F14261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238109532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Statement-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4" y="0"/>
            <a:ext cx="115804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#4 70pt </a:t>
            </a:r>
            <a:br>
              <a:rPr lang="de-DE" dirty="0"/>
            </a:br>
            <a:r>
              <a:rPr lang="de-DE" dirty="0"/>
              <a:t>ein- bis zweizeilig«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5" name="Untertitel 2">
            <a:extLst>
              <a:ext uri="{FF2B5EF4-FFF2-40B4-BE49-F238E27FC236}">
                <a16:creationId xmlns:a16="http://schemas.microsoft.com/office/drawing/2014/main" id="{7F4BE844-4F8F-9FF2-E0D2-49CF96E7D397}"/>
              </a:ext>
            </a:extLst>
          </p:cNvPr>
          <p:cNvSpPr>
            <a:spLocks noGrp="1"/>
          </p:cNvSpPr>
          <p:nvPr>
            <p:ph type="subTitle" idx="13" hasCustomPrompt="1"/>
          </p:nvPr>
        </p:nvSpPr>
        <p:spPr>
          <a:xfrm>
            <a:off x="1152000" y="4860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1182090965"/>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Statement-Folie #5">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2" name="Titel 1">
            <a:extLst>
              <a:ext uri="{FF2B5EF4-FFF2-40B4-BE49-F238E27FC236}">
                <a16:creationId xmlns:a16="http://schemas.microsoft.com/office/drawing/2014/main" id="{7EF46AA4-776F-67D3-9248-1E350A7CEBC2}"/>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tx1"/>
                </a:solidFill>
              </a:defRPr>
            </a:lvl1pPr>
          </a:lstStyle>
          <a:p>
            <a:r>
              <a:rPr lang="de-DE" dirty="0"/>
              <a:t>»Statement #5 70pt </a:t>
            </a:r>
            <a:br>
              <a:rPr lang="de-DE" dirty="0"/>
            </a:br>
            <a:r>
              <a:rPr lang="de-DE" dirty="0"/>
              <a:t>ein- bis zweizeilig«</a:t>
            </a:r>
          </a:p>
        </p:txBody>
      </p:sp>
      <p:sp>
        <p:nvSpPr>
          <p:cNvPr id="3" name="Textplatzhalter 2">
            <a:extLst>
              <a:ext uri="{FF2B5EF4-FFF2-40B4-BE49-F238E27FC236}">
                <a16:creationId xmlns:a16="http://schemas.microsoft.com/office/drawing/2014/main" id="{4F51F540-12FB-2C90-93EE-729F79EF2EA8}"/>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4" name="Untertitel 2">
            <a:extLst>
              <a:ext uri="{FF2B5EF4-FFF2-40B4-BE49-F238E27FC236}">
                <a16:creationId xmlns:a16="http://schemas.microsoft.com/office/drawing/2014/main" id="{42889ECF-9214-602F-13E3-A3D5CFF9FDAD}"/>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84416263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Statement-Folie #6">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2" name="Titel 1">
            <a:extLst>
              <a:ext uri="{FF2B5EF4-FFF2-40B4-BE49-F238E27FC236}">
                <a16:creationId xmlns:a16="http://schemas.microsoft.com/office/drawing/2014/main" id="{CB7D770E-8DC5-6983-D02A-F082507E200D}"/>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#6 70pt </a:t>
            </a:r>
            <a:br>
              <a:rPr lang="de-DE" dirty="0"/>
            </a:br>
            <a:r>
              <a:rPr lang="de-DE" dirty="0"/>
              <a:t>ein- bis zweizeilig«</a:t>
            </a:r>
          </a:p>
        </p:txBody>
      </p:sp>
      <p:sp>
        <p:nvSpPr>
          <p:cNvPr id="3" name="Textplatzhalter 2">
            <a:extLst>
              <a:ext uri="{FF2B5EF4-FFF2-40B4-BE49-F238E27FC236}">
                <a16:creationId xmlns:a16="http://schemas.microsoft.com/office/drawing/2014/main" id="{50A7BA38-3926-531B-83E5-3A0D394F17F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763865296"/>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567298"/>
            <a:ext cx="10490399" cy="4731902"/>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525"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extplatzhalter 2">
            <a:extLst>
              <a:ext uri="{FF2B5EF4-FFF2-40B4-BE49-F238E27FC236}">
                <a16:creationId xmlns:a16="http://schemas.microsoft.com/office/drawing/2014/main" id="{AF94ACF5-E151-671E-5405-AF5ED2F70F7F}"/>
              </a:ext>
            </a:extLst>
          </p:cNvPr>
          <p:cNvSpPr>
            <a:spLocks noGrp="1"/>
          </p:cNvSpPr>
          <p:nvPr>
            <p:ph type="body" idx="15" hasCustomPrompt="1"/>
          </p:nvPr>
        </p:nvSpPr>
        <p:spPr>
          <a:xfrm>
            <a:off x="1152000" y="6181612"/>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E1B9ADAC-4953-A414-5F44-15432B379475}"/>
              </a:ext>
            </a:extLst>
          </p:cNvPr>
          <p:cNvSpPr>
            <a:spLocks noGrp="1"/>
          </p:cNvSpPr>
          <p:nvPr>
            <p:ph type="ftr" sz="quarter" idx="16"/>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189941864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5155198"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487204" y="1565999"/>
            <a:ext cx="5155198"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FDFC7014-5E7D-BE9E-F249-054FBAED7792}"/>
              </a:ext>
            </a:extLst>
          </p:cNvPr>
          <p:cNvSpPr>
            <a:spLocks noGrp="1"/>
          </p:cNvSpPr>
          <p:nvPr>
            <p:ph type="body" idx="16"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345619366"/>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#3</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337713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377138"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4706606" y="1565999"/>
            <a:ext cx="337713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334D0129-0806-256C-6F30-6B5E99E79E7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496971618"/>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#4</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2" y="1565999"/>
            <a:ext cx="2486466"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4172650" y="1565999"/>
            <a:ext cx="7469751"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2">
            <a:extLst>
              <a:ext uri="{FF2B5EF4-FFF2-40B4-BE49-F238E27FC236}">
                <a16:creationId xmlns:a16="http://schemas.microsoft.com/office/drawing/2014/main" id="{89C4115B-C0CB-09D1-A1FA-1947589EDEE4}"/>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3BB826EB-6448-19DD-B2C8-2271AB5A6342}"/>
              </a:ext>
            </a:extLst>
          </p:cNvPr>
          <p:cNvSpPr>
            <a:spLocks noGrp="1"/>
          </p:cNvSpPr>
          <p:nvPr>
            <p:ph type="ftr" sz="quarter" idx="18"/>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1174991958"/>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Folie #5">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9BA2681-781F-5257-1717-6FB8C8A710D7}"/>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tx1"/>
                </a:solidFill>
              </a:defRPr>
            </a:lvl1pPr>
          </a:lstStyle>
          <a:p>
            <a:r>
              <a:rPr lang="de-DE"/>
              <a:t>1. RO-Ansprechpartner RV und VDL | Digital | 02. Juni 2026</a:t>
            </a:r>
            <a:endParaRPr lang="de-DE" dirty="0"/>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6" y="486000"/>
            <a:ext cx="2903618" cy="913979"/>
          </a:xfrm>
        </p:spPr>
        <p:txBody>
          <a:bodyPr/>
          <a:lstStyle>
            <a:lvl1pPr>
              <a:defRPr>
                <a:solidFill>
                  <a:schemeClr val="bg1"/>
                </a:solidFill>
              </a:defRPr>
            </a:lvl1pPr>
          </a:lstStyle>
          <a:p>
            <a:r>
              <a:rPr lang="de-DE" dirty="0"/>
              <a:t>Headline ein- bis max. zweizeilig #5</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79BBDAF3-00BF-92A5-5327-3DAD4438D671}"/>
              </a:ext>
            </a:extLst>
          </p:cNvPr>
          <p:cNvSpPr>
            <a:spLocks noGrp="1"/>
          </p:cNvSpPr>
          <p:nvPr>
            <p:ph idx="19" hasCustomPrompt="1"/>
          </p:nvPr>
        </p:nvSpPr>
        <p:spPr>
          <a:xfrm>
            <a:off x="1163874" y="1565999"/>
            <a:ext cx="290362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2">
            <a:extLst>
              <a:ext uri="{FF2B5EF4-FFF2-40B4-BE49-F238E27FC236}">
                <a16:creationId xmlns:a16="http://schemas.microsoft.com/office/drawing/2014/main" id="{0BC48F0D-C190-3DFD-9B5F-FD791FAAFC07}"/>
              </a:ext>
            </a:extLst>
          </p:cNvPr>
          <p:cNvSpPr>
            <a:spLocks noGrp="1"/>
          </p:cNvSpPr>
          <p:nvPr>
            <p:ph idx="15" hasCustomPrompt="1"/>
          </p:nvPr>
        </p:nvSpPr>
        <p:spPr>
          <a:xfrm>
            <a:off x="5025224" y="1565999"/>
            <a:ext cx="661717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Untertitel 2">
            <a:extLst>
              <a:ext uri="{FF2B5EF4-FFF2-40B4-BE49-F238E27FC236}">
                <a16:creationId xmlns:a16="http://schemas.microsoft.com/office/drawing/2014/main" id="{BE40D2CD-E823-35DE-F24B-6E3F18272D57}"/>
              </a:ext>
            </a:extLst>
          </p:cNvPr>
          <p:cNvSpPr>
            <a:spLocks noGrp="1"/>
          </p:cNvSpPr>
          <p:nvPr>
            <p:ph type="subTitle" idx="1" hasCustomPrompt="1"/>
          </p:nvPr>
        </p:nvSpPr>
        <p:spPr>
          <a:xfrm>
            <a:off x="5022954" y="486000"/>
            <a:ext cx="661717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923786524"/>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Folie #6">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57863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825669" y="1565999"/>
            <a:ext cx="4618733"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6" y="486000"/>
            <a:ext cx="4821736" cy="913979"/>
          </a:xfrm>
        </p:spPr>
        <p:txBody>
          <a:bodyPr/>
          <a:lstStyle>
            <a:lvl1pPr>
              <a:defRPr>
                <a:solidFill>
                  <a:schemeClr val="bg1"/>
                </a:solidFill>
              </a:defRPr>
            </a:lvl1pPr>
          </a:lstStyle>
          <a:p>
            <a:r>
              <a:rPr lang="de-DE" dirty="0"/>
              <a:t>Pro Sparkasse Head 28pt </a:t>
            </a:r>
            <a:br>
              <a:rPr lang="de-DE" dirty="0"/>
            </a:br>
            <a:r>
              <a:rPr lang="de-DE" dirty="0"/>
              <a:t>ein- bis max. zweizeilig #6</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1" name="Inhaltsplatzhalter 2">
            <a:extLst>
              <a:ext uri="{FF2B5EF4-FFF2-40B4-BE49-F238E27FC236}">
                <a16:creationId xmlns:a16="http://schemas.microsoft.com/office/drawing/2014/main" id="{494C1307-15E1-9CE2-05C0-CB5BC31E71F2}"/>
              </a:ext>
            </a:extLst>
          </p:cNvPr>
          <p:cNvSpPr>
            <a:spLocks noGrp="1"/>
          </p:cNvSpPr>
          <p:nvPr>
            <p:ph idx="18"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4" name="Untertitel 2">
            <a:extLst>
              <a:ext uri="{FF2B5EF4-FFF2-40B4-BE49-F238E27FC236}">
                <a16:creationId xmlns:a16="http://schemas.microsoft.com/office/drawing/2014/main" id="{C1D3B3DC-27BA-BFDD-C894-90643AF38824}"/>
              </a:ext>
            </a:extLst>
          </p:cNvPr>
          <p:cNvSpPr>
            <a:spLocks noGrp="1"/>
          </p:cNvSpPr>
          <p:nvPr>
            <p:ph type="subTitle" idx="1" hasCustomPrompt="1"/>
          </p:nvPr>
        </p:nvSpPr>
        <p:spPr>
          <a:xfrm>
            <a:off x="6825668" y="486000"/>
            <a:ext cx="4814463"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Contra Sparkasse Head 28pt ein- bis max. zweizeilig</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ußzeilenplatzhalter 6">
            <a:extLst>
              <a:ext uri="{FF2B5EF4-FFF2-40B4-BE49-F238E27FC236}">
                <a16:creationId xmlns:a16="http://schemas.microsoft.com/office/drawing/2014/main" id="{6A5068BE-DCF4-49FF-0FB1-1510B08C8E21}"/>
              </a:ext>
            </a:extLst>
          </p:cNvPr>
          <p:cNvSpPr>
            <a:spLocks noGrp="1"/>
          </p:cNvSpPr>
          <p:nvPr>
            <p:ph type="ftr" sz="quarter" idx="19"/>
          </p:nvPr>
        </p:nvSpPr>
        <p:spPr>
          <a:xfrm>
            <a:off x="4528800" y="6408000"/>
            <a:ext cx="7113600" cy="180000"/>
          </a:xfrm>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1042832406"/>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ext-Folie #7">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76532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a:xfrm>
            <a:off x="6486524" y="6408000"/>
            <a:ext cx="5155875" cy="180000"/>
          </a:xfrm>
        </p:spPr>
        <p:txBody>
          <a:bodyPr/>
          <a:lstStyle/>
          <a:p>
            <a:r>
              <a:rPr lang="de-DE"/>
              <a:t>1. RO-Ansprechpartner RV und VDL | Digital | 02. Juni 2026</a:t>
            </a:r>
            <a:endParaRPr lang="de-DE" dirty="0"/>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5" y="486000"/>
            <a:ext cx="6570703" cy="913979"/>
          </a:xfrm>
        </p:spPr>
        <p:txBody>
          <a:bodyPr/>
          <a:lstStyle>
            <a:lvl1pPr>
              <a:defRPr>
                <a:solidFill>
                  <a:schemeClr val="bg1"/>
                </a:solidFill>
              </a:defRPr>
            </a:lvl1pPr>
          </a:lstStyle>
          <a:p>
            <a:r>
              <a:rPr lang="de-DE" dirty="0"/>
              <a:t>Headline Sparkasse Head 28pt ein- bis max. zweizeilig #7</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5" y="266400"/>
            <a:ext cx="6570703"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Inhaltsplatzhalter 2">
            <a:extLst>
              <a:ext uri="{FF2B5EF4-FFF2-40B4-BE49-F238E27FC236}">
                <a16:creationId xmlns:a16="http://schemas.microsoft.com/office/drawing/2014/main" id="{F0523207-EAF6-17C4-33FA-CD9F05972EAF}"/>
              </a:ext>
            </a:extLst>
          </p:cNvPr>
          <p:cNvSpPr>
            <a:spLocks noGrp="1"/>
          </p:cNvSpPr>
          <p:nvPr>
            <p:ph idx="18" hasCustomPrompt="1"/>
          </p:nvPr>
        </p:nvSpPr>
        <p:spPr>
          <a:xfrm>
            <a:off x="1163874" y="1565999"/>
            <a:ext cx="657069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ACE96046-6EDC-A14B-5356-76FDB67295D3}"/>
              </a:ext>
            </a:extLst>
          </p:cNvPr>
          <p:cNvSpPr>
            <a:spLocks noGrp="1"/>
          </p:cNvSpPr>
          <p:nvPr>
            <p:ph type="body" idx="19"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Inhaltsplatzhalter 2">
            <a:extLst>
              <a:ext uri="{FF2B5EF4-FFF2-40B4-BE49-F238E27FC236}">
                <a16:creationId xmlns:a16="http://schemas.microsoft.com/office/drawing/2014/main" id="{CF050736-D036-A7F9-0891-0020922DEE78}"/>
              </a:ext>
            </a:extLst>
          </p:cNvPr>
          <p:cNvSpPr>
            <a:spLocks noGrp="1"/>
          </p:cNvSpPr>
          <p:nvPr>
            <p:ph idx="16" hasCustomPrompt="1"/>
          </p:nvPr>
        </p:nvSpPr>
        <p:spPr>
          <a:xfrm>
            <a:off x="8595663"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2">
            <a:extLst>
              <a:ext uri="{FF2B5EF4-FFF2-40B4-BE49-F238E27FC236}">
                <a16:creationId xmlns:a16="http://schemas.microsoft.com/office/drawing/2014/main" id="{6F38DDB2-4310-9AB3-1257-1AF7D490D8BF}"/>
              </a:ext>
            </a:extLst>
          </p:cNvPr>
          <p:cNvSpPr>
            <a:spLocks noGrp="1"/>
          </p:cNvSpPr>
          <p:nvPr>
            <p:ph type="body" idx="20"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1" name="Untertitel 2">
            <a:extLst>
              <a:ext uri="{FF2B5EF4-FFF2-40B4-BE49-F238E27FC236}">
                <a16:creationId xmlns:a16="http://schemas.microsoft.com/office/drawing/2014/main" id="{9075C9B2-2DC6-5B95-4831-A350419BCC63}"/>
              </a:ext>
            </a:extLst>
          </p:cNvPr>
          <p:cNvSpPr>
            <a:spLocks noGrp="1"/>
          </p:cNvSpPr>
          <p:nvPr>
            <p:ph type="subTitle" idx="1" hasCustomPrompt="1"/>
          </p:nvPr>
        </p:nvSpPr>
        <p:spPr>
          <a:xfrm>
            <a:off x="8593394" y="486000"/>
            <a:ext cx="304673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Head 28pt</a:t>
            </a:r>
          </a:p>
        </p:txBody>
      </p:sp>
    </p:spTree>
    <p:extLst>
      <p:ext uri="{BB962C8B-B14F-4D97-AF65-F5344CB8AC3E}">
        <p14:creationId xmlns:p14="http://schemas.microsoft.com/office/powerpoint/2010/main" val="1943551163"/>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ext-Folie #8">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726EB777-3FD1-DB6D-DA35-C1560064AC7B}"/>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bg1"/>
                </a:solidFill>
              </a:defRPr>
            </a:lvl1pPr>
          </a:lstStyle>
          <a:p>
            <a:r>
              <a:rPr lang="de-DE"/>
              <a:t>1. RO-Ansprechpartner RV und VDL | Digital | 02. Juni 2026</a:t>
            </a:r>
            <a:endParaRPr lang="de-DE" dirty="0"/>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5" y="486000"/>
            <a:ext cx="10490395" cy="913979"/>
          </a:xfrm>
        </p:spPr>
        <p:txBody>
          <a:bodyPr/>
          <a:lstStyle>
            <a:lvl1pPr>
              <a:defRPr>
                <a:solidFill>
                  <a:schemeClr val="bg1"/>
                </a:solidFill>
              </a:defRPr>
            </a:lvl1pPr>
          </a:lstStyle>
          <a:p>
            <a:r>
              <a:rPr lang="de-DE" dirty="0"/>
              <a:t>Headline ein- bis max. zweizeilig #8</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0" name="Inhaltsplatzhalter 2">
            <a:extLst>
              <a:ext uri="{FF2B5EF4-FFF2-40B4-BE49-F238E27FC236}">
                <a16:creationId xmlns:a16="http://schemas.microsoft.com/office/drawing/2014/main" id="{D82E6976-3C82-B3CC-BF59-C9BA9FA22935}"/>
              </a:ext>
            </a:extLst>
          </p:cNvPr>
          <p:cNvSpPr>
            <a:spLocks noGrp="1"/>
          </p:cNvSpPr>
          <p:nvPr>
            <p:ph idx="19" hasCustomPrompt="1"/>
          </p:nvPr>
        </p:nvSpPr>
        <p:spPr>
          <a:xfrm>
            <a:off x="1163873" y="1565999"/>
            <a:ext cx="1049039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7FB2F0E7-5CDA-6115-A50E-3845A8C39626}"/>
              </a:ext>
            </a:extLst>
          </p:cNvPr>
          <p:cNvSpPr>
            <a:spLocks noGrp="1"/>
          </p:cNvSpPr>
          <p:nvPr>
            <p:ph type="body" idx="16" hasCustomPrompt="1"/>
          </p:nvPr>
        </p:nvSpPr>
        <p:spPr>
          <a:xfrm>
            <a:off x="1151998" y="6181200"/>
            <a:ext cx="10490395"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5562060"/>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ext-/Bild-Folie #1">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3909939"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10,86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5040000" y="486000"/>
            <a:ext cx="6602399" cy="913979"/>
          </a:xfrm>
        </p:spPr>
        <p:txBody>
          <a:bodyPr/>
          <a:lstStyle>
            <a:lvl1pPr>
              <a:defRPr/>
            </a:lvl1pPr>
          </a:lstStyle>
          <a:p>
            <a:r>
              <a:rPr lang="de-DE" dirty="0"/>
              <a:t>Headline Sparkasse Head 28pt Bild 1/3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5040000" y="266400"/>
            <a:ext cx="6602400" cy="180000"/>
          </a:xfrm>
        </p:spPr>
        <p:txBody>
          <a:bodyPr/>
          <a:lstStyle>
            <a:lvl1pPr marL="0" indent="0" algn="l">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045600"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5040001"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435F1FB0-6482-1DB6-9691-6EB5DADB0EF4}"/>
              </a:ext>
            </a:extLst>
          </p:cNvPr>
          <p:cNvSpPr>
            <a:spLocks noGrp="1"/>
          </p:cNvSpPr>
          <p:nvPr>
            <p:ph type="body" idx="18" hasCustomPrompt="1"/>
          </p:nvPr>
        </p:nvSpPr>
        <p:spPr>
          <a:xfrm>
            <a:off x="5040000" y="6181200"/>
            <a:ext cx="6602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ACB6F49B-8810-CC9F-312B-76D26F0C6D26}"/>
              </a:ext>
            </a:extLst>
          </p:cNvPr>
          <p:cNvSpPr>
            <a:spLocks noGrp="1"/>
          </p:cNvSpPr>
          <p:nvPr>
            <p:ph type="ftr" sz="quarter" idx="19"/>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936987219"/>
      </p:ext>
    </p:extLst>
  </p:cSld>
  <p:clrMapOvr>
    <a:masterClrMapping/>
  </p:clrMapOvr>
  <p:extLst>
    <p:ext uri="{DCECCB84-F9BA-43D5-87BE-67443E8EF086}">
      <p15:sldGuideLst xmlns:p15="http://schemas.microsoft.com/office/powerpoint/2012/main">
        <p15:guide id="1" pos="5093">
          <p15:clr>
            <a:srgbClr val="FBAE40"/>
          </p15:clr>
        </p15:guide>
        <p15:guide id="2" pos="3175">
          <p15:clr>
            <a:srgbClr val="FBAE40"/>
          </p15:clr>
        </p15:guide>
        <p15:guide id="3" pos="7126">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ext-/Bild-Folie #2">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6818401" y="486000"/>
            <a:ext cx="4821736" cy="913979"/>
          </a:xfrm>
        </p:spPr>
        <p:txBody>
          <a:bodyPr/>
          <a:lstStyle>
            <a:lvl1pPr>
              <a:defRPr/>
            </a:lvl1pPr>
          </a:lstStyle>
          <a:p>
            <a:r>
              <a:rPr lang="de-DE" dirty="0"/>
              <a:t>Headline Sparkasse Head 28pt Bild 1/2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6818401" y="266400"/>
            <a:ext cx="4821736"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6818399" y="1565999"/>
            <a:ext cx="4821735"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6818400" y="6181200"/>
            <a:ext cx="482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6818398" y="6408000"/>
            <a:ext cx="4824001" cy="180000"/>
          </a:xfrm>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4246572656"/>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ext-/Bild-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7466397"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20,74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8596800" y="486000"/>
            <a:ext cx="3044338" cy="913979"/>
          </a:xfrm>
        </p:spPr>
        <p:txBody>
          <a:bodyPr/>
          <a:lstStyle>
            <a:lvl1pPr>
              <a:defRPr/>
            </a:lvl1pPr>
          </a:lstStyle>
          <a:p>
            <a:r>
              <a:rPr lang="de-DE" dirty="0"/>
              <a:t>Headline Head 28pt Bild 2/3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8595663"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3C2088F0-2C54-A429-9FE8-EA49ED5AE317}"/>
              </a:ext>
            </a:extLst>
          </p:cNvPr>
          <p:cNvSpPr>
            <a:spLocks noGrp="1"/>
          </p:cNvSpPr>
          <p:nvPr>
            <p:ph type="body" idx="18"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40CCEEBE-C86E-C932-CA39-98C71756DE6F}"/>
              </a:ext>
            </a:extLst>
          </p:cNvPr>
          <p:cNvSpPr>
            <a:spLocks noGrp="1"/>
          </p:cNvSpPr>
          <p:nvPr>
            <p:ph type="ftr" sz="quarter" idx="19"/>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823820524"/>
      </p:ext>
    </p:extLst>
  </p:cSld>
  <p:clrMapOvr>
    <a:masterClrMapping/>
  </p:clrMapOvr>
  <p:extLst>
    <p:ext uri="{DCECCB84-F9BA-43D5-87BE-67443E8EF086}">
      <p15:sldGuideLst xmlns:p15="http://schemas.microsoft.com/office/powerpoint/2012/main">
        <p15:guide id="2" pos="5414">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ext-/Bild-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Head 28pt Bild 3/3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10490400"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29,14 x 13 cm.</a:t>
            </a:r>
          </a:p>
        </p:txBody>
      </p:sp>
      <p:sp>
        <p:nvSpPr>
          <p:cNvPr id="3" name="Fußzeilenplatzhalter 2">
            <a:extLst>
              <a:ext uri="{FF2B5EF4-FFF2-40B4-BE49-F238E27FC236}">
                <a16:creationId xmlns:a16="http://schemas.microsoft.com/office/drawing/2014/main" id="{969C1E98-4FFE-FA3E-5B86-D26EFB960F2E}"/>
              </a:ext>
            </a:extLst>
          </p:cNvPr>
          <p:cNvSpPr>
            <a:spLocks noGrp="1"/>
          </p:cNvSpPr>
          <p:nvPr>
            <p:ph type="ftr" sz="quarter" idx="19"/>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731720969"/>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Text-/Bild-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#5</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727824" y="1565999"/>
            <a:ext cx="491457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6727146" y="6181200"/>
            <a:ext cx="4914578"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786779039"/>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ext-/Bild-Folie #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#6</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6484809"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1153525" y="6181200"/>
            <a:ext cx="51552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1396843650"/>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Text-/Bild-Folie #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9" y="486000"/>
            <a:ext cx="4914000" cy="995415"/>
          </a:xfrm>
        </p:spPr>
        <p:txBody>
          <a:bodyPr/>
          <a:lstStyle>
            <a:lvl1pPr>
              <a:defRPr/>
            </a:lvl1pPr>
          </a:lstStyle>
          <a:p>
            <a:r>
              <a:rPr lang="de-DE" dirty="0"/>
              <a:t>Headline Sparkasse Head 28pt ein- bis max. zweizeilig #7</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49140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4000"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1. RO-Ansprechpartner RV und VDL | Digital | 02. Juni 2026</a:t>
            </a:r>
            <a:endParaRPr lang="de-DE" dirty="0"/>
          </a:p>
        </p:txBody>
      </p:sp>
      <p:sp>
        <p:nvSpPr>
          <p:cNvPr id="7" name="Textplatzhalter 2">
            <a:extLst>
              <a:ext uri="{FF2B5EF4-FFF2-40B4-BE49-F238E27FC236}">
                <a16:creationId xmlns:a16="http://schemas.microsoft.com/office/drawing/2014/main" id="{7E3B6766-42F4-9F3A-A650-84CCE13C1EC3}"/>
              </a:ext>
            </a:extLst>
          </p:cNvPr>
          <p:cNvSpPr>
            <a:spLocks noGrp="1"/>
          </p:cNvSpPr>
          <p:nvPr>
            <p:ph type="body" idx="21" hasCustomPrompt="1"/>
          </p:nvPr>
        </p:nvSpPr>
        <p:spPr>
          <a:xfrm>
            <a:off x="1152000" y="6181200"/>
            <a:ext cx="491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36" name="Bildplatzhalter 4">
            <a:extLst>
              <a:ext uri="{FF2B5EF4-FFF2-40B4-BE49-F238E27FC236}">
                <a16:creationId xmlns:a16="http://schemas.microsoft.com/office/drawing/2014/main" id="{AA1E9442-964E-2BB8-FC0D-FBE22288FAC1}"/>
              </a:ext>
            </a:extLst>
          </p:cNvPr>
          <p:cNvSpPr>
            <a:spLocks noGrp="1"/>
          </p:cNvSpPr>
          <p:nvPr>
            <p:ph type="pic" sz="quarter" idx="17" hasCustomPrompt="1"/>
          </p:nvPr>
        </p:nvSpPr>
        <p:spPr>
          <a:xfrm>
            <a:off x="6484809" y="300038"/>
            <a:ext cx="5154673" cy="5994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16,65 cm.</a:t>
            </a:r>
          </a:p>
        </p:txBody>
      </p:sp>
    </p:spTree>
    <p:extLst>
      <p:ext uri="{BB962C8B-B14F-4D97-AF65-F5344CB8AC3E}">
        <p14:creationId xmlns:p14="http://schemas.microsoft.com/office/powerpoint/2010/main" val="786914284"/>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ext-/Bild-Folie #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#8</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000"/>
            <a:ext cx="5154673" cy="288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8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7204" y="4762712"/>
            <a:ext cx="5155198" cy="1536487"/>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4809" y="1620000"/>
            <a:ext cx="5154673" cy="2880000"/>
          </a:xfrm>
          <a:solidFill>
            <a:schemeClr val="bg1">
              <a:lumMod val="95000"/>
            </a:schemeClr>
          </a:solidFill>
        </p:spPr>
        <p:txBody>
          <a:bodyPr lIns="72000" tIns="72000"/>
          <a:lstStyle>
            <a:lvl1pPr>
              <a:spcBef>
                <a:spcPts val="0"/>
              </a:spcBef>
              <a:defRPr sz="1000"/>
            </a:lvl1pPr>
          </a:lstStyle>
          <a:p>
            <a:r>
              <a:rPr lang="de-DE" dirty="0"/>
              <a:t>Bild einfügen (14,32 x 8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4762712"/>
            <a:ext cx="5155198" cy="1536487"/>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4D2E656C-B4A0-7271-8A65-0120FE9AAF6B}"/>
              </a:ext>
            </a:extLst>
          </p:cNvPr>
          <p:cNvSpPr>
            <a:spLocks noGrp="1"/>
          </p:cNvSpPr>
          <p:nvPr>
            <p:ph type="body" idx="20"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E49D17-41A1-5573-C008-DB1B87AFBC72}"/>
              </a:ext>
            </a:extLst>
          </p:cNvPr>
          <p:cNvSpPr>
            <a:spLocks noGrp="1"/>
          </p:cNvSpPr>
          <p:nvPr>
            <p:ph type="ftr" sz="quarter" idx="21"/>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448996051"/>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ext-/Bild-Folie #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#9</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3374490"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9,37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8264526" y="3773550"/>
            <a:ext cx="3377875"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8264527" y="1620838"/>
            <a:ext cx="3374955"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337713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4715335" y="1620838"/>
            <a:ext cx="3374490"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4715335" y="3773550"/>
            <a:ext cx="337713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AD9231C4-E0A8-0BC2-92D2-3BF848893565}"/>
              </a:ext>
            </a:extLst>
          </p:cNvPr>
          <p:cNvSpPr>
            <a:spLocks noGrp="1"/>
          </p:cNvSpPr>
          <p:nvPr>
            <p:ph type="body" idx="22"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2D1CEE-9F83-665E-E734-C6E196FD4284}"/>
              </a:ext>
            </a:extLst>
          </p:cNvPr>
          <p:cNvSpPr>
            <a:spLocks noGrp="1"/>
          </p:cNvSpPr>
          <p:nvPr>
            <p:ph type="ftr" sz="quarter" idx="23"/>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34855988"/>
      </p:ext>
    </p:extLst>
  </p:cSld>
  <p:clrMapOvr>
    <a:masterClrMapping/>
  </p:clrMapOvr>
  <p:extLst>
    <p:ext uri="{DCECCB84-F9BA-43D5-87BE-67443E8EF086}">
      <p15:sldGuideLst xmlns:p15="http://schemas.microsoft.com/office/powerpoint/2012/main">
        <p15:guide id="1" pos="2969">
          <p15:clr>
            <a:srgbClr val="FBAE40"/>
          </p15:clr>
        </p15:guide>
        <p15:guide id="2" pos="5099">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ext-/Bild-Folie #10">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2480541"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Bild einfügen (</a:t>
            </a:r>
            <a:r>
              <a:rPr lang="de-DE" dirty="0"/>
              <a:t>6,89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6124" y="3773550"/>
            <a:ext cx="248856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612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248759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3820587" y="1620838"/>
            <a:ext cx="2485481" cy="1890000"/>
          </a:xfrm>
          <a:solidFill>
            <a:schemeClr val="bg1">
              <a:lumMod val="95000"/>
            </a:schemeClr>
          </a:solidFill>
        </p:spPr>
        <p:txBody>
          <a:bodyPr lIns="72000" tIns="72000"/>
          <a:lstStyle>
            <a:lvl1pPr>
              <a:defRPr sz="1000"/>
            </a:lvl1pPr>
          </a:lstStyle>
          <a:p>
            <a:r>
              <a:rPr lang="de-DE" dirty="0"/>
              <a:t>Bild einfügen (6,89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3820587" y="3773550"/>
            <a:ext cx="248743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Inhaltsplatzhalter 2">
            <a:extLst>
              <a:ext uri="{FF2B5EF4-FFF2-40B4-BE49-F238E27FC236}">
                <a16:creationId xmlns:a16="http://schemas.microsoft.com/office/drawing/2014/main" id="{CE2DF2CE-6F57-A903-269A-3453EA660ED2}"/>
              </a:ext>
            </a:extLst>
          </p:cNvPr>
          <p:cNvSpPr>
            <a:spLocks noGrp="1"/>
          </p:cNvSpPr>
          <p:nvPr>
            <p:ph idx="22" hasCustomPrompt="1"/>
          </p:nvPr>
        </p:nvSpPr>
        <p:spPr>
          <a:xfrm>
            <a:off x="9152534" y="3773550"/>
            <a:ext cx="248856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915253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2" name="Titel 1">
            <a:extLst>
              <a:ext uri="{FF2B5EF4-FFF2-40B4-BE49-F238E27FC236}">
                <a16:creationId xmlns:a16="http://schemas.microsoft.com/office/drawing/2014/main" id="{79BA389D-CC20-74E5-BDA2-DC4642BC9C86}"/>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#10</a:t>
            </a:r>
          </a:p>
        </p:txBody>
      </p:sp>
      <p:sp>
        <p:nvSpPr>
          <p:cNvPr id="7" name="Textplatzhalter 2">
            <a:extLst>
              <a:ext uri="{FF2B5EF4-FFF2-40B4-BE49-F238E27FC236}">
                <a16:creationId xmlns:a16="http://schemas.microsoft.com/office/drawing/2014/main" id="{D7A93B81-A5A6-66CB-DF5C-C931F783AC07}"/>
              </a:ext>
            </a:extLst>
          </p:cNvPr>
          <p:cNvSpPr>
            <a:spLocks noGrp="1"/>
          </p:cNvSpPr>
          <p:nvPr>
            <p:ph type="body" idx="24"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3FACDDF5-3522-17F8-9242-48C6A4072214}"/>
              </a:ext>
            </a:extLst>
          </p:cNvPr>
          <p:cNvSpPr>
            <a:spLocks noGrp="1"/>
          </p:cNvSpPr>
          <p:nvPr>
            <p:ph type="ftr" sz="quarter" idx="25"/>
          </p:nvPr>
        </p:nvSpPr>
        <p:spPr/>
        <p:txBody>
          <a:bodyPr/>
          <a:lstStyle/>
          <a:p>
            <a:r>
              <a:rPr lang="de-DE"/>
              <a:t>1. RO-Ansprechpartner RV und VDL | Digital | 02. Juni 2026</a:t>
            </a:r>
            <a:endParaRPr lang="de-DE" dirty="0"/>
          </a:p>
        </p:txBody>
      </p:sp>
      <p:sp>
        <p:nvSpPr>
          <p:cNvPr id="5" name="Textfeld 4">
            <a:extLst>
              <a:ext uri="{FF2B5EF4-FFF2-40B4-BE49-F238E27FC236}">
                <a16:creationId xmlns:a16="http://schemas.microsoft.com/office/drawing/2014/main" id="{389D7411-8100-5CE2-C28C-C913354D8E08}"/>
              </a:ext>
            </a:extLst>
          </p:cNvPr>
          <p:cNvSpPr txBox="1"/>
          <p:nvPr userDrawn="1"/>
        </p:nvSpPr>
        <p:spPr>
          <a:xfrm>
            <a:off x="10196623" y="680484"/>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2664303981"/>
      </p:ext>
    </p:extLst>
  </p:cSld>
  <p:clrMapOvr>
    <a:masterClrMapping/>
  </p:clrMapOvr>
  <p:extLst>
    <p:ext uri="{DCECCB84-F9BA-43D5-87BE-67443E8EF086}">
      <p15:sldGuideLst xmlns:p15="http://schemas.microsoft.com/office/powerpoint/2012/main">
        <p15:guide id="1" pos="2406">
          <p15:clr>
            <a:srgbClr val="FBAE40"/>
          </p15:clr>
        </p15:guide>
        <p15:guide id="2" pos="5765">
          <p15:clr>
            <a:srgbClr val="FBAE40"/>
          </p15:clr>
        </p15:guide>
        <p15:guide id="3" pos="5654">
          <p15:clr>
            <a:srgbClr val="FBAE40"/>
          </p15:clr>
        </p15:guide>
        <p15:guide id="4" pos="3976">
          <p15:clr>
            <a:srgbClr val="FBAE40"/>
          </p15:clr>
        </p15:guide>
        <p15:guide id="5" pos="4085">
          <p15:clr>
            <a:srgbClr val="FBAE40"/>
          </p15:clr>
        </p15:guide>
        <p15:guide id="6" pos="2291">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ext-/Bild-Folie #1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4265469" cy="3003799"/>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Format </a:t>
            </a:r>
            <a:r>
              <a:rPr lang="de-DE" dirty="0"/>
              <a:t>11,85 x 8,34 cm.</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5599387" y="1620839"/>
            <a:ext cx="2486410" cy="2391560"/>
          </a:xfrm>
          <a:solidFill>
            <a:schemeClr val="bg1">
              <a:lumMod val="95000"/>
            </a:schemeClr>
          </a:solidFill>
        </p:spPr>
        <p:txBody>
          <a:bodyPr lIns="72000" tIns="72000"/>
          <a:lstStyle>
            <a:lvl1pPr>
              <a:defRPr sz="1000"/>
            </a:lvl1pPr>
          </a:lstStyle>
          <a:p>
            <a:r>
              <a:rPr lang="de-DE" dirty="0"/>
              <a:t>Bild einfügen (6,91 x 6,64 cm)</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5596722" y="4226400"/>
            <a:ext cx="3378077" cy="2072800"/>
          </a:xfrm>
          <a:solidFill>
            <a:schemeClr val="bg1">
              <a:lumMod val="95000"/>
            </a:schemeClr>
          </a:solidFill>
        </p:spPr>
        <p:txBody>
          <a:bodyPr lIns="72000" tIns="72000"/>
          <a:lstStyle>
            <a:lvl1pPr>
              <a:defRPr sz="1000"/>
            </a:lvl1pPr>
          </a:lstStyle>
          <a:p>
            <a:r>
              <a:rPr lang="de-DE" dirty="0"/>
              <a:t>Bild einfügen (9,38 x 5,76 cm)</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8264525" y="1620838"/>
            <a:ext cx="3374421" cy="2391559"/>
          </a:xfrm>
          <a:solidFill>
            <a:schemeClr val="bg1">
              <a:lumMod val="95000"/>
            </a:schemeClr>
          </a:solidFill>
        </p:spPr>
        <p:txBody>
          <a:bodyPr lIns="72000" tIns="72000"/>
          <a:lstStyle>
            <a:lvl1pPr>
              <a:defRPr sz="1000"/>
            </a:lvl1pPr>
          </a:lstStyle>
          <a:p>
            <a:r>
              <a:rPr lang="de-DE" dirty="0"/>
              <a:t>Bild einfügen (9,37 x 6,64 cm)</a:t>
            </a:r>
          </a:p>
        </p:txBody>
      </p:sp>
      <p:sp>
        <p:nvSpPr>
          <p:cNvPr id="35" name="Bildplatzhalter 4">
            <a:extLst>
              <a:ext uri="{FF2B5EF4-FFF2-40B4-BE49-F238E27FC236}">
                <a16:creationId xmlns:a16="http://schemas.microsoft.com/office/drawing/2014/main" id="{03F0F056-7BE7-51F0-B82D-24253B7F0D79}"/>
              </a:ext>
            </a:extLst>
          </p:cNvPr>
          <p:cNvSpPr>
            <a:spLocks noGrp="1"/>
          </p:cNvSpPr>
          <p:nvPr>
            <p:ph type="pic" sz="quarter" idx="24" hasCustomPrompt="1"/>
          </p:nvPr>
        </p:nvSpPr>
        <p:spPr>
          <a:xfrm>
            <a:off x="3365994" y="4813200"/>
            <a:ext cx="2052000" cy="1486000"/>
          </a:xfrm>
          <a:solidFill>
            <a:schemeClr val="bg1">
              <a:lumMod val="95000"/>
            </a:schemeClr>
          </a:solidFill>
        </p:spPr>
        <p:txBody>
          <a:bodyPr lIns="72000" tIns="72000"/>
          <a:lstStyle>
            <a:lvl1pPr>
              <a:spcBef>
                <a:spcPts val="0"/>
              </a:spcBef>
              <a:defRPr sz="1000"/>
            </a:lvl1pPr>
          </a:lstStyle>
          <a:p>
            <a:r>
              <a:rPr lang="de-DE" dirty="0"/>
              <a:t>Bild einfügen (5,7 x 4,13 cm)</a:t>
            </a:r>
          </a:p>
        </p:txBody>
      </p:sp>
      <p:sp>
        <p:nvSpPr>
          <p:cNvPr id="40" name="Bildplatzhalter 4">
            <a:extLst>
              <a:ext uri="{FF2B5EF4-FFF2-40B4-BE49-F238E27FC236}">
                <a16:creationId xmlns:a16="http://schemas.microsoft.com/office/drawing/2014/main" id="{50D163F6-5E61-6C7A-A768-E7616B0762AE}"/>
              </a:ext>
            </a:extLst>
          </p:cNvPr>
          <p:cNvSpPr>
            <a:spLocks noGrp="1"/>
          </p:cNvSpPr>
          <p:nvPr>
            <p:ph type="pic" sz="quarter" idx="25" hasCustomPrompt="1"/>
          </p:nvPr>
        </p:nvSpPr>
        <p:spPr>
          <a:xfrm>
            <a:off x="9153521" y="4226400"/>
            <a:ext cx="2485426" cy="1656000"/>
          </a:xfrm>
          <a:solidFill>
            <a:schemeClr val="bg1">
              <a:lumMod val="95000"/>
            </a:schemeClr>
          </a:solidFill>
        </p:spPr>
        <p:txBody>
          <a:bodyPr lIns="72000" tIns="72000"/>
          <a:lstStyle>
            <a:lvl1pPr>
              <a:defRPr sz="1000"/>
            </a:lvl1pPr>
          </a:lstStyle>
          <a:p>
            <a:r>
              <a:rPr lang="de-DE" dirty="0"/>
              <a:t>Bild einfügen (6,9 x 4,6 cm)</a:t>
            </a:r>
          </a:p>
        </p:txBody>
      </p:sp>
      <p:sp>
        <p:nvSpPr>
          <p:cNvPr id="2" name="Titel 1">
            <a:extLst>
              <a:ext uri="{FF2B5EF4-FFF2-40B4-BE49-F238E27FC236}">
                <a16:creationId xmlns:a16="http://schemas.microsoft.com/office/drawing/2014/main" id="{66B3270F-BA2F-B063-560B-08FD880B7DF0}"/>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#11</a:t>
            </a:r>
          </a:p>
        </p:txBody>
      </p:sp>
      <p:sp>
        <p:nvSpPr>
          <p:cNvPr id="7" name="Textplatzhalter 2">
            <a:extLst>
              <a:ext uri="{FF2B5EF4-FFF2-40B4-BE49-F238E27FC236}">
                <a16:creationId xmlns:a16="http://schemas.microsoft.com/office/drawing/2014/main" id="{9298170C-B090-39E0-451A-A0CE94BEF1D5}"/>
              </a:ext>
            </a:extLst>
          </p:cNvPr>
          <p:cNvSpPr>
            <a:spLocks noGrp="1"/>
          </p:cNvSpPr>
          <p:nvPr>
            <p:ph type="body" idx="26" hasCustomPrompt="1"/>
          </p:nvPr>
        </p:nvSpPr>
        <p:spPr>
          <a:xfrm>
            <a:off x="1152000" y="6181200"/>
            <a:ext cx="2160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59022868-559F-F461-353A-E5C78779A1A1}"/>
              </a:ext>
            </a:extLst>
          </p:cNvPr>
          <p:cNvSpPr>
            <a:spLocks noGrp="1"/>
          </p:cNvSpPr>
          <p:nvPr>
            <p:ph type="ftr" sz="quarter" idx="27"/>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933269236"/>
      </p:ext>
    </p:extLst>
  </p:cSld>
  <p:clrMapOvr>
    <a:masterClrMapping/>
  </p:clrMapOvr>
  <p:extLst>
    <p:ext uri="{DCECCB84-F9BA-43D5-87BE-67443E8EF086}">
      <p15:sldGuideLst xmlns:p15="http://schemas.microsoft.com/office/powerpoint/2012/main"/>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ext-/Bild-Folie #12">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53F8B0A-705B-2488-1C9E-38FBB2F0011D}"/>
              </a:ext>
            </a:extLst>
          </p:cNvPr>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413574"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63876" y="487783"/>
            <a:ext cx="4821736" cy="913979"/>
          </a:xfrm>
        </p:spPr>
        <p:txBody>
          <a:bodyPr/>
          <a:lstStyle>
            <a:lvl1pPr>
              <a:defRPr>
                <a:solidFill>
                  <a:schemeClr val="bg1"/>
                </a:solidFill>
              </a:defRPr>
            </a:lvl1pPr>
          </a:lstStyle>
          <a:p>
            <a:r>
              <a:rPr lang="de-DE" dirty="0"/>
              <a:t>Headline Sparkasse Head 28pt Bild ½ #12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1152525" y="6181200"/>
            <a:ext cx="48240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1152523" y="6408000"/>
            <a:ext cx="4824001" cy="180000"/>
          </a:xfrm>
        </p:spPr>
        <p:txBody>
          <a:bodyPr/>
          <a:lstStyle>
            <a:lvl1pPr>
              <a:defRPr>
                <a:solidFill>
                  <a:schemeClr val="bg1"/>
                </a:solidFill>
              </a:defRPr>
            </a:lvl1pPr>
          </a:lstStyle>
          <a:p>
            <a:r>
              <a:rPr lang="de-DE"/>
              <a:t>1. RO-Ansprechpartner RV und VDL | Digital | 02. Juni 2026</a:t>
            </a:r>
            <a:endParaRPr lang="de-DE" dirty="0"/>
          </a:p>
        </p:txBody>
      </p:sp>
      <p:cxnSp>
        <p:nvCxnSpPr>
          <p:cNvPr id="7" name="Gerader Verbinder 6">
            <a:extLst>
              <a:ext uri="{FF2B5EF4-FFF2-40B4-BE49-F238E27FC236}">
                <a16:creationId xmlns:a16="http://schemas.microsoft.com/office/drawing/2014/main" id="{B318B324-BAD5-6B0E-65CC-55C4B3C3E36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078509"/>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Nur Headlin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#4</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140198731"/>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Nur Headline #2">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2A502F6-608E-6EB5-AD16-480A7E457CAE}"/>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solidFill>
                  <a:schemeClr val="bg1"/>
                </a:solidFill>
              </a:defRPr>
            </a:lvl1pPr>
          </a:lstStyle>
          <a:p>
            <a:r>
              <a:rPr lang="de-DE" dirty="0"/>
              <a:t>Headline Sparkasse Head 28pt ein- bis max. zweizeilig #5</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lvl1pPr>
              <a:defRPr>
                <a:solidFill>
                  <a:schemeClr val="bg1"/>
                </a:solidFill>
              </a:defRPr>
            </a:lvl1pPr>
          </a:lstStyle>
          <a:p>
            <a:r>
              <a:rPr lang="de-DE"/>
              <a:t>1. RO-Ansprechpartner RV und VDL | Digital | 02. Juni 2026</a:t>
            </a:r>
            <a:endParaRPr lang="de-DE" dirty="0"/>
          </a:p>
        </p:txBody>
      </p:sp>
      <p:cxnSp>
        <p:nvCxnSpPr>
          <p:cNvPr id="9" name="Gerader Verbinder 8">
            <a:extLst>
              <a:ext uri="{FF2B5EF4-FFF2-40B4-BE49-F238E27FC236}">
                <a16:creationId xmlns:a16="http://schemas.microsoft.com/office/drawing/2014/main" id="{0A991AF5-616B-7119-1476-47784836895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4382649"/>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Video-Folie">
    <p:bg>
      <p:bgPr>
        <a:solidFill>
          <a:schemeClr val="tx1"/>
        </a:solidFill>
        <a:effectLst/>
      </p:bgPr>
    </p:bg>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B010F72A-BD22-21C0-7378-614825734ED8}"/>
              </a:ext>
            </a:extLst>
          </p:cNvPr>
          <p:cNvSpPr>
            <a:spLocks noGrp="1"/>
          </p:cNvSpPr>
          <p:nvPr>
            <p:ph type="ftr" sz="quarter" idx="3"/>
          </p:nvPr>
        </p:nvSpPr>
        <p:spPr>
          <a:xfrm rot="16200000">
            <a:off x="-2564672" y="3373734"/>
            <a:ext cx="5742117" cy="144000"/>
          </a:xfrm>
          <a:prstGeom prst="rect">
            <a:avLst/>
          </a:prstGeom>
        </p:spPr>
        <p:txBody>
          <a:bodyPr vert="horz" lIns="0" tIns="0" rIns="0" bIns="28800" rtlCol="0" anchor="ctr">
            <a:noAutofit/>
          </a:bodyPr>
          <a:lstStyle>
            <a:lvl1pPr algn="ctr">
              <a:lnSpc>
                <a:spcPts val="1200"/>
              </a:lnSpc>
              <a:defRPr sz="700" cap="all" spc="80" baseline="0">
                <a:solidFill>
                  <a:schemeClr val="bg1">
                    <a:alpha val="0"/>
                  </a:schemeClr>
                </a:solidFill>
              </a:defRPr>
            </a:lvl1pPr>
          </a:lstStyle>
          <a:p>
            <a:r>
              <a:rPr lang="de-DE"/>
              <a:t>1. RO-Ansprechpartner RV und VDL | Digital | 02. Juni 2026</a:t>
            </a:r>
            <a:endParaRPr lang="de-DE" dirty="0"/>
          </a:p>
        </p:txBody>
      </p:sp>
      <p:sp>
        <p:nvSpPr>
          <p:cNvPr id="8" name="Medienplatzhalter 7">
            <a:extLst>
              <a:ext uri="{FF2B5EF4-FFF2-40B4-BE49-F238E27FC236}">
                <a16:creationId xmlns:a16="http://schemas.microsoft.com/office/drawing/2014/main" id="{E56DD4CA-6146-7937-6958-46699AA02ED5}"/>
              </a:ext>
            </a:extLst>
          </p:cNvPr>
          <p:cNvSpPr>
            <a:spLocks noGrp="1"/>
          </p:cNvSpPr>
          <p:nvPr>
            <p:ph type="media" sz="quarter" idx="13" hasCustomPrompt="1"/>
          </p:nvPr>
        </p:nvSpPr>
        <p:spPr>
          <a:xfrm>
            <a:off x="0" y="0"/>
            <a:ext cx="12193200" cy="6858000"/>
          </a:xfrm>
          <a:solidFill>
            <a:schemeClr val="bg1">
              <a:lumMod val="95000"/>
            </a:schemeClr>
          </a:solidFill>
        </p:spPr>
        <p:txBody>
          <a:bodyPr lIns="72000" tIns="36000"/>
          <a:lstStyle>
            <a:lvl1pPr>
              <a:spcBef>
                <a:spcPts val="0"/>
              </a:spcBef>
              <a:defRPr sz="900"/>
            </a:lvl1pPr>
          </a:lstStyle>
          <a:p>
            <a:r>
              <a:rPr lang="de-DE" noProof="0" dirty="0"/>
              <a:t>Bitte fügen Sie ein Video über Klick auf das Symbol im Platzhalter ein.</a:t>
            </a:r>
            <a:br>
              <a:rPr lang="de-DE" noProof="0" dirty="0"/>
            </a:br>
            <a:r>
              <a:rPr lang="de-DE" noProof="0" dirty="0"/>
              <a:t>Oder mit Klick auf den Platzhalter und der rechten Maustaste den Befehl „Video einfügen“ auswählen. </a:t>
            </a:r>
          </a:p>
          <a:p>
            <a:r>
              <a:rPr lang="de-DE" noProof="0" dirty="0"/>
              <a:t>Oder ein Video aus der Zwischenablage in den angeklickten Platzhalter einfügen. Format </a:t>
            </a:r>
            <a:r>
              <a:rPr lang="de-DE" dirty="0"/>
              <a:t>33,87 x 19,05 cm.</a:t>
            </a:r>
          </a:p>
        </p:txBody>
      </p:sp>
    </p:spTree>
    <p:extLst>
      <p:ext uri="{BB962C8B-B14F-4D97-AF65-F5344CB8AC3E}">
        <p14:creationId xmlns:p14="http://schemas.microsoft.com/office/powerpoint/2010/main" val="371374261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Mockup-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7AEC34B0-20CC-3187-B106-26A3E1B73850}"/>
              </a:ext>
            </a:extLst>
          </p:cNvPr>
          <p:cNvSpPr>
            <a:spLocks noGrp="1"/>
          </p:cNvSpPr>
          <p:nvPr>
            <p:ph type="ftr" sz="quarter" idx="16"/>
          </p:nvPr>
        </p:nvSpPr>
        <p:spPr/>
        <p:txBody>
          <a:bodyPr/>
          <a:lstStyle/>
          <a:p>
            <a:r>
              <a:rPr lang="de-DE"/>
              <a:t>1. RO-Ansprechpartner RV und VDL | Digital | 02. Juni 2026</a:t>
            </a:r>
            <a:endParaRPr lang="de-DE" dirty="0"/>
          </a:p>
        </p:txBody>
      </p:sp>
      <p:sp>
        <p:nvSpPr>
          <p:cNvPr id="5" name="Textplatzhalter 2">
            <a:extLst>
              <a:ext uri="{FF2B5EF4-FFF2-40B4-BE49-F238E27FC236}">
                <a16:creationId xmlns:a16="http://schemas.microsoft.com/office/drawing/2014/main" id="{2B8221D4-A2C9-9171-3C19-A03B535ADFB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26" name="Bildplatzhalter 25">
            <a:extLst>
              <a:ext uri="{FF2B5EF4-FFF2-40B4-BE49-F238E27FC236}">
                <a16:creationId xmlns:a16="http://schemas.microsoft.com/office/drawing/2014/main" id="{E0FC838F-3880-1AD6-A575-C42AB089E25E}"/>
              </a:ext>
            </a:extLst>
          </p:cNvPr>
          <p:cNvSpPr>
            <a:spLocks noGrp="1"/>
          </p:cNvSpPr>
          <p:nvPr>
            <p:ph type="pic" sz="quarter" idx="15" hasCustomPrompt="1"/>
          </p:nvPr>
        </p:nvSpPr>
        <p:spPr>
          <a:xfrm>
            <a:off x="7915227" y="1720516"/>
            <a:ext cx="2111542" cy="4479759"/>
          </a:xfrm>
          <a:custGeom>
            <a:avLst/>
            <a:gdLst>
              <a:gd name="connsiteX0" fmla="*/ 200280 w 2111542"/>
              <a:gd name="connsiteY0" fmla="*/ 0 h 4465722"/>
              <a:gd name="connsiteX1" fmla="*/ 486997 w 2111542"/>
              <a:gd name="connsiteY1" fmla="*/ 0 h 4465722"/>
              <a:gd name="connsiteX2" fmla="*/ 479257 w 2111542"/>
              <a:gd name="connsiteY2" fmla="*/ 38335 h 4465722"/>
              <a:gd name="connsiteX3" fmla="*/ 601343 w 2111542"/>
              <a:gd name="connsiteY3" fmla="*/ 160421 h 4465722"/>
              <a:gd name="connsiteX4" fmla="*/ 1512203 w 2111542"/>
              <a:gd name="connsiteY4" fmla="*/ 160421 h 4465722"/>
              <a:gd name="connsiteX5" fmla="*/ 1634289 w 2111542"/>
              <a:gd name="connsiteY5" fmla="*/ 38335 h 4465722"/>
              <a:gd name="connsiteX6" fmla="*/ 1626549 w 2111542"/>
              <a:gd name="connsiteY6" fmla="*/ 0 h 4465722"/>
              <a:gd name="connsiteX7" fmla="*/ 1911262 w 2111542"/>
              <a:gd name="connsiteY7" fmla="*/ 0 h 4465722"/>
              <a:gd name="connsiteX8" fmla="*/ 2111542 w 2111542"/>
              <a:gd name="connsiteY8" fmla="*/ 200280 h 4465722"/>
              <a:gd name="connsiteX9" fmla="*/ 2111542 w 2111542"/>
              <a:gd name="connsiteY9" fmla="*/ 4265442 h 4465722"/>
              <a:gd name="connsiteX10" fmla="*/ 1911262 w 2111542"/>
              <a:gd name="connsiteY10" fmla="*/ 4465722 h 4465722"/>
              <a:gd name="connsiteX11" fmla="*/ 200280 w 2111542"/>
              <a:gd name="connsiteY11" fmla="*/ 4465722 h 4465722"/>
              <a:gd name="connsiteX12" fmla="*/ 0 w 2111542"/>
              <a:gd name="connsiteY12" fmla="*/ 4265442 h 4465722"/>
              <a:gd name="connsiteX13" fmla="*/ 0 w 2111542"/>
              <a:gd name="connsiteY13" fmla="*/ 200280 h 4465722"/>
              <a:gd name="connsiteX14" fmla="*/ 200280 w 2111542"/>
              <a:gd name="connsiteY14" fmla="*/ 0 h 446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11542" h="4465722">
                <a:moveTo>
                  <a:pt x="200280" y="0"/>
                </a:moveTo>
                <a:lnTo>
                  <a:pt x="486997" y="0"/>
                </a:lnTo>
                <a:lnTo>
                  <a:pt x="479257" y="38335"/>
                </a:lnTo>
                <a:cubicBezTo>
                  <a:pt x="479257" y="105761"/>
                  <a:pt x="533917" y="160421"/>
                  <a:pt x="601343" y="160421"/>
                </a:cubicBezTo>
                <a:lnTo>
                  <a:pt x="1512203" y="160421"/>
                </a:lnTo>
                <a:cubicBezTo>
                  <a:pt x="1579629" y="160421"/>
                  <a:pt x="1634289" y="105761"/>
                  <a:pt x="1634289" y="38335"/>
                </a:cubicBezTo>
                <a:lnTo>
                  <a:pt x="1626549" y="0"/>
                </a:lnTo>
                <a:lnTo>
                  <a:pt x="1911262" y="0"/>
                </a:lnTo>
                <a:cubicBezTo>
                  <a:pt x="2021874" y="0"/>
                  <a:pt x="2111542" y="89668"/>
                  <a:pt x="2111542" y="200280"/>
                </a:cubicBezTo>
                <a:lnTo>
                  <a:pt x="2111542" y="4265442"/>
                </a:lnTo>
                <a:cubicBezTo>
                  <a:pt x="2111542" y="4376054"/>
                  <a:pt x="2021874" y="4465722"/>
                  <a:pt x="1911262" y="4465722"/>
                </a:cubicBezTo>
                <a:lnTo>
                  <a:pt x="200280" y="4465722"/>
                </a:lnTo>
                <a:cubicBezTo>
                  <a:pt x="89668" y="4465722"/>
                  <a:pt x="0" y="4376054"/>
                  <a:pt x="0" y="4265442"/>
                </a:cubicBezTo>
                <a:lnTo>
                  <a:pt x="0" y="200280"/>
                </a:lnTo>
                <a:cubicBezTo>
                  <a:pt x="0" y="89668"/>
                  <a:pt x="89668" y="0"/>
                  <a:pt x="200280" y="0"/>
                </a:cubicBezTo>
                <a:close/>
              </a:path>
            </a:pathLst>
          </a:custGeom>
          <a:noFill/>
        </p:spPr>
        <p:txBody>
          <a:bodyPr wrap="square" tIns="360000">
            <a:noAutofit/>
          </a:bodyPr>
          <a:lstStyle>
            <a:lvl1pPr algn="ctr">
              <a:lnSpc>
                <a:spcPct val="100000"/>
              </a:lnSpc>
              <a:spcBef>
                <a:spcPts val="0"/>
              </a:spcBef>
              <a:defRPr sz="95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a:t>
            </a:r>
            <a:br>
              <a:rPr lang="de-DE" noProof="0" dirty="0"/>
            </a:br>
            <a:r>
              <a:rPr lang="de-DE" noProof="0" dirty="0"/>
              <a:t>und der rechten Maustaste </a:t>
            </a:r>
            <a:br>
              <a:rPr lang="de-DE" noProof="0" dirty="0"/>
            </a:br>
            <a:r>
              <a:rPr lang="de-DE" noProof="0" dirty="0"/>
              <a:t>den Befehl „Bild einfügen“ </a:t>
            </a:r>
            <a:br>
              <a:rPr lang="de-DE" noProof="0" dirty="0"/>
            </a:br>
            <a:r>
              <a:rPr lang="de-DE" noProof="0" dirty="0"/>
              <a:t>auswählen. Oder ein Bild aus </a:t>
            </a:r>
            <a:br>
              <a:rPr lang="de-DE" noProof="0" dirty="0"/>
            </a:br>
            <a:r>
              <a:rPr lang="de-DE" noProof="0" dirty="0"/>
              <a:t>der Zwischenablage in den </a:t>
            </a:r>
            <a:br>
              <a:rPr lang="de-DE" noProof="0" dirty="0"/>
            </a:br>
            <a:r>
              <a:rPr lang="de-DE" noProof="0" dirty="0"/>
              <a:t>angeklickten Platzhalter einfügen. </a:t>
            </a:r>
            <a:br>
              <a:rPr lang="de-DE" noProof="0" dirty="0"/>
            </a:br>
            <a:r>
              <a:rPr lang="de-DE" noProof="0" dirty="0"/>
              <a:t>Format </a:t>
            </a:r>
            <a:r>
              <a:rPr lang="de-DE" dirty="0"/>
              <a:t>5,87 x 12,44 cm.</a:t>
            </a:r>
          </a:p>
        </p:txBody>
      </p:sp>
      <p:sp>
        <p:nvSpPr>
          <p:cNvPr id="8" name="Inhaltsplatzhalter 2">
            <a:extLst>
              <a:ext uri="{FF2B5EF4-FFF2-40B4-BE49-F238E27FC236}">
                <a16:creationId xmlns:a16="http://schemas.microsoft.com/office/drawing/2014/main" id="{3A07F1A6-0364-4636-B0FD-73374061C9D2}"/>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127002247"/>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Mockup-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AAA33AA8-9CAC-3492-3865-3D78C0DBD23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8" name="Textplatzhalter 2">
            <a:extLst>
              <a:ext uri="{FF2B5EF4-FFF2-40B4-BE49-F238E27FC236}">
                <a16:creationId xmlns:a16="http://schemas.microsoft.com/office/drawing/2014/main" id="{7846DD82-0332-8564-685F-C282CC53A221}"/>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Picture Placeholder 8">
            <a:extLst>
              <a:ext uri="{FF2B5EF4-FFF2-40B4-BE49-F238E27FC236}">
                <a16:creationId xmlns:a16="http://schemas.microsoft.com/office/drawing/2014/main" id="{881DC0CE-F9B5-00F4-D385-745EBC2AB6D7}"/>
              </a:ext>
            </a:extLst>
          </p:cNvPr>
          <p:cNvSpPr>
            <a:spLocks noGrp="1"/>
          </p:cNvSpPr>
          <p:nvPr>
            <p:ph type="pic" sz="quarter" idx="10" hasCustomPrompt="1"/>
          </p:nvPr>
        </p:nvSpPr>
        <p:spPr>
          <a:xfrm>
            <a:off x="5396418" y="1799566"/>
            <a:ext cx="5464513" cy="3430800"/>
          </a:xfrm>
          <a:prstGeom prst="rect">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a:t>
            </a:r>
            <a:br>
              <a:rPr lang="de-DE" noProof="0" dirty="0"/>
            </a:br>
            <a:r>
              <a:rPr lang="de-DE" noProof="0" dirty="0"/>
              <a:t>den Befehl „Bild einfügen“ auswählen. Oder ein Bild aus der Zwischenablage </a:t>
            </a:r>
            <a:br>
              <a:rPr lang="de-DE" noProof="0" dirty="0"/>
            </a:br>
            <a:r>
              <a:rPr lang="de-DE" noProof="0" dirty="0"/>
              <a:t>in den angeklickten Platzhalter einfügen. Format 15,18 x 9,5 cm.</a:t>
            </a:r>
          </a:p>
        </p:txBody>
      </p:sp>
      <p:sp>
        <p:nvSpPr>
          <p:cNvPr id="3" name="Inhaltsplatzhalter 2">
            <a:extLst>
              <a:ext uri="{FF2B5EF4-FFF2-40B4-BE49-F238E27FC236}">
                <a16:creationId xmlns:a16="http://schemas.microsoft.com/office/drawing/2014/main" id="{6E9468DE-4895-6680-1BEC-D4253351E75D}"/>
              </a:ext>
            </a:extLst>
          </p:cNvPr>
          <p:cNvSpPr>
            <a:spLocks noGrp="1"/>
          </p:cNvSpPr>
          <p:nvPr>
            <p:ph idx="18" hasCustomPrompt="1"/>
          </p:nvPr>
        </p:nvSpPr>
        <p:spPr>
          <a:xfrm>
            <a:off x="1153527" y="1565999"/>
            <a:ext cx="3375273"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918931312"/>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Mockup-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Picture Placeholder 8">
            <a:extLst>
              <a:ext uri="{FF2B5EF4-FFF2-40B4-BE49-F238E27FC236}">
                <a16:creationId xmlns:a16="http://schemas.microsoft.com/office/drawing/2014/main" id="{ADF869EA-A822-2479-DCCB-749E96B2C36B}"/>
              </a:ext>
            </a:extLst>
          </p:cNvPr>
          <p:cNvSpPr>
            <a:spLocks noGrp="1"/>
          </p:cNvSpPr>
          <p:nvPr>
            <p:ph type="pic" sz="quarter" idx="10" hasCustomPrompt="1"/>
          </p:nvPr>
        </p:nvSpPr>
        <p:spPr>
          <a:xfrm>
            <a:off x="7459506" y="1768788"/>
            <a:ext cx="3292509" cy="4391689"/>
          </a:xfrm>
          <a:prstGeom prst="roundRect">
            <a:avLst>
              <a:gd name="adj" fmla="val 1668"/>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 </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t>
            </a:r>
            <a:br>
              <a:rPr lang="de-DE" noProof="0" dirty="0"/>
            </a:br>
            <a:r>
              <a:rPr lang="de-DE" noProof="0" dirty="0"/>
              <a:t>angeklickten Platzhalter einfügen. </a:t>
            </a:r>
            <a:br>
              <a:rPr lang="de-DE" noProof="0" dirty="0"/>
            </a:br>
            <a:r>
              <a:rPr lang="de-DE" noProof="0" dirty="0"/>
              <a:t>Format 9,15 x 12,2 cm.</a:t>
            </a:r>
          </a:p>
        </p:txBody>
      </p:sp>
      <p:sp>
        <p:nvSpPr>
          <p:cNvPr id="3" name="Inhaltsplatzhalter 2">
            <a:extLst>
              <a:ext uri="{FF2B5EF4-FFF2-40B4-BE49-F238E27FC236}">
                <a16:creationId xmlns:a16="http://schemas.microsoft.com/office/drawing/2014/main" id="{F1C8DA12-C7BD-F01D-8103-0FFD27ECD76D}"/>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85472755"/>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Mockup-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4" name="Bildplatzhalter 16">
            <a:extLst>
              <a:ext uri="{FF2B5EF4-FFF2-40B4-BE49-F238E27FC236}">
                <a16:creationId xmlns:a16="http://schemas.microsoft.com/office/drawing/2014/main" id="{07C9C1A3-C6AA-F496-78F1-60C54CD5C8F2}"/>
              </a:ext>
            </a:extLst>
          </p:cNvPr>
          <p:cNvSpPr>
            <a:spLocks noGrp="1"/>
          </p:cNvSpPr>
          <p:nvPr>
            <p:ph type="pic" sz="quarter" idx="10" hasCustomPrompt="1"/>
          </p:nvPr>
        </p:nvSpPr>
        <p:spPr>
          <a:xfrm>
            <a:off x="7776839" y="1373819"/>
            <a:ext cx="3351320" cy="4103703"/>
          </a:xfrm>
          <a:custGeom>
            <a:avLst/>
            <a:gdLst>
              <a:gd name="connsiteX0" fmla="*/ 749422 w 3351320"/>
              <a:gd name="connsiteY0" fmla="*/ 0 h 4103703"/>
              <a:gd name="connsiteX1" fmla="*/ 2601898 w 3351320"/>
              <a:gd name="connsiteY1" fmla="*/ 0 h 4103703"/>
              <a:gd name="connsiteX2" fmla="*/ 3351320 w 3351320"/>
              <a:gd name="connsiteY2" fmla="*/ 749422 h 4103703"/>
              <a:gd name="connsiteX3" fmla="*/ 3351320 w 3351320"/>
              <a:gd name="connsiteY3" fmla="*/ 3354281 h 4103703"/>
              <a:gd name="connsiteX4" fmla="*/ 2601898 w 3351320"/>
              <a:gd name="connsiteY4" fmla="*/ 4103703 h 4103703"/>
              <a:gd name="connsiteX5" fmla="*/ 749422 w 3351320"/>
              <a:gd name="connsiteY5" fmla="*/ 4103703 h 4103703"/>
              <a:gd name="connsiteX6" fmla="*/ 0 w 3351320"/>
              <a:gd name="connsiteY6" fmla="*/ 3354281 h 4103703"/>
              <a:gd name="connsiteX7" fmla="*/ 0 w 3351320"/>
              <a:gd name="connsiteY7" fmla="*/ 749422 h 4103703"/>
              <a:gd name="connsiteX8" fmla="*/ 749422 w 3351320"/>
              <a:gd name="connsiteY8" fmla="*/ 0 h 410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1320" h="4103703">
                <a:moveTo>
                  <a:pt x="749422" y="0"/>
                </a:moveTo>
                <a:lnTo>
                  <a:pt x="2601898" y="0"/>
                </a:lnTo>
                <a:cubicBezTo>
                  <a:pt x="3015792" y="0"/>
                  <a:pt x="3351320" y="335528"/>
                  <a:pt x="3351320" y="749422"/>
                </a:cubicBezTo>
                <a:lnTo>
                  <a:pt x="3351320" y="3354281"/>
                </a:lnTo>
                <a:cubicBezTo>
                  <a:pt x="3351320" y="3768175"/>
                  <a:pt x="3015792" y="4103703"/>
                  <a:pt x="2601898" y="4103703"/>
                </a:cubicBezTo>
                <a:lnTo>
                  <a:pt x="749422" y="4103703"/>
                </a:lnTo>
                <a:cubicBezTo>
                  <a:pt x="335528" y="4103703"/>
                  <a:pt x="0" y="3768175"/>
                  <a:pt x="0" y="3354281"/>
                </a:cubicBezTo>
                <a:lnTo>
                  <a:pt x="0" y="749422"/>
                </a:lnTo>
                <a:cubicBezTo>
                  <a:pt x="0" y="335528"/>
                  <a:pt x="335528" y="0"/>
                  <a:pt x="749422" y="0"/>
                </a:cubicBezTo>
                <a:close/>
              </a:path>
            </a:pathLst>
          </a:custGeom>
          <a:solidFill>
            <a:schemeClr val="bg1"/>
          </a:solidFill>
        </p:spPr>
        <p:txBody>
          <a:bodyPr wrap="square" lIns="36000" tIns="144000">
            <a:noAutofit/>
          </a:bodyPr>
          <a:lstStyle>
            <a:lvl1pPr marL="0" indent="0" algn="ctr">
              <a:lnSpc>
                <a:spcPct val="100000"/>
              </a:lnSpc>
              <a:spcBef>
                <a:spcPts val="0"/>
              </a:spcBef>
              <a:spcAft>
                <a:spcPts val="30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und der </a:t>
            </a:r>
            <a:br>
              <a:rPr lang="de-DE" noProof="0" dirty="0"/>
            </a:br>
            <a:r>
              <a:rPr lang="de-DE" noProof="0" dirty="0"/>
              <a:t>rechten Maustaste den Befehl „Bild einfügen“ </a:t>
            </a:r>
            <a:br>
              <a:rPr lang="de-DE" noProof="0" dirty="0"/>
            </a:br>
            <a:r>
              <a:rPr lang="de-DE" noProof="0" dirty="0"/>
              <a:t>auswählen. Oder ein Bild aus der Zwischenablage </a:t>
            </a:r>
            <a:br>
              <a:rPr lang="de-DE" noProof="0" dirty="0"/>
            </a:br>
            <a:r>
              <a:rPr lang="de-DE" noProof="0" dirty="0"/>
              <a:t>in den angeklickten Platzhalter einfügen. </a:t>
            </a:r>
            <a:br>
              <a:rPr lang="de-DE" noProof="0" dirty="0"/>
            </a:br>
            <a:r>
              <a:rPr lang="de-DE" noProof="0" dirty="0"/>
              <a:t>Format 9,31 x 11,4 cm.</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1. RO-Ansprechpartner RV und VDL | Digital | 02. Juni 2026</a:t>
            </a:r>
            <a:endParaRPr lang="de-DE" dirty="0"/>
          </a:p>
        </p:txBody>
      </p:sp>
      <p:sp>
        <p:nvSpPr>
          <p:cNvPr id="3" name="Inhaltsplatzhalter 2">
            <a:extLst>
              <a:ext uri="{FF2B5EF4-FFF2-40B4-BE49-F238E27FC236}">
                <a16:creationId xmlns:a16="http://schemas.microsoft.com/office/drawing/2014/main" id="{9049C178-C84C-C374-146D-9B5256D30C93}"/>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708947081"/>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Grafik-Übersich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260476"/>
            <a:ext cx="5163834" cy="5038724"/>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Inhaltsplatzhalter 2">
            <a:extLst>
              <a:ext uri="{FF2B5EF4-FFF2-40B4-BE49-F238E27FC236}">
                <a16:creationId xmlns:a16="http://schemas.microsoft.com/office/drawing/2014/main" id="{2E21D476-910E-E0E4-0A8E-500FFE2ACB5B}"/>
              </a:ext>
            </a:extLst>
          </p:cNvPr>
          <p:cNvSpPr>
            <a:spLocks noGrp="1"/>
          </p:cNvSpPr>
          <p:nvPr>
            <p:ph idx="14" hasCustomPrompt="1"/>
          </p:nvPr>
        </p:nvSpPr>
        <p:spPr>
          <a:xfrm>
            <a:off x="6477304" y="1260475"/>
            <a:ext cx="5163834" cy="5038724"/>
          </a:xfrm>
        </p:spPr>
        <p:txBody>
          <a:bodyPr/>
          <a:lstStyle>
            <a:lvl1pPr>
              <a:defRPr/>
            </a:lvl1pPr>
          </a:lstStyle>
          <a:p>
            <a:pPr lvl="0"/>
            <a:r>
              <a:rPr lang="de-DE" dirty="0"/>
              <a:t>Tabelle</a:t>
            </a:r>
          </a:p>
        </p:txBody>
      </p:sp>
      <p:sp>
        <p:nvSpPr>
          <p:cNvPr id="5" name="Fußzeilenplatzhalter 4">
            <a:extLst>
              <a:ext uri="{FF2B5EF4-FFF2-40B4-BE49-F238E27FC236}">
                <a16:creationId xmlns:a16="http://schemas.microsoft.com/office/drawing/2014/main" id="{E01DBE8A-70F2-A5AB-ED97-F5564D9962F7}"/>
              </a:ext>
            </a:extLst>
          </p:cNvPr>
          <p:cNvSpPr>
            <a:spLocks noGrp="1"/>
          </p:cNvSpPr>
          <p:nvPr>
            <p:ph type="ftr" sz="quarter" idx="15"/>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80613321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Grafik-Übersich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260475"/>
            <a:ext cx="10490399" cy="5038725"/>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Fußzeilenplatzhalter 3">
            <a:extLst>
              <a:ext uri="{FF2B5EF4-FFF2-40B4-BE49-F238E27FC236}">
                <a16:creationId xmlns:a16="http://schemas.microsoft.com/office/drawing/2014/main" id="{03D12EE8-0443-68C3-2AD9-3FD7DB97AE22}"/>
              </a:ext>
            </a:extLst>
          </p:cNvPr>
          <p:cNvSpPr>
            <a:spLocks noGrp="1"/>
          </p:cNvSpPr>
          <p:nvPr>
            <p:ph type="ftr" sz="quarter" idx="14"/>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3662095799"/>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Schlussfoli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51999" y="16214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3801521"/>
            <a:ext cx="3378980" cy="2497679"/>
          </a:xfrm>
        </p:spPr>
        <p:txBody>
          <a:bodyPr/>
          <a:lstStyle>
            <a:lvl1pPr>
              <a:spcBef>
                <a:spcPts val="600"/>
              </a:spcBef>
              <a:defRPr sz="1400">
                <a:latin typeface="Sparkasse Medium" panose="020B0603080202020204" pitchFamily="34" charset="0"/>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39" name="Bildplatzhalter 35">
            <a:extLst>
              <a:ext uri="{FF2B5EF4-FFF2-40B4-BE49-F238E27FC236}">
                <a16:creationId xmlns:a16="http://schemas.microsoft.com/office/drawing/2014/main" id="{461B2A19-7C73-1B14-5D3D-5CCEFBDED6AF}"/>
              </a:ext>
            </a:extLst>
          </p:cNvPr>
          <p:cNvSpPr>
            <a:spLocks noGrp="1"/>
          </p:cNvSpPr>
          <p:nvPr>
            <p:ph type="pic" sz="quarter" idx="20" hasCustomPrompt="1"/>
          </p:nvPr>
        </p:nvSpPr>
        <p:spPr>
          <a:xfrm>
            <a:off x="4709883" y="16215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0" name="Bildplatzhalter 35">
            <a:extLst>
              <a:ext uri="{FF2B5EF4-FFF2-40B4-BE49-F238E27FC236}">
                <a16:creationId xmlns:a16="http://schemas.microsoft.com/office/drawing/2014/main" id="{1ABDF9DA-B5FA-DCA6-F1AC-B7D65D221A02}"/>
              </a:ext>
            </a:extLst>
          </p:cNvPr>
          <p:cNvSpPr>
            <a:spLocks noGrp="1"/>
          </p:cNvSpPr>
          <p:nvPr>
            <p:ph type="pic" sz="quarter" idx="21" hasCustomPrompt="1"/>
          </p:nvPr>
        </p:nvSpPr>
        <p:spPr>
          <a:xfrm>
            <a:off x="8266449" y="1620838"/>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1" name="Inhaltsplatzhalter 2">
            <a:extLst>
              <a:ext uri="{FF2B5EF4-FFF2-40B4-BE49-F238E27FC236}">
                <a16:creationId xmlns:a16="http://schemas.microsoft.com/office/drawing/2014/main" id="{AB46D1AB-DF6C-B897-6366-43830399C4D3}"/>
              </a:ext>
            </a:extLst>
          </p:cNvPr>
          <p:cNvSpPr>
            <a:spLocks noGrp="1"/>
          </p:cNvSpPr>
          <p:nvPr>
            <p:ph idx="22" hasCustomPrompt="1"/>
          </p:nvPr>
        </p:nvSpPr>
        <p:spPr>
          <a:xfrm>
            <a:off x="4710642"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42" name="Inhaltsplatzhalter 2">
            <a:extLst>
              <a:ext uri="{FF2B5EF4-FFF2-40B4-BE49-F238E27FC236}">
                <a16:creationId xmlns:a16="http://schemas.microsoft.com/office/drawing/2014/main" id="{475514C4-6B3D-92E1-DB05-EABB01543415}"/>
              </a:ext>
            </a:extLst>
          </p:cNvPr>
          <p:cNvSpPr>
            <a:spLocks noGrp="1"/>
          </p:cNvSpPr>
          <p:nvPr>
            <p:ph idx="23" hasCustomPrompt="1"/>
          </p:nvPr>
        </p:nvSpPr>
        <p:spPr>
          <a:xfrm>
            <a:off x="8264738"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13pt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D0F3D02F-453D-F41E-DA8B-8D4C83FD1AD3}"/>
              </a:ext>
            </a:extLst>
          </p:cNvPr>
          <p:cNvSpPr>
            <a:spLocks noGrp="1"/>
          </p:cNvSpPr>
          <p:nvPr>
            <p:ph type="ftr" sz="quarter" idx="24"/>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2372303391"/>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Schlussfolie #2">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1944439"/>
            <a:ext cx="3376800" cy="4354761"/>
          </a:xfrm>
          <a:noFill/>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2" name="Inhaltsplatzhalter 2">
            <a:extLst>
              <a:ext uri="{FF2B5EF4-FFF2-40B4-BE49-F238E27FC236}">
                <a16:creationId xmlns:a16="http://schemas.microsoft.com/office/drawing/2014/main" id="{E198FAAA-BA71-2089-2DE6-74F55CA522EA}"/>
              </a:ext>
            </a:extLst>
          </p:cNvPr>
          <p:cNvSpPr>
            <a:spLocks noGrp="1"/>
          </p:cNvSpPr>
          <p:nvPr>
            <p:ph idx="20" hasCustomPrompt="1"/>
          </p:nvPr>
        </p:nvSpPr>
        <p:spPr>
          <a:xfrm>
            <a:off x="4709750"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4" name="Inhaltsplatzhalter 2">
            <a:extLst>
              <a:ext uri="{FF2B5EF4-FFF2-40B4-BE49-F238E27FC236}">
                <a16:creationId xmlns:a16="http://schemas.microsoft.com/office/drawing/2014/main" id="{F3CB4BEB-5EBA-1A1C-1847-9AE4D08DD3FC}"/>
              </a:ext>
            </a:extLst>
          </p:cNvPr>
          <p:cNvSpPr>
            <a:spLocks noGrp="1"/>
          </p:cNvSpPr>
          <p:nvPr>
            <p:ph idx="21" hasCustomPrompt="1"/>
          </p:nvPr>
        </p:nvSpPr>
        <p:spPr>
          <a:xfrm>
            <a:off x="8265132"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9" name="Textplatzhalter 2">
            <a:extLst>
              <a:ext uri="{FF2B5EF4-FFF2-40B4-BE49-F238E27FC236}">
                <a16:creationId xmlns:a16="http://schemas.microsoft.com/office/drawing/2014/main" id="{7526A466-E56F-46AC-EE5A-DB7460E4DAA3}"/>
              </a:ext>
            </a:extLst>
          </p:cNvPr>
          <p:cNvSpPr>
            <a:spLocks noGrp="1"/>
          </p:cNvSpPr>
          <p:nvPr>
            <p:ph type="body" idx="22" hasCustomPrompt="1"/>
          </p:nvPr>
        </p:nvSpPr>
        <p:spPr>
          <a:xfrm>
            <a:off x="115166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0" name="Textplatzhalter 2">
            <a:extLst>
              <a:ext uri="{FF2B5EF4-FFF2-40B4-BE49-F238E27FC236}">
                <a16:creationId xmlns:a16="http://schemas.microsoft.com/office/drawing/2014/main" id="{7BC5A927-461E-1834-790A-050EA1E4B82A}"/>
              </a:ext>
            </a:extLst>
          </p:cNvPr>
          <p:cNvSpPr>
            <a:spLocks noGrp="1"/>
          </p:cNvSpPr>
          <p:nvPr>
            <p:ph type="body" idx="23" hasCustomPrompt="1"/>
          </p:nvPr>
        </p:nvSpPr>
        <p:spPr>
          <a:xfrm>
            <a:off x="4709750"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1" name="Textplatzhalter 2">
            <a:extLst>
              <a:ext uri="{FF2B5EF4-FFF2-40B4-BE49-F238E27FC236}">
                <a16:creationId xmlns:a16="http://schemas.microsoft.com/office/drawing/2014/main" id="{BE5AE043-F4BB-BC6A-A6DA-F808F49A00DA}"/>
              </a:ext>
            </a:extLst>
          </p:cNvPr>
          <p:cNvSpPr>
            <a:spLocks noGrp="1"/>
          </p:cNvSpPr>
          <p:nvPr>
            <p:ph type="body" idx="24" hasCustomPrompt="1"/>
          </p:nvPr>
        </p:nvSpPr>
        <p:spPr>
          <a:xfrm>
            <a:off x="826513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4" name="Fußzeilenplatzhalter 3">
            <a:extLst>
              <a:ext uri="{FF2B5EF4-FFF2-40B4-BE49-F238E27FC236}">
                <a16:creationId xmlns:a16="http://schemas.microsoft.com/office/drawing/2014/main" id="{DEBB5C08-E9AF-4222-A6A7-C039C143FEA0}"/>
              </a:ext>
            </a:extLst>
          </p:cNvPr>
          <p:cNvSpPr>
            <a:spLocks noGrp="1"/>
          </p:cNvSpPr>
          <p:nvPr>
            <p:ph type="ftr" sz="quarter" idx="25"/>
          </p:nvPr>
        </p:nvSpPr>
        <p:spPr/>
        <p:txBody>
          <a:bodyPr/>
          <a:lstStyle/>
          <a:p>
            <a:r>
              <a:rPr lang="de-DE"/>
              <a:t>1. RO-Ansprechpartner RV und VDL | Digital | 02. Juni 2026</a:t>
            </a:r>
            <a:endParaRPr lang="de-DE" dirty="0"/>
          </a:p>
        </p:txBody>
      </p:sp>
    </p:spTree>
    <p:extLst>
      <p:ext uri="{BB962C8B-B14F-4D97-AF65-F5344CB8AC3E}">
        <p14:creationId xmlns:p14="http://schemas.microsoft.com/office/powerpoint/2010/main" val="1113505492"/>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Schlussfolie #3">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49508"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5290"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2" name="Bildplatzhalter 35">
            <a:extLst>
              <a:ext uri="{FF2B5EF4-FFF2-40B4-BE49-F238E27FC236}">
                <a16:creationId xmlns:a16="http://schemas.microsoft.com/office/drawing/2014/main" id="{45811CDE-E580-15BD-0797-02ADC0B15142}"/>
              </a:ext>
            </a:extLst>
          </p:cNvPr>
          <p:cNvSpPr>
            <a:spLocks noGrp="1"/>
          </p:cNvSpPr>
          <p:nvPr>
            <p:ph type="pic" sz="quarter" idx="20" hasCustomPrompt="1"/>
          </p:nvPr>
        </p:nvSpPr>
        <p:spPr>
          <a:xfrm>
            <a:off x="2928406"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3" name="Inhaltsplatzhalter 2">
            <a:extLst>
              <a:ext uri="{FF2B5EF4-FFF2-40B4-BE49-F238E27FC236}">
                <a16:creationId xmlns:a16="http://schemas.microsoft.com/office/drawing/2014/main" id="{5DB9AD0E-77D5-46BA-FA71-F13FE65A83E0}"/>
              </a:ext>
            </a:extLst>
          </p:cNvPr>
          <p:cNvSpPr>
            <a:spLocks noGrp="1"/>
          </p:cNvSpPr>
          <p:nvPr>
            <p:ph idx="21" hasCustomPrompt="1"/>
          </p:nvPr>
        </p:nvSpPr>
        <p:spPr>
          <a:xfrm>
            <a:off x="2933688"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4" name="Bildplatzhalter 35">
            <a:extLst>
              <a:ext uri="{FF2B5EF4-FFF2-40B4-BE49-F238E27FC236}">
                <a16:creationId xmlns:a16="http://schemas.microsoft.com/office/drawing/2014/main" id="{8908C699-57C4-8333-01F9-CE9CBBD6C7F7}"/>
              </a:ext>
            </a:extLst>
          </p:cNvPr>
          <p:cNvSpPr>
            <a:spLocks noGrp="1"/>
          </p:cNvSpPr>
          <p:nvPr>
            <p:ph type="pic" sz="quarter" idx="22" hasCustomPrompt="1"/>
          </p:nvPr>
        </p:nvSpPr>
        <p:spPr>
          <a:xfrm>
            <a:off x="4707304"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5" name="Inhaltsplatzhalter 2">
            <a:extLst>
              <a:ext uri="{FF2B5EF4-FFF2-40B4-BE49-F238E27FC236}">
                <a16:creationId xmlns:a16="http://schemas.microsoft.com/office/drawing/2014/main" id="{AC928720-2BDA-79F4-DE73-37CC9FFEF73D}"/>
              </a:ext>
            </a:extLst>
          </p:cNvPr>
          <p:cNvSpPr>
            <a:spLocks noGrp="1"/>
          </p:cNvSpPr>
          <p:nvPr>
            <p:ph idx="23" hasCustomPrompt="1"/>
          </p:nvPr>
        </p:nvSpPr>
        <p:spPr>
          <a:xfrm>
            <a:off x="47093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7" name="Bildplatzhalter 35">
            <a:extLst>
              <a:ext uri="{FF2B5EF4-FFF2-40B4-BE49-F238E27FC236}">
                <a16:creationId xmlns:a16="http://schemas.microsoft.com/office/drawing/2014/main" id="{147CE74B-258E-80F9-DCF0-F8754A3F79ED}"/>
              </a:ext>
            </a:extLst>
          </p:cNvPr>
          <p:cNvSpPr>
            <a:spLocks noGrp="1"/>
          </p:cNvSpPr>
          <p:nvPr>
            <p:ph type="pic" sz="quarter" idx="24" hasCustomPrompt="1"/>
          </p:nvPr>
        </p:nvSpPr>
        <p:spPr>
          <a:xfrm>
            <a:off x="6486202"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3" name="Inhaltsplatzhalter 2">
            <a:extLst>
              <a:ext uri="{FF2B5EF4-FFF2-40B4-BE49-F238E27FC236}">
                <a16:creationId xmlns:a16="http://schemas.microsoft.com/office/drawing/2014/main" id="{87CA2289-6E12-F79A-551E-BCD26657C34F}"/>
              </a:ext>
            </a:extLst>
          </p:cNvPr>
          <p:cNvSpPr>
            <a:spLocks noGrp="1"/>
          </p:cNvSpPr>
          <p:nvPr>
            <p:ph idx="25" hasCustomPrompt="1"/>
          </p:nvPr>
        </p:nvSpPr>
        <p:spPr>
          <a:xfrm>
            <a:off x="64877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4" name="Bildplatzhalter 35">
            <a:extLst>
              <a:ext uri="{FF2B5EF4-FFF2-40B4-BE49-F238E27FC236}">
                <a16:creationId xmlns:a16="http://schemas.microsoft.com/office/drawing/2014/main" id="{2B7C61FC-550C-AC67-8050-5B79719C0EB3}"/>
              </a:ext>
            </a:extLst>
          </p:cNvPr>
          <p:cNvSpPr>
            <a:spLocks noGrp="1"/>
          </p:cNvSpPr>
          <p:nvPr>
            <p:ph type="pic" sz="quarter" idx="26" hasCustomPrompt="1"/>
          </p:nvPr>
        </p:nvSpPr>
        <p:spPr>
          <a:xfrm>
            <a:off x="82651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5" name="Inhaltsplatzhalter 2">
            <a:extLst>
              <a:ext uri="{FF2B5EF4-FFF2-40B4-BE49-F238E27FC236}">
                <a16:creationId xmlns:a16="http://schemas.microsoft.com/office/drawing/2014/main" id="{F07555BD-892C-D8E1-AC9E-D7CC557EAD4D}"/>
              </a:ext>
            </a:extLst>
          </p:cNvPr>
          <p:cNvSpPr>
            <a:spLocks noGrp="1"/>
          </p:cNvSpPr>
          <p:nvPr>
            <p:ph idx="27" hasCustomPrompt="1"/>
          </p:nvPr>
        </p:nvSpPr>
        <p:spPr>
          <a:xfrm>
            <a:off x="8266125"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6" name="Bildplatzhalter 35">
            <a:extLst>
              <a:ext uri="{FF2B5EF4-FFF2-40B4-BE49-F238E27FC236}">
                <a16:creationId xmlns:a16="http://schemas.microsoft.com/office/drawing/2014/main" id="{1F511D09-5F69-B424-F989-3C131D3FB86C}"/>
              </a:ext>
            </a:extLst>
          </p:cNvPr>
          <p:cNvSpPr>
            <a:spLocks noGrp="1"/>
          </p:cNvSpPr>
          <p:nvPr>
            <p:ph type="pic" sz="quarter" idx="28" hasCustomPrompt="1"/>
          </p:nvPr>
        </p:nvSpPr>
        <p:spPr>
          <a:xfrm>
            <a:off x="100440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7" name="Inhaltsplatzhalter 2">
            <a:extLst>
              <a:ext uri="{FF2B5EF4-FFF2-40B4-BE49-F238E27FC236}">
                <a16:creationId xmlns:a16="http://schemas.microsoft.com/office/drawing/2014/main" id="{A6FA8EDB-3F20-68C3-3300-301AEEAB2381}"/>
              </a:ext>
            </a:extLst>
          </p:cNvPr>
          <p:cNvSpPr>
            <a:spLocks noGrp="1"/>
          </p:cNvSpPr>
          <p:nvPr>
            <p:ph idx="29" hasCustomPrompt="1"/>
          </p:nvPr>
        </p:nvSpPr>
        <p:spPr>
          <a:xfrm>
            <a:off x="10044527"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3060E986-E833-C99B-BE20-29EB356C3277}"/>
              </a:ext>
            </a:extLst>
          </p:cNvPr>
          <p:cNvSpPr>
            <a:spLocks noGrp="1"/>
          </p:cNvSpPr>
          <p:nvPr>
            <p:ph type="ftr" sz="quarter" idx="30"/>
          </p:nvPr>
        </p:nvSpPr>
        <p:spPr/>
        <p:txBody>
          <a:bodyPr/>
          <a:lstStyle/>
          <a:p>
            <a:r>
              <a:rPr lang="de-DE"/>
              <a:t>1. RO-Ansprechpartner RV und VDL | Digital | 02. Juni 2026</a:t>
            </a:r>
            <a:endParaRPr lang="de-DE" dirty="0"/>
          </a:p>
        </p:txBody>
      </p:sp>
      <p:sp>
        <p:nvSpPr>
          <p:cNvPr id="2" name="Textfeld 1">
            <a:extLst>
              <a:ext uri="{FF2B5EF4-FFF2-40B4-BE49-F238E27FC236}">
                <a16:creationId xmlns:a16="http://schemas.microsoft.com/office/drawing/2014/main" id="{2D188BE3-6E0E-7564-FF25-DD0AEE2B8FAF}"/>
              </a:ext>
            </a:extLst>
          </p:cNvPr>
          <p:cNvSpPr txBox="1"/>
          <p:nvPr userDrawn="1"/>
        </p:nvSpPr>
        <p:spPr>
          <a:xfrm>
            <a:off x="9641541" y="705971"/>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3852474596"/>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Schlussfolie #4">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260475"/>
            <a:ext cx="6217171" cy="234517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Sparkasse Musterstadt </a:t>
            </a:r>
          </a:p>
          <a:p>
            <a:pPr lvl="1"/>
            <a:br>
              <a:rPr lang="de-DE" dirty="0"/>
            </a:br>
            <a:r>
              <a:rPr lang="de-DE" dirty="0"/>
              <a:t>+49 12 34567-890</a:t>
            </a:r>
            <a:br>
              <a:rPr lang="de-DE" dirty="0"/>
            </a:br>
            <a:r>
              <a:rPr lang="de-DE" dirty="0" err="1"/>
              <a:t>muster@sparkasse-musterstadt.de</a:t>
            </a:r>
            <a:endParaRPr lang="de-DE" dirty="0"/>
          </a:p>
        </p:txBody>
      </p:sp>
      <p:sp>
        <p:nvSpPr>
          <p:cNvPr id="11" name="Inhaltsplatzhalter 2">
            <a:extLst>
              <a:ext uri="{FF2B5EF4-FFF2-40B4-BE49-F238E27FC236}">
                <a16:creationId xmlns:a16="http://schemas.microsoft.com/office/drawing/2014/main" id="{6A714E9A-1478-7F26-4307-08020303560D}"/>
              </a:ext>
            </a:extLst>
          </p:cNvPr>
          <p:cNvSpPr>
            <a:spLocks noGrp="1"/>
          </p:cNvSpPr>
          <p:nvPr>
            <p:ph idx="20" hasCustomPrompt="1"/>
          </p:nvPr>
        </p:nvSpPr>
        <p:spPr>
          <a:xfrm>
            <a:off x="5423967" y="3605645"/>
            <a:ext cx="6217171" cy="2322486"/>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Sparkasse Musterstadt </a:t>
            </a:r>
          </a:p>
          <a:p>
            <a:pPr lvl="1"/>
            <a:br>
              <a:rPr lang="de-DE" dirty="0"/>
            </a:br>
            <a:r>
              <a:rPr lang="de-DE" dirty="0"/>
              <a:t>+49 12 34567-890</a:t>
            </a:r>
            <a:br>
              <a:rPr lang="de-DE" dirty="0"/>
            </a:br>
            <a:r>
              <a:rPr lang="de-DE" dirty="0" err="1"/>
              <a:t>muster@sparkasse-musterstadt.de</a:t>
            </a:r>
            <a:endParaRPr lang="de-DE" dirty="0"/>
          </a:p>
        </p:txBody>
      </p:sp>
      <p:sp>
        <p:nvSpPr>
          <p:cNvPr id="2" name="Titel 1">
            <a:extLst>
              <a:ext uri="{FF2B5EF4-FFF2-40B4-BE49-F238E27FC236}">
                <a16:creationId xmlns:a16="http://schemas.microsoft.com/office/drawing/2014/main" id="{7FE28FB5-24E0-4115-EBE0-828E5B943EB2}"/>
              </a:ext>
            </a:extLst>
          </p:cNvPr>
          <p:cNvSpPr>
            <a:spLocks noGrp="1"/>
          </p:cNvSpPr>
          <p:nvPr>
            <p:ph type="title" hasCustomPrompt="1"/>
          </p:nvPr>
        </p:nvSpPr>
        <p:spPr>
          <a:xfrm>
            <a:off x="600891" y="3024000"/>
            <a:ext cx="3327357" cy="810000"/>
          </a:xfrm>
        </p:spPr>
        <p:txBody>
          <a:bodyPr/>
          <a:lstStyle>
            <a:lvl1pPr algn="ctr">
              <a:defRPr sz="4800">
                <a:solidFill>
                  <a:schemeClr val="bg1"/>
                </a:solidFill>
              </a:defRPr>
            </a:lvl1pPr>
          </a:lstStyle>
          <a:p>
            <a:r>
              <a:rPr lang="de-DE" dirty="0"/>
              <a:t>Danke.</a:t>
            </a:r>
          </a:p>
        </p:txBody>
      </p:sp>
    </p:spTree>
    <p:extLst>
      <p:ext uri="{BB962C8B-B14F-4D97-AF65-F5344CB8AC3E}">
        <p14:creationId xmlns:p14="http://schemas.microsoft.com/office/powerpoint/2010/main" val="1018235496"/>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Schlussfolie #5">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lvl1pPr>
          </a:lstStyle>
          <a:p>
            <a:r>
              <a:rPr lang="de-DE" dirty="0"/>
              <a:t>Danke.</a:t>
            </a:r>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Sparkasse Musterstadt</a:t>
            </a:r>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muster@sparkasse-musterstadt.de</a:t>
            </a:r>
          </a:p>
        </p:txBody>
      </p:sp>
    </p:spTree>
    <p:extLst>
      <p:ext uri="{BB962C8B-B14F-4D97-AF65-F5344CB8AC3E}">
        <p14:creationId xmlns:p14="http://schemas.microsoft.com/office/powerpoint/2010/main" val="1312959720"/>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Schlussfolie #6">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solidFill>
                  <a:schemeClr val="bg1"/>
                </a:solidFill>
              </a:defRPr>
            </a:lvl1pPr>
          </a:lstStyle>
          <a:p>
            <a:r>
              <a:rPr lang="de-DE" dirty="0"/>
              <a:t>Danke.</a:t>
            </a:r>
          </a:p>
        </p:txBody>
      </p:sp>
      <p:cxnSp>
        <p:nvCxnSpPr>
          <p:cNvPr id="2" name="Gerader Verbinder 1">
            <a:extLst>
              <a:ext uri="{FF2B5EF4-FFF2-40B4-BE49-F238E27FC236}">
                <a16:creationId xmlns:a16="http://schemas.microsoft.com/office/drawing/2014/main" id="{480FCCA5-E8A9-F17E-4570-899F03170D2B}"/>
              </a:ext>
            </a:extLst>
          </p:cNvPr>
          <p:cNvCxnSpPr/>
          <p:nvPr userDrawn="1"/>
        </p:nvCxnSpPr>
        <p:spPr>
          <a:xfrm>
            <a:off x="4529138"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Inhaltsplatzhalter 2">
            <a:extLst>
              <a:ext uri="{FF2B5EF4-FFF2-40B4-BE49-F238E27FC236}">
                <a16:creationId xmlns:a16="http://schemas.microsoft.com/office/drawing/2014/main" id="{AA9D6592-5362-0196-5092-96EFEB5FD2D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solidFill>
                  <a:schemeClr val="bg1"/>
                </a:solidFill>
                <a:latin typeface="Sparkasse Medium" panose="020B0603080202020204" pitchFamily="34" charset="0"/>
              </a:defRPr>
            </a:lvl1pPr>
            <a:lvl2pPr marL="0" indent="0">
              <a:spcBef>
                <a:spcPts val="0"/>
              </a:spcBef>
              <a:buFontTx/>
              <a:buNone/>
              <a:defRPr>
                <a:solidFill>
                  <a:schemeClr val="bg1"/>
                </a:solidFill>
              </a:defRPr>
            </a:lvl2pPr>
            <a:lvl3pPr marL="216000">
              <a:spcBef>
                <a:spcPts val="600"/>
              </a:spcBef>
              <a:defRPr/>
            </a:lvl3pPr>
            <a:lvl4pPr marL="432000">
              <a:spcBef>
                <a:spcPts val="600"/>
              </a:spcBef>
              <a:defRPr/>
            </a:lvl4pPr>
            <a:lvl5pPr marL="648000">
              <a:spcBef>
                <a:spcPts val="600"/>
              </a:spcBef>
              <a:defRPr/>
            </a:lvl5pPr>
          </a:lstStyle>
          <a:p>
            <a:pPr lvl="0"/>
            <a:r>
              <a:rPr lang="de-DE" dirty="0"/>
              <a:t>Sparkasse Musterstadt</a:t>
            </a:r>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muster@sparkasse-musterstadt.de</a:t>
            </a:r>
          </a:p>
        </p:txBody>
      </p:sp>
    </p:spTree>
    <p:extLst>
      <p:ext uri="{BB962C8B-B14F-4D97-AF65-F5344CB8AC3E}">
        <p14:creationId xmlns:p14="http://schemas.microsoft.com/office/powerpoint/2010/main" val="420107461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chlussfolie #7">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979474"/>
            <a:ext cx="6217171" cy="4319725"/>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Vertraulichkeit und Nutzung dieser Unterlage</a:t>
            </a:r>
            <a:br>
              <a:rPr lang="de-DE" dirty="0"/>
            </a:br>
            <a:endParaRPr lang="de-DE" dirty="0"/>
          </a:p>
          <a:p>
            <a:pPr lvl="1"/>
            <a:r>
              <a:rPr lang="de-DE" dirty="0"/>
              <a:t>Der Inhalt dieser Unterlage ist vertraulich zu behandeln. </a:t>
            </a:r>
          </a:p>
          <a:p>
            <a:pPr lvl="1"/>
            <a:r>
              <a:rPr lang="de-DE" dirty="0"/>
              <a:t>Vertrauliche Behandlung bedeutet, dass Inhalte und Informationen Dritten nicht zugänglich gemacht und durch diese nicht wirtschaftlich verwertet werden dürfen. Eine darüber hinausgehende Verwendung oder die Weitergabe an Dritte bedarf der schriftlichen Zustimmung der Urheber oder des Auftraggebers. </a:t>
            </a:r>
          </a:p>
          <a:p>
            <a:pPr lvl="1"/>
            <a:endParaRPr lang="de-DE" dirty="0"/>
          </a:p>
          <a:p>
            <a:pPr lvl="1"/>
            <a:r>
              <a:rPr lang="de-DE" dirty="0"/>
              <a:t>Alle Abbildungen und Texte in dieser Präsentation sind urheberrechtlich geschützt. Die Rechte liegen bei den Urhebern. Jegliche externe Verwendung oder Reproduktion in elektronischer oder gedruckter Form bedarf der ausdrücklichen Zustimmung durch die Urheber.</a:t>
            </a:r>
          </a:p>
        </p:txBody>
      </p:sp>
    </p:spTree>
    <p:extLst>
      <p:ext uri="{BB962C8B-B14F-4D97-AF65-F5344CB8AC3E}">
        <p14:creationId xmlns:p14="http://schemas.microsoft.com/office/powerpoint/2010/main" val="14710649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Schlussfolie #8">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0"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598999" y="3010602"/>
            <a:ext cx="11042139" cy="836795"/>
          </a:xfrm>
        </p:spPr>
        <p:txBody>
          <a:bodyPr anchor="ctr" anchorCtr="0"/>
          <a:lstStyle>
            <a:lvl1pPr algn="ctr">
              <a:lnSpc>
                <a:spcPct val="100000"/>
              </a:lnSpc>
              <a:defRPr sz="4800">
                <a:solidFill>
                  <a:schemeClr val="bg1"/>
                </a:solidFill>
              </a:defRPr>
            </a:lvl1pPr>
          </a:lstStyle>
          <a:p>
            <a:r>
              <a:rPr lang="de-DE" dirty="0"/>
              <a:t> Weil’s um mehr als Geld geht.</a:t>
            </a:r>
          </a:p>
        </p:txBody>
      </p:sp>
      <p:sp>
        <p:nvSpPr>
          <p:cNvPr id="3" name="Textfeld 2">
            <a:extLst>
              <a:ext uri="{FF2B5EF4-FFF2-40B4-BE49-F238E27FC236}">
                <a16:creationId xmlns:a16="http://schemas.microsoft.com/office/drawing/2014/main" id="{BE1A973E-B4A5-1B77-3CC3-8C6930343552}"/>
              </a:ext>
            </a:extLst>
          </p:cNvPr>
          <p:cNvSpPr txBox="1"/>
          <p:nvPr userDrawn="1"/>
        </p:nvSpPr>
        <p:spPr>
          <a:xfrm flipH="1">
            <a:off x="294967" y="3575009"/>
            <a:ext cx="45719"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17540167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9" Type="http://schemas.openxmlformats.org/officeDocument/2006/relationships/slideLayout" Target="../slideLayouts/slideLayout93.xml"/><Relationship Id="rId21" Type="http://schemas.openxmlformats.org/officeDocument/2006/relationships/slideLayout" Target="../slideLayouts/slideLayout75.xml"/><Relationship Id="rId34" Type="http://schemas.openxmlformats.org/officeDocument/2006/relationships/slideLayout" Target="../slideLayouts/slideLayout88.xml"/><Relationship Id="rId42" Type="http://schemas.openxmlformats.org/officeDocument/2006/relationships/slideLayout" Target="../slideLayouts/slideLayout96.xml"/><Relationship Id="rId47" Type="http://schemas.openxmlformats.org/officeDocument/2006/relationships/slideLayout" Target="../slideLayouts/slideLayout101.xml"/><Relationship Id="rId50" Type="http://schemas.openxmlformats.org/officeDocument/2006/relationships/slideLayout" Target="../slideLayouts/slideLayout104.xml"/><Relationship Id="rId55" Type="http://schemas.openxmlformats.org/officeDocument/2006/relationships/slideLayout" Target="../slideLayouts/slideLayout109.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slideLayout" Target="../slideLayouts/slideLayout83.xml"/><Relationship Id="rId41" Type="http://schemas.openxmlformats.org/officeDocument/2006/relationships/slideLayout" Target="../slideLayouts/slideLayout95.xml"/><Relationship Id="rId54" Type="http://schemas.openxmlformats.org/officeDocument/2006/relationships/slideLayout" Target="../slideLayouts/slideLayout108.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slideLayout" Target="../slideLayouts/slideLayout86.xml"/><Relationship Id="rId37" Type="http://schemas.openxmlformats.org/officeDocument/2006/relationships/slideLayout" Target="../slideLayouts/slideLayout91.xml"/><Relationship Id="rId40" Type="http://schemas.openxmlformats.org/officeDocument/2006/relationships/slideLayout" Target="../slideLayouts/slideLayout94.xml"/><Relationship Id="rId45" Type="http://schemas.openxmlformats.org/officeDocument/2006/relationships/slideLayout" Target="../slideLayouts/slideLayout99.xml"/><Relationship Id="rId53" Type="http://schemas.openxmlformats.org/officeDocument/2006/relationships/slideLayout" Target="../slideLayouts/slideLayout107.xml"/><Relationship Id="rId58" Type="http://schemas.openxmlformats.org/officeDocument/2006/relationships/oleObject" Target="../embeddings/oleObject1.bin"/><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36" Type="http://schemas.openxmlformats.org/officeDocument/2006/relationships/slideLayout" Target="../slideLayouts/slideLayout90.xml"/><Relationship Id="rId49" Type="http://schemas.openxmlformats.org/officeDocument/2006/relationships/slideLayout" Target="../slideLayouts/slideLayout103.xml"/><Relationship Id="rId57" Type="http://schemas.openxmlformats.org/officeDocument/2006/relationships/tags" Target="../tags/tag1.xml"/><Relationship Id="rId61" Type="http://schemas.openxmlformats.org/officeDocument/2006/relationships/image" Target="../media/image2.svg"/><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slideLayout" Target="../slideLayouts/slideLayout85.xml"/><Relationship Id="rId44" Type="http://schemas.openxmlformats.org/officeDocument/2006/relationships/slideLayout" Target="../slideLayouts/slideLayout98.xml"/><Relationship Id="rId52" Type="http://schemas.openxmlformats.org/officeDocument/2006/relationships/slideLayout" Target="../slideLayouts/slideLayout106.xml"/><Relationship Id="rId60" Type="http://schemas.openxmlformats.org/officeDocument/2006/relationships/image" Target="../media/image1.png"/><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slideLayout" Target="../slideLayouts/slideLayout84.xml"/><Relationship Id="rId35" Type="http://schemas.openxmlformats.org/officeDocument/2006/relationships/slideLayout" Target="../slideLayouts/slideLayout89.xml"/><Relationship Id="rId43" Type="http://schemas.openxmlformats.org/officeDocument/2006/relationships/slideLayout" Target="../slideLayouts/slideLayout97.xml"/><Relationship Id="rId48" Type="http://schemas.openxmlformats.org/officeDocument/2006/relationships/slideLayout" Target="../slideLayouts/slideLayout102.xml"/><Relationship Id="rId56" Type="http://schemas.openxmlformats.org/officeDocument/2006/relationships/theme" Target="../theme/theme2.xml"/><Relationship Id="rId8" Type="http://schemas.openxmlformats.org/officeDocument/2006/relationships/slideLayout" Target="../slideLayouts/slideLayout62.xml"/><Relationship Id="rId51" Type="http://schemas.openxmlformats.org/officeDocument/2006/relationships/slideLayout" Target="../slideLayouts/slideLayout105.xml"/><Relationship Id="rId3" Type="http://schemas.openxmlformats.org/officeDocument/2006/relationships/slideLayout" Target="../slideLayouts/slideLayout57.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33" Type="http://schemas.openxmlformats.org/officeDocument/2006/relationships/slideLayout" Target="../slideLayouts/slideLayout87.xml"/><Relationship Id="rId38" Type="http://schemas.openxmlformats.org/officeDocument/2006/relationships/slideLayout" Target="../slideLayouts/slideLayout92.xml"/><Relationship Id="rId46" Type="http://schemas.openxmlformats.org/officeDocument/2006/relationships/slideLayout" Target="../slideLayouts/slideLayout100.xml"/><Relationship Id="rId59" Type="http://schemas.openxmlformats.org/officeDocument/2006/relationships/image" Target="../media/image9.emf"/></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slideLayout" Target="../slideLayouts/slideLayout135.xml"/><Relationship Id="rId39" Type="http://schemas.openxmlformats.org/officeDocument/2006/relationships/slideLayout" Target="../slideLayouts/slideLayout148.xml"/><Relationship Id="rId21" Type="http://schemas.openxmlformats.org/officeDocument/2006/relationships/slideLayout" Target="../slideLayouts/slideLayout130.xml"/><Relationship Id="rId34" Type="http://schemas.openxmlformats.org/officeDocument/2006/relationships/slideLayout" Target="../slideLayouts/slideLayout143.xml"/><Relationship Id="rId42" Type="http://schemas.openxmlformats.org/officeDocument/2006/relationships/slideLayout" Target="../slideLayouts/slideLayout151.xml"/><Relationship Id="rId47" Type="http://schemas.openxmlformats.org/officeDocument/2006/relationships/slideLayout" Target="../slideLayouts/slideLayout156.xml"/><Relationship Id="rId50" Type="http://schemas.openxmlformats.org/officeDocument/2006/relationships/slideLayout" Target="../slideLayouts/slideLayout159.xml"/><Relationship Id="rId55" Type="http://schemas.openxmlformats.org/officeDocument/2006/relationships/slideLayout" Target="../slideLayouts/slideLayout164.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33" Type="http://schemas.openxmlformats.org/officeDocument/2006/relationships/slideLayout" Target="../slideLayouts/slideLayout142.xml"/><Relationship Id="rId38" Type="http://schemas.openxmlformats.org/officeDocument/2006/relationships/slideLayout" Target="../slideLayouts/slideLayout147.xml"/><Relationship Id="rId46" Type="http://schemas.openxmlformats.org/officeDocument/2006/relationships/slideLayout" Target="../slideLayouts/slideLayout155.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29" Type="http://schemas.openxmlformats.org/officeDocument/2006/relationships/slideLayout" Target="../slideLayouts/slideLayout138.xml"/><Relationship Id="rId41" Type="http://schemas.openxmlformats.org/officeDocument/2006/relationships/slideLayout" Target="../slideLayouts/slideLayout150.xml"/><Relationship Id="rId54" Type="http://schemas.openxmlformats.org/officeDocument/2006/relationships/slideLayout" Target="../slideLayouts/slideLayout163.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32" Type="http://schemas.openxmlformats.org/officeDocument/2006/relationships/slideLayout" Target="../slideLayouts/slideLayout141.xml"/><Relationship Id="rId37" Type="http://schemas.openxmlformats.org/officeDocument/2006/relationships/slideLayout" Target="../slideLayouts/slideLayout146.xml"/><Relationship Id="rId40" Type="http://schemas.openxmlformats.org/officeDocument/2006/relationships/slideLayout" Target="../slideLayouts/slideLayout149.xml"/><Relationship Id="rId45" Type="http://schemas.openxmlformats.org/officeDocument/2006/relationships/slideLayout" Target="../slideLayouts/slideLayout154.xml"/><Relationship Id="rId53" Type="http://schemas.openxmlformats.org/officeDocument/2006/relationships/slideLayout" Target="../slideLayouts/slideLayout162.xml"/><Relationship Id="rId58" Type="http://schemas.openxmlformats.org/officeDocument/2006/relationships/image" Target="../media/image2.svg"/><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slideLayout" Target="../slideLayouts/slideLayout137.xml"/><Relationship Id="rId36" Type="http://schemas.openxmlformats.org/officeDocument/2006/relationships/slideLayout" Target="../slideLayouts/slideLayout145.xml"/><Relationship Id="rId49" Type="http://schemas.openxmlformats.org/officeDocument/2006/relationships/slideLayout" Target="../slideLayouts/slideLayout158.xml"/><Relationship Id="rId57" Type="http://schemas.openxmlformats.org/officeDocument/2006/relationships/image" Target="../media/image1.png"/><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31" Type="http://schemas.openxmlformats.org/officeDocument/2006/relationships/slideLayout" Target="../slideLayouts/slideLayout140.xml"/><Relationship Id="rId44" Type="http://schemas.openxmlformats.org/officeDocument/2006/relationships/slideLayout" Target="../slideLayouts/slideLayout153.xml"/><Relationship Id="rId52" Type="http://schemas.openxmlformats.org/officeDocument/2006/relationships/slideLayout" Target="../slideLayouts/slideLayout161.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slideLayout" Target="../slideLayouts/slideLayout136.xml"/><Relationship Id="rId30" Type="http://schemas.openxmlformats.org/officeDocument/2006/relationships/slideLayout" Target="../slideLayouts/slideLayout139.xml"/><Relationship Id="rId35" Type="http://schemas.openxmlformats.org/officeDocument/2006/relationships/slideLayout" Target="../slideLayouts/slideLayout144.xml"/><Relationship Id="rId43" Type="http://schemas.openxmlformats.org/officeDocument/2006/relationships/slideLayout" Target="../slideLayouts/slideLayout152.xml"/><Relationship Id="rId48" Type="http://schemas.openxmlformats.org/officeDocument/2006/relationships/slideLayout" Target="../slideLayouts/slideLayout157.xml"/><Relationship Id="rId56" Type="http://schemas.openxmlformats.org/officeDocument/2006/relationships/theme" Target="../theme/theme3.xml"/><Relationship Id="rId8" Type="http://schemas.openxmlformats.org/officeDocument/2006/relationships/slideLayout" Target="../slideLayouts/slideLayout117.xml"/><Relationship Id="rId51" Type="http://schemas.openxmlformats.org/officeDocument/2006/relationships/slideLayout" Target="../slideLayouts/slideLayout160.xml"/><Relationship Id="rId3" Type="http://schemas.openxmlformats.org/officeDocument/2006/relationships/slideLayout" Target="../slideLayouts/slideLayout112.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77.xml"/><Relationship Id="rId18" Type="http://schemas.openxmlformats.org/officeDocument/2006/relationships/slideLayout" Target="../slideLayouts/slideLayout182.xml"/><Relationship Id="rId26" Type="http://schemas.openxmlformats.org/officeDocument/2006/relationships/slideLayout" Target="../slideLayouts/slideLayout190.xml"/><Relationship Id="rId39" Type="http://schemas.openxmlformats.org/officeDocument/2006/relationships/slideLayout" Target="../slideLayouts/slideLayout203.xml"/><Relationship Id="rId21" Type="http://schemas.openxmlformats.org/officeDocument/2006/relationships/slideLayout" Target="../slideLayouts/slideLayout185.xml"/><Relationship Id="rId34" Type="http://schemas.openxmlformats.org/officeDocument/2006/relationships/slideLayout" Target="../slideLayouts/slideLayout198.xml"/><Relationship Id="rId42" Type="http://schemas.openxmlformats.org/officeDocument/2006/relationships/slideLayout" Target="../slideLayouts/slideLayout206.xml"/><Relationship Id="rId47" Type="http://schemas.openxmlformats.org/officeDocument/2006/relationships/slideLayout" Target="../slideLayouts/slideLayout211.xml"/><Relationship Id="rId50" Type="http://schemas.openxmlformats.org/officeDocument/2006/relationships/slideLayout" Target="../slideLayouts/slideLayout214.xml"/><Relationship Id="rId55" Type="http://schemas.openxmlformats.org/officeDocument/2006/relationships/theme" Target="../theme/theme4.xml"/><Relationship Id="rId7" Type="http://schemas.openxmlformats.org/officeDocument/2006/relationships/slideLayout" Target="../slideLayouts/slideLayout171.xml"/><Relationship Id="rId12" Type="http://schemas.openxmlformats.org/officeDocument/2006/relationships/slideLayout" Target="../slideLayouts/slideLayout176.xml"/><Relationship Id="rId17" Type="http://schemas.openxmlformats.org/officeDocument/2006/relationships/slideLayout" Target="../slideLayouts/slideLayout181.xml"/><Relationship Id="rId25" Type="http://schemas.openxmlformats.org/officeDocument/2006/relationships/slideLayout" Target="../slideLayouts/slideLayout189.xml"/><Relationship Id="rId33" Type="http://schemas.openxmlformats.org/officeDocument/2006/relationships/slideLayout" Target="../slideLayouts/slideLayout197.xml"/><Relationship Id="rId38" Type="http://schemas.openxmlformats.org/officeDocument/2006/relationships/slideLayout" Target="../slideLayouts/slideLayout202.xml"/><Relationship Id="rId46" Type="http://schemas.openxmlformats.org/officeDocument/2006/relationships/slideLayout" Target="../slideLayouts/slideLayout210.xml"/><Relationship Id="rId2" Type="http://schemas.openxmlformats.org/officeDocument/2006/relationships/slideLayout" Target="../slideLayouts/slideLayout166.xml"/><Relationship Id="rId16" Type="http://schemas.openxmlformats.org/officeDocument/2006/relationships/slideLayout" Target="../slideLayouts/slideLayout180.xml"/><Relationship Id="rId20" Type="http://schemas.openxmlformats.org/officeDocument/2006/relationships/slideLayout" Target="../slideLayouts/slideLayout184.xml"/><Relationship Id="rId29" Type="http://schemas.openxmlformats.org/officeDocument/2006/relationships/slideLayout" Target="../slideLayouts/slideLayout193.xml"/><Relationship Id="rId41" Type="http://schemas.openxmlformats.org/officeDocument/2006/relationships/slideLayout" Target="../slideLayouts/slideLayout205.xml"/><Relationship Id="rId54" Type="http://schemas.openxmlformats.org/officeDocument/2006/relationships/slideLayout" Target="../slideLayouts/slideLayout218.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24" Type="http://schemas.openxmlformats.org/officeDocument/2006/relationships/slideLayout" Target="../slideLayouts/slideLayout188.xml"/><Relationship Id="rId32" Type="http://schemas.openxmlformats.org/officeDocument/2006/relationships/slideLayout" Target="../slideLayouts/slideLayout196.xml"/><Relationship Id="rId37" Type="http://schemas.openxmlformats.org/officeDocument/2006/relationships/slideLayout" Target="../slideLayouts/slideLayout201.xml"/><Relationship Id="rId40" Type="http://schemas.openxmlformats.org/officeDocument/2006/relationships/slideLayout" Target="../slideLayouts/slideLayout204.xml"/><Relationship Id="rId45" Type="http://schemas.openxmlformats.org/officeDocument/2006/relationships/slideLayout" Target="../slideLayouts/slideLayout209.xml"/><Relationship Id="rId53" Type="http://schemas.openxmlformats.org/officeDocument/2006/relationships/slideLayout" Target="../slideLayouts/slideLayout217.xml"/><Relationship Id="rId5" Type="http://schemas.openxmlformats.org/officeDocument/2006/relationships/slideLayout" Target="../slideLayouts/slideLayout169.xml"/><Relationship Id="rId15" Type="http://schemas.openxmlformats.org/officeDocument/2006/relationships/slideLayout" Target="../slideLayouts/slideLayout179.xml"/><Relationship Id="rId23" Type="http://schemas.openxmlformats.org/officeDocument/2006/relationships/slideLayout" Target="../slideLayouts/slideLayout187.xml"/><Relationship Id="rId28" Type="http://schemas.openxmlformats.org/officeDocument/2006/relationships/slideLayout" Target="../slideLayouts/slideLayout192.xml"/><Relationship Id="rId36" Type="http://schemas.openxmlformats.org/officeDocument/2006/relationships/slideLayout" Target="../slideLayouts/slideLayout200.xml"/><Relationship Id="rId49" Type="http://schemas.openxmlformats.org/officeDocument/2006/relationships/slideLayout" Target="../slideLayouts/slideLayout213.xml"/><Relationship Id="rId57" Type="http://schemas.openxmlformats.org/officeDocument/2006/relationships/image" Target="../media/image2.svg"/><Relationship Id="rId10" Type="http://schemas.openxmlformats.org/officeDocument/2006/relationships/slideLayout" Target="../slideLayouts/slideLayout174.xml"/><Relationship Id="rId19" Type="http://schemas.openxmlformats.org/officeDocument/2006/relationships/slideLayout" Target="../slideLayouts/slideLayout183.xml"/><Relationship Id="rId31" Type="http://schemas.openxmlformats.org/officeDocument/2006/relationships/slideLayout" Target="../slideLayouts/slideLayout195.xml"/><Relationship Id="rId44" Type="http://schemas.openxmlformats.org/officeDocument/2006/relationships/slideLayout" Target="../slideLayouts/slideLayout208.xml"/><Relationship Id="rId52" Type="http://schemas.openxmlformats.org/officeDocument/2006/relationships/slideLayout" Target="../slideLayouts/slideLayout216.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slideLayout" Target="../slideLayouts/slideLayout178.xml"/><Relationship Id="rId22" Type="http://schemas.openxmlformats.org/officeDocument/2006/relationships/slideLayout" Target="../slideLayouts/slideLayout186.xml"/><Relationship Id="rId27" Type="http://schemas.openxmlformats.org/officeDocument/2006/relationships/slideLayout" Target="../slideLayouts/slideLayout191.xml"/><Relationship Id="rId30" Type="http://schemas.openxmlformats.org/officeDocument/2006/relationships/slideLayout" Target="../slideLayouts/slideLayout194.xml"/><Relationship Id="rId35" Type="http://schemas.openxmlformats.org/officeDocument/2006/relationships/slideLayout" Target="../slideLayouts/slideLayout199.xml"/><Relationship Id="rId43" Type="http://schemas.openxmlformats.org/officeDocument/2006/relationships/slideLayout" Target="../slideLayouts/slideLayout207.xml"/><Relationship Id="rId48" Type="http://schemas.openxmlformats.org/officeDocument/2006/relationships/slideLayout" Target="../slideLayouts/slideLayout212.xml"/><Relationship Id="rId56" Type="http://schemas.openxmlformats.org/officeDocument/2006/relationships/image" Target="../media/image1.png"/><Relationship Id="rId8" Type="http://schemas.openxmlformats.org/officeDocument/2006/relationships/slideLayout" Target="../slideLayouts/slideLayout172.xml"/><Relationship Id="rId51" Type="http://schemas.openxmlformats.org/officeDocument/2006/relationships/slideLayout" Target="../slideLayouts/slideLayout215.xml"/><Relationship Id="rId3" Type="http://schemas.openxmlformats.org/officeDocument/2006/relationships/slideLayout" Target="../slideLayouts/slideLayout1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1" name="Rechteck 40">
            <a:extLst>
              <a:ext uri="{FF2B5EF4-FFF2-40B4-BE49-F238E27FC236}">
                <a16:creationId xmlns:a16="http://schemas.microsoft.com/office/drawing/2014/main" id="{616B4844-1B39-F59A-9EBD-270D938AC9D8}"/>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a:extLst>
              <a:ext uri="{FF2B5EF4-FFF2-40B4-BE49-F238E27FC236}">
                <a16:creationId xmlns:a16="http://schemas.microsoft.com/office/drawing/2014/main" id="{E53DC82F-11AD-BB3D-EEF1-BE8BC5F51CAD}"/>
              </a:ext>
            </a:extLst>
          </p:cNvPr>
          <p:cNvSpPr>
            <a:spLocks noGrp="1"/>
          </p:cNvSpPr>
          <p:nvPr>
            <p:ph type="title"/>
          </p:nvPr>
        </p:nvSpPr>
        <p:spPr>
          <a:xfrm>
            <a:off x="1150868" y="486000"/>
            <a:ext cx="10488614" cy="913979"/>
          </a:xfrm>
          <a:prstGeom prst="rect">
            <a:avLst/>
          </a:prstGeom>
        </p:spPr>
        <p:txBody>
          <a:bodyPr vert="horz" lIns="0" tIns="0" rIns="0" bIns="0" rtlCol="0" anchor="t" anchorCtr="0">
            <a:noAutofit/>
          </a:bodyPr>
          <a:lstStyle/>
          <a:p>
            <a:r>
              <a:rPr lang="de-DE" dirty="0"/>
              <a:t>Headline Sparkasse Head 28pt ein- bis max. zweizeilig</a:t>
            </a:r>
          </a:p>
        </p:txBody>
      </p:sp>
      <p:sp>
        <p:nvSpPr>
          <p:cNvPr id="3" name="Textplatzhalter 2">
            <a:extLst>
              <a:ext uri="{FF2B5EF4-FFF2-40B4-BE49-F238E27FC236}">
                <a16:creationId xmlns:a16="http://schemas.microsoft.com/office/drawing/2014/main" id="{68FBEDB7-AE8C-D8C4-9E37-97A0432C51C5}"/>
              </a:ext>
            </a:extLst>
          </p:cNvPr>
          <p:cNvSpPr>
            <a:spLocks noGrp="1"/>
          </p:cNvSpPr>
          <p:nvPr>
            <p:ph type="body" idx="1"/>
          </p:nvPr>
        </p:nvSpPr>
        <p:spPr>
          <a:xfrm>
            <a:off x="1152000" y="1567296"/>
            <a:ext cx="10490399" cy="4734000"/>
          </a:xfrm>
          <a:prstGeom prst="rect">
            <a:avLst/>
          </a:prstGeom>
        </p:spPr>
        <p:txBody>
          <a:bodyPr vert="horz" lIns="0" tIns="0" rIns="0" bIns="0" rtlCol="0">
            <a:noAutofit/>
          </a:bodyPr>
          <a:lstStyle/>
          <a:p>
            <a:pPr lvl="0"/>
            <a:r>
              <a:rPr lang="de-DE" dirty="0"/>
              <a:t>Erste Ebene Sparkasse Light 14pt. Texthervorhebungen manuell in Sparkasse Medium. </a:t>
            </a:r>
            <a:br>
              <a:rPr lang="de-DE" dirty="0"/>
            </a:br>
            <a:r>
              <a:rPr lang="de-DE" dirty="0"/>
              <a:t>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AE054AA7-B892-D973-BF67-01DB2F492A63}"/>
              </a:ext>
            </a:extLst>
          </p:cNvPr>
          <p:cNvSpPr>
            <a:spLocks noGrp="1"/>
          </p:cNvSpPr>
          <p:nvPr>
            <p:ph type="sldNum" sz="quarter" idx="4"/>
          </p:nvPr>
        </p:nvSpPr>
        <p:spPr>
          <a:xfrm>
            <a:off x="1200" y="6406750"/>
            <a:ext cx="611575" cy="180000"/>
          </a:xfrm>
          <a:prstGeom prst="rect">
            <a:avLst/>
          </a:prstGeom>
        </p:spPr>
        <p:txBody>
          <a:bodyPr vert="horz" lIns="0" tIns="0" rIns="0" bIns="0" rtlCol="0" anchor="ctr">
            <a:noAutofit/>
          </a:bodyPr>
          <a:lstStyle>
            <a:lvl1pPr algn="ctr">
              <a:defRPr sz="800">
                <a:solidFill>
                  <a:schemeClr val="bg1"/>
                </a:solidFill>
                <a:latin typeface="Sparkasse Rg" panose="020B0504050602020204" pitchFamily="34" charset="0"/>
              </a:defRPr>
            </a:lvl1pPr>
          </a:lstStyle>
          <a:p>
            <a:fld id="{59F716AE-B1C6-41F5-8EFD-31941EDB35D4}" type="slidenum">
              <a:rPr lang="de-DE" smtClean="0"/>
              <a:pPr/>
              <a:t>‹Nr.›</a:t>
            </a:fld>
            <a:endParaRPr lang="de-DE" dirty="0"/>
          </a:p>
        </p:txBody>
      </p:sp>
      <p:pic>
        <p:nvPicPr>
          <p:cNvPr id="40" name="Grafik 39">
            <a:extLst>
              <a:ext uri="{FF2B5EF4-FFF2-40B4-BE49-F238E27FC236}">
                <a16:creationId xmlns:a16="http://schemas.microsoft.com/office/drawing/2014/main" id="{B763BFCF-8EAC-4359-E6AA-94A84DCE74F9}"/>
              </a:ext>
            </a:extLst>
          </p:cNvPr>
          <p:cNvPicPr>
            <a:picLocks noChangeAspect="1"/>
          </p:cNvPicPr>
          <p:nvPr userDrawn="1"/>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187540" y="162000"/>
            <a:ext cx="232930" cy="302400"/>
          </a:xfrm>
          <a:prstGeom prst="rect">
            <a:avLst/>
          </a:prstGeom>
        </p:spPr>
      </p:pic>
      <p:sp>
        <p:nvSpPr>
          <p:cNvPr id="5" name="Fußzeilenplatzhalter 4">
            <a:extLst>
              <a:ext uri="{FF2B5EF4-FFF2-40B4-BE49-F238E27FC236}">
                <a16:creationId xmlns:a16="http://schemas.microsoft.com/office/drawing/2014/main" id="{BBA638C5-8A11-4C64-7C3B-DDF8D85D5083}"/>
              </a:ext>
            </a:extLst>
          </p:cNvPr>
          <p:cNvSpPr>
            <a:spLocks noGrp="1"/>
          </p:cNvSpPr>
          <p:nvPr>
            <p:ph type="ftr" sz="quarter" idx="3"/>
          </p:nvPr>
        </p:nvSpPr>
        <p:spPr>
          <a:xfrm>
            <a:off x="4528800" y="6408000"/>
            <a:ext cx="7113600" cy="180000"/>
          </a:xfrm>
          <a:prstGeom prst="rect">
            <a:avLst/>
          </a:prstGeom>
        </p:spPr>
        <p:txBody>
          <a:bodyPr vert="horz" lIns="0" tIns="0" rIns="0" bIns="0" rtlCol="0" anchor="ctr"/>
          <a:lstStyle>
            <a:lvl1pPr algn="r">
              <a:defRPr lang="de-DE" sz="800" kern="1200" dirty="0">
                <a:solidFill>
                  <a:schemeClr val="tx1"/>
                </a:solidFill>
                <a:latin typeface="+mn-lt"/>
                <a:ea typeface="+mn-ea"/>
                <a:cs typeface="+mn-cs"/>
              </a:defRPr>
            </a:lvl1pPr>
          </a:lstStyle>
          <a:p>
            <a:r>
              <a:rPr lang="de-DE"/>
              <a:t>1. RO-Ansprechpartner RV und VDL | Digital | 02. Juni 2026</a:t>
            </a:r>
          </a:p>
        </p:txBody>
      </p:sp>
      <p:sp>
        <p:nvSpPr>
          <p:cNvPr id="7" name="Textfeld 6">
            <a:extLst>
              <a:ext uri="{FF2B5EF4-FFF2-40B4-BE49-F238E27FC236}">
                <a16:creationId xmlns:a16="http://schemas.microsoft.com/office/drawing/2014/main" id="{675D8DD7-919D-944F-39AB-A6CA202814E3}"/>
              </a:ext>
            </a:extLst>
          </p:cNvPr>
          <p:cNvSpPr txBox="1"/>
          <p:nvPr userDrawn="1"/>
        </p:nvSpPr>
        <p:spPr>
          <a:xfrm rot="16200000">
            <a:off x="-2573850" y="3354142"/>
            <a:ext cx="5742000" cy="180000"/>
          </a:xfrm>
          <a:prstGeom prst="rect">
            <a:avLst/>
          </a:prstGeom>
          <a:noFill/>
          <a:ln>
            <a:noFill/>
          </a:ln>
        </p:spPr>
        <p:txBody>
          <a:bodyPr wrap="square" lIns="0" tIns="0" rIns="0" bIns="0" rtlCol="0" anchor="ctr" anchorCtr="0">
            <a:noAutofit/>
          </a:bodyPr>
          <a:lstStyle/>
          <a:p>
            <a:pPr marL="0" algn="ctr" defTabSz="914400" rtl="0" eaLnBrk="1" latinLnBrk="0" hangingPunct="1">
              <a:lnSpc>
                <a:spcPts val="1100"/>
              </a:lnSpc>
            </a:pPr>
            <a:r>
              <a:rPr lang="de-DE" sz="800" kern="1200" cap="all" spc="80" baseline="0" dirty="0">
                <a:solidFill>
                  <a:schemeClr val="bg1"/>
                </a:solidFill>
                <a:latin typeface="Sparkasse Rg" panose="020B0504050602020204" pitchFamily="34" charset="0"/>
                <a:ea typeface="+mn-ea"/>
                <a:cs typeface="+mn-cs"/>
              </a:rPr>
              <a:t>Deutscher Sparkassen- und Giroverband</a:t>
            </a:r>
          </a:p>
        </p:txBody>
      </p:sp>
    </p:spTree>
    <p:extLst>
      <p:ext uri="{BB962C8B-B14F-4D97-AF65-F5344CB8AC3E}">
        <p14:creationId xmlns:p14="http://schemas.microsoft.com/office/powerpoint/2010/main" val="2472514006"/>
      </p:ext>
    </p:extLst>
  </p:cSld>
  <p:clrMap bg1="lt1" tx1="dk1" bg2="lt2" tx2="dk2" accent1="accent1" accent2="accent2" accent3="accent3" accent4="accent4" accent5="accent5" accent6="accent6" hlink="hlink" folHlink="folHlink"/>
  <p:sldLayoutIdLst>
    <p:sldLayoutId id="2147483803" r:id="rId1"/>
    <p:sldLayoutId id="2147483805" r:id="rId2"/>
    <p:sldLayoutId id="2147483806" r:id="rId3"/>
    <p:sldLayoutId id="2147483689" r:id="rId4"/>
    <p:sldLayoutId id="2147483690" r:id="rId5"/>
    <p:sldLayoutId id="2147483691" r:id="rId6"/>
    <p:sldLayoutId id="2147483693" r:id="rId7"/>
    <p:sldLayoutId id="2147483694" r:id="rId8"/>
    <p:sldLayoutId id="2147483695" r:id="rId9"/>
    <p:sldLayoutId id="2147483696" r:id="rId10"/>
    <p:sldLayoutId id="2147483771"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59" r:id="rId21"/>
    <p:sldLayoutId id="2147483799" r:id="rId22"/>
    <p:sldLayoutId id="2147483780" r:id="rId23"/>
    <p:sldLayoutId id="2147483801" r:id="rId24"/>
    <p:sldLayoutId id="2147483790" r:id="rId25"/>
    <p:sldLayoutId id="2147483706" r:id="rId26"/>
    <p:sldLayoutId id="2147483707" r:id="rId27"/>
    <p:sldLayoutId id="2147483708" r:id="rId28"/>
    <p:sldLayoutId id="2147483709" r:id="rId29"/>
    <p:sldLayoutId id="2147483710" r:id="rId30"/>
    <p:sldLayoutId id="2147483778" r:id="rId31"/>
    <p:sldLayoutId id="2147483783" r:id="rId32"/>
    <p:sldLayoutId id="2147483711" r:id="rId33"/>
    <p:sldLayoutId id="2147483712" r:id="rId34"/>
    <p:sldLayoutId id="2147483713" r:id="rId35"/>
    <p:sldLayoutId id="2147483714" r:id="rId36"/>
    <p:sldLayoutId id="2147483779" r:id="rId37"/>
    <p:sldLayoutId id="2147483716" r:id="rId38"/>
    <p:sldLayoutId id="2147483781" r:id="rId39"/>
    <p:sldLayoutId id="2147483777" r:id="rId40"/>
    <p:sldLayoutId id="2147483791" r:id="rId41"/>
    <p:sldLayoutId id="2147483792" r:id="rId42"/>
    <p:sldLayoutId id="2147483793" r:id="rId43"/>
    <p:sldLayoutId id="2147483794" r:id="rId44"/>
    <p:sldLayoutId id="2147483796" r:id="rId45"/>
    <p:sldLayoutId id="2147483797" r:id="rId46"/>
    <p:sldLayoutId id="2147483760" r:id="rId47"/>
    <p:sldLayoutId id="2147483762" r:id="rId48"/>
    <p:sldLayoutId id="2147483773" r:id="rId49"/>
    <p:sldLayoutId id="2147483764" r:id="rId50"/>
    <p:sldLayoutId id="2147483784" r:id="rId51"/>
    <p:sldLayoutId id="2147483765" r:id="rId52"/>
    <p:sldLayoutId id="2147483787" r:id="rId53"/>
    <p:sldLayoutId id="2147483768" r:id="rId54"/>
  </p:sldLayoutIdLst>
  <p:hf hdr="0" dt="0"/>
  <p:txStyles>
    <p:titleStyle>
      <a:lvl1pPr algn="l" defTabSz="914400" rtl="0" eaLnBrk="1" latinLnBrk="0" hangingPunct="1">
        <a:lnSpc>
          <a:spcPct val="10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14000"/>
        </a:lnSpc>
        <a:spcBef>
          <a:spcPts val="1800"/>
        </a:spcBef>
        <a:spcAft>
          <a:spcPts val="0"/>
        </a:spcAft>
        <a:buFontTx/>
        <a:buNone/>
        <a:defRPr sz="1400" kern="1200">
          <a:solidFill>
            <a:schemeClr val="tx1"/>
          </a:solidFill>
          <a:latin typeface="+mn-lt"/>
          <a:ea typeface="+mn-ea"/>
          <a:cs typeface="+mn-cs"/>
        </a:defRPr>
      </a:lvl1pPr>
      <a:lvl2pPr marL="216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2pPr>
      <a:lvl3pPr marL="432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3pPr>
      <a:lvl4pPr marL="648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4pPr>
      <a:lvl5pPr marL="864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9" userDrawn="1">
          <p15:clr>
            <a:srgbClr val="F26B43"/>
          </p15:clr>
        </p15:guide>
        <p15:guide id="2" pos="386" userDrawn="1">
          <p15:clr>
            <a:srgbClr val="F26B43"/>
          </p15:clr>
        </p15:guide>
        <p15:guide id="4" pos="2853" userDrawn="1">
          <p15:clr>
            <a:srgbClr val="F26B43"/>
          </p15:clr>
        </p15:guide>
        <p15:guide id="5" pos="4030" userDrawn="1">
          <p15:clr>
            <a:srgbClr val="F26B43"/>
          </p15:clr>
        </p15:guide>
        <p15:guide id="6" pos="7333" userDrawn="1">
          <p15:clr>
            <a:srgbClr val="F26B43"/>
          </p15:clr>
        </p15:guide>
        <p15:guide id="7" orient="horz" pos="362" userDrawn="1">
          <p15:clr>
            <a:srgbClr val="F26B43"/>
          </p15:clr>
        </p15:guide>
        <p15:guide id="9" orient="horz" pos="3968" userDrawn="1">
          <p15:clr>
            <a:srgbClr val="F26B43"/>
          </p15:clr>
        </p15:guide>
        <p15:guide id="10" pos="726" userDrawn="1">
          <p15:clr>
            <a:srgbClr val="F26B43"/>
          </p15:clr>
        </p15:guide>
        <p15:guide id="11" orient="horz" pos="1021" userDrawn="1">
          <p15:clr>
            <a:srgbClr val="F26B43"/>
          </p15:clr>
        </p15:guide>
        <p15:guide id="12" orient="horz" pos="1248" userDrawn="1">
          <p15:clr>
            <a:srgbClr val="F26B43"/>
          </p15:clr>
        </p15:guide>
        <p15:guide id="13" pos="5206" userDrawn="1">
          <p15:clr>
            <a:srgbClr val="F26B43"/>
          </p15:clr>
        </p15:guide>
        <p15:guide id="14" orient="horz" pos="79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0CC249B-1F6F-EBC7-5290-440FE2DA3E29}"/>
              </a:ext>
            </a:extLst>
          </p:cNvPr>
          <p:cNvGraphicFramePr>
            <a:graphicFrameLocks noChangeAspect="1"/>
          </p:cNvGraphicFramePr>
          <p:nvPr userDrawn="1">
            <p:custDataLst>
              <p:tags r:id="rId57"/>
            </p:custDataLst>
            <p:extLst>
              <p:ext uri="{D42A27DB-BD31-4B8C-83A1-F6EECF244321}">
                <p14:modId xmlns:p14="http://schemas.microsoft.com/office/powerpoint/2010/main" val="1278836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8" imgW="608" imgH="608" progId="TCLayout.ActiveDocument.1">
                  <p:embed/>
                </p:oleObj>
              </mc:Choice>
              <mc:Fallback>
                <p:oleObj name="think-cell Folie" r:id="rId58" imgW="608" imgH="608" progId="TCLayout.ActiveDocument.1">
                  <p:embed/>
                  <p:pic>
                    <p:nvPicPr>
                      <p:cNvPr id="9" name="think-cell data - do not delete" hidden="1">
                        <a:extLst>
                          <a:ext uri="{FF2B5EF4-FFF2-40B4-BE49-F238E27FC236}">
                            <a16:creationId xmlns:a16="http://schemas.microsoft.com/office/drawing/2014/main" id="{50CC249B-1F6F-EBC7-5290-440FE2DA3E29}"/>
                          </a:ext>
                        </a:extLst>
                      </p:cNvPr>
                      <p:cNvPicPr/>
                      <p:nvPr/>
                    </p:nvPicPr>
                    <p:blipFill>
                      <a:blip r:embed="rId59"/>
                      <a:stretch>
                        <a:fillRect/>
                      </a:stretch>
                    </p:blipFill>
                    <p:spPr>
                      <a:xfrm>
                        <a:off x="1588" y="1588"/>
                        <a:ext cx="1588" cy="1588"/>
                      </a:xfrm>
                      <a:prstGeom prst="rect">
                        <a:avLst/>
                      </a:prstGeom>
                    </p:spPr>
                  </p:pic>
                </p:oleObj>
              </mc:Fallback>
            </mc:AlternateContent>
          </a:graphicData>
        </a:graphic>
      </p:graphicFrame>
      <p:sp>
        <p:nvSpPr>
          <p:cNvPr id="41" name="Rechteck 40">
            <a:extLst>
              <a:ext uri="{FF2B5EF4-FFF2-40B4-BE49-F238E27FC236}">
                <a16:creationId xmlns:a16="http://schemas.microsoft.com/office/drawing/2014/main" id="{616B4844-1B39-F59A-9EBD-270D938AC9D8}"/>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a:extLst>
              <a:ext uri="{FF2B5EF4-FFF2-40B4-BE49-F238E27FC236}">
                <a16:creationId xmlns:a16="http://schemas.microsoft.com/office/drawing/2014/main" id="{E53DC82F-11AD-BB3D-EEF1-BE8BC5F51CAD}"/>
              </a:ext>
            </a:extLst>
          </p:cNvPr>
          <p:cNvSpPr>
            <a:spLocks noGrp="1"/>
          </p:cNvSpPr>
          <p:nvPr>
            <p:ph type="title"/>
          </p:nvPr>
        </p:nvSpPr>
        <p:spPr>
          <a:xfrm>
            <a:off x="1150868" y="486000"/>
            <a:ext cx="10488614" cy="913979"/>
          </a:xfrm>
          <a:prstGeom prst="rect">
            <a:avLst/>
          </a:prstGeom>
        </p:spPr>
        <p:txBody>
          <a:bodyPr vert="horz" lIns="0" tIns="0" rIns="0" bIns="0" rtlCol="0" anchor="t" anchorCtr="0">
            <a:noAutofit/>
          </a:bodyPr>
          <a:lstStyle/>
          <a:p>
            <a:r>
              <a:rPr lang="de-DE"/>
              <a:t>Headline Sparkasse Head 28pt ein- bis max. zweizeilig</a:t>
            </a:r>
          </a:p>
        </p:txBody>
      </p:sp>
      <p:sp>
        <p:nvSpPr>
          <p:cNvPr id="3" name="Textplatzhalter 2">
            <a:extLst>
              <a:ext uri="{FF2B5EF4-FFF2-40B4-BE49-F238E27FC236}">
                <a16:creationId xmlns:a16="http://schemas.microsoft.com/office/drawing/2014/main" id="{68FBEDB7-AE8C-D8C4-9E37-97A0432C51C5}"/>
              </a:ext>
            </a:extLst>
          </p:cNvPr>
          <p:cNvSpPr>
            <a:spLocks noGrp="1"/>
          </p:cNvSpPr>
          <p:nvPr>
            <p:ph type="body" idx="1"/>
          </p:nvPr>
        </p:nvSpPr>
        <p:spPr>
          <a:xfrm>
            <a:off x="1152000" y="1567296"/>
            <a:ext cx="10490399" cy="4734000"/>
          </a:xfrm>
          <a:prstGeom prst="rect">
            <a:avLst/>
          </a:prstGeom>
        </p:spPr>
        <p:txBody>
          <a:bodyPr vert="horz" lIns="0" tIns="0" rIns="0" bIns="0" rtlCol="0">
            <a:noAutofit/>
          </a:bodyPr>
          <a:lstStyle/>
          <a:p>
            <a:pPr lvl="0"/>
            <a:r>
              <a:rPr lang="de-DE"/>
              <a:t>Erste Ebene Sparkasse Light 14pt. Texthervorhebungen manuell in Sparkasse Medium. </a:t>
            </a:r>
            <a:br>
              <a:rPr lang="de-DE"/>
            </a:br>
            <a:r>
              <a:rPr lang="de-DE"/>
              <a:t>Aufzählungen nur mit ausgefüllten, runden Aufzählungszeichen.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AE054AA7-B892-D973-BF67-01DB2F492A63}"/>
              </a:ext>
            </a:extLst>
          </p:cNvPr>
          <p:cNvSpPr>
            <a:spLocks noGrp="1"/>
          </p:cNvSpPr>
          <p:nvPr>
            <p:ph type="sldNum" sz="quarter" idx="4"/>
          </p:nvPr>
        </p:nvSpPr>
        <p:spPr>
          <a:xfrm>
            <a:off x="1200" y="6406750"/>
            <a:ext cx="611575" cy="180000"/>
          </a:xfrm>
          <a:prstGeom prst="rect">
            <a:avLst/>
          </a:prstGeom>
        </p:spPr>
        <p:txBody>
          <a:bodyPr vert="horz" lIns="0" tIns="0" rIns="0" bIns="0" rtlCol="0" anchor="ctr">
            <a:noAutofit/>
          </a:bodyPr>
          <a:lstStyle>
            <a:lvl1pPr algn="ctr">
              <a:defRPr sz="800">
                <a:solidFill>
                  <a:schemeClr val="bg1"/>
                </a:solidFill>
                <a:latin typeface="Sparkasse Rg" panose="020B0504050602020204" pitchFamily="34" charset="0"/>
              </a:defRPr>
            </a:lvl1pPr>
          </a:lstStyle>
          <a:p>
            <a:fld id="{59F716AE-B1C6-41F5-8EFD-31941EDB35D4}" type="slidenum">
              <a:rPr lang="de-DE" smtClean="0"/>
              <a:pPr/>
              <a:t>‹Nr.›</a:t>
            </a:fld>
            <a:endParaRPr lang="de-DE"/>
          </a:p>
        </p:txBody>
      </p:sp>
      <p:pic>
        <p:nvPicPr>
          <p:cNvPr id="40" name="Grafik 39">
            <a:extLst>
              <a:ext uri="{FF2B5EF4-FFF2-40B4-BE49-F238E27FC236}">
                <a16:creationId xmlns:a16="http://schemas.microsoft.com/office/drawing/2014/main" id="{B763BFCF-8EAC-4359-E6AA-94A84DCE74F9}"/>
              </a:ext>
            </a:extLst>
          </p:cNvPr>
          <p:cNvPicPr>
            <a:picLocks noChangeAspect="1"/>
          </p:cNvPicPr>
          <p:nvPr userDrawn="1"/>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a:off x="187540" y="162000"/>
            <a:ext cx="232930" cy="302400"/>
          </a:xfrm>
          <a:prstGeom prst="rect">
            <a:avLst/>
          </a:prstGeom>
        </p:spPr>
      </p:pic>
      <p:sp>
        <p:nvSpPr>
          <p:cNvPr id="5" name="Fußzeilenplatzhalter 4">
            <a:extLst>
              <a:ext uri="{FF2B5EF4-FFF2-40B4-BE49-F238E27FC236}">
                <a16:creationId xmlns:a16="http://schemas.microsoft.com/office/drawing/2014/main" id="{BBA638C5-8A11-4C64-7C3B-DDF8D85D5083}"/>
              </a:ext>
            </a:extLst>
          </p:cNvPr>
          <p:cNvSpPr>
            <a:spLocks noGrp="1"/>
          </p:cNvSpPr>
          <p:nvPr>
            <p:ph type="ftr" sz="quarter" idx="3"/>
          </p:nvPr>
        </p:nvSpPr>
        <p:spPr>
          <a:xfrm>
            <a:off x="4528800" y="6408000"/>
            <a:ext cx="7113600" cy="180000"/>
          </a:xfrm>
          <a:prstGeom prst="rect">
            <a:avLst/>
          </a:prstGeom>
        </p:spPr>
        <p:txBody>
          <a:bodyPr vert="horz" lIns="0" tIns="0" rIns="0" bIns="0" rtlCol="0" anchor="ctr"/>
          <a:lstStyle>
            <a:lvl1pPr algn="r">
              <a:defRPr lang="de-DE" sz="800" kern="1200" dirty="0">
                <a:solidFill>
                  <a:schemeClr val="tx1"/>
                </a:solidFill>
                <a:latin typeface="+mn-lt"/>
                <a:ea typeface="+mn-ea"/>
                <a:cs typeface="+mn-cs"/>
              </a:defRPr>
            </a:lvl1pPr>
          </a:lstStyle>
          <a:p>
            <a:r>
              <a:rPr lang="de-DE"/>
              <a:t>1. RO-Ansprechpartner RV und VDL | Digital | 02. Juni 2026</a:t>
            </a:r>
          </a:p>
        </p:txBody>
      </p:sp>
      <p:sp>
        <p:nvSpPr>
          <p:cNvPr id="7" name="Textfeld 6">
            <a:extLst>
              <a:ext uri="{FF2B5EF4-FFF2-40B4-BE49-F238E27FC236}">
                <a16:creationId xmlns:a16="http://schemas.microsoft.com/office/drawing/2014/main" id="{675D8DD7-919D-944F-39AB-A6CA202814E3}"/>
              </a:ext>
            </a:extLst>
          </p:cNvPr>
          <p:cNvSpPr txBox="1"/>
          <p:nvPr userDrawn="1"/>
        </p:nvSpPr>
        <p:spPr>
          <a:xfrm rot="16200000">
            <a:off x="-2573850" y="3354142"/>
            <a:ext cx="5742000" cy="180000"/>
          </a:xfrm>
          <a:prstGeom prst="rect">
            <a:avLst/>
          </a:prstGeom>
          <a:noFill/>
          <a:ln>
            <a:noFill/>
          </a:ln>
        </p:spPr>
        <p:txBody>
          <a:bodyPr wrap="square" lIns="0" tIns="0" rIns="0" bIns="0" rtlCol="0" anchor="ctr" anchorCtr="0">
            <a:noAutofit/>
          </a:bodyPr>
          <a:lstStyle/>
          <a:p>
            <a:pPr marL="0" algn="ctr" defTabSz="914400" rtl="0" eaLnBrk="1" latinLnBrk="0" hangingPunct="1">
              <a:lnSpc>
                <a:spcPts val="1100"/>
              </a:lnSpc>
            </a:pPr>
            <a:r>
              <a:rPr lang="de-DE" sz="800" kern="1200" cap="all" spc="80" baseline="0">
                <a:solidFill>
                  <a:schemeClr val="bg1"/>
                </a:solidFill>
                <a:latin typeface="Sparkasse Rg" panose="020B0504050602020204" pitchFamily="34" charset="0"/>
                <a:ea typeface="+mn-ea"/>
                <a:cs typeface="+mn-cs"/>
              </a:rPr>
              <a:t>Deutscher Sparkassen- und Giroverband</a:t>
            </a:r>
          </a:p>
        </p:txBody>
      </p:sp>
      <p:sp>
        <p:nvSpPr>
          <p:cNvPr id="8" name="Textfeld 7">
            <a:extLst>
              <a:ext uri="{FF2B5EF4-FFF2-40B4-BE49-F238E27FC236}">
                <a16:creationId xmlns:a16="http://schemas.microsoft.com/office/drawing/2014/main" id="{A305D4CC-D5C9-686D-EC34-67A6D7961119}"/>
              </a:ext>
            </a:extLst>
          </p:cNvPr>
          <p:cNvSpPr txBox="1"/>
          <p:nvPr>
            <p:extLst>
              <p:ext uri="{1162E1C5-73C7-4A58-AE30-91384D911F3F}">
                <p184:classification xmlns:p184="http://schemas.microsoft.com/office/powerpoint/2018/4/main" val="ftr"/>
              </p:ext>
            </p:extLst>
          </p:nvPr>
        </p:nvSpPr>
        <p:spPr>
          <a:xfrm>
            <a:off x="63500" y="6657340"/>
            <a:ext cx="1712913" cy="137160"/>
          </a:xfrm>
          <a:prstGeom prst="rect">
            <a:avLst/>
          </a:prstGeom>
        </p:spPr>
        <p:txBody>
          <a:bodyPr horzOverflow="overflow" lIns="0" tIns="0" rIns="0" bIns="0">
            <a:spAutoFit/>
          </a:bodyPr>
          <a:lstStyle/>
          <a:p>
            <a:pPr algn="l"/>
            <a:r>
              <a:rPr lang="en-US" sz="900">
                <a:solidFill>
                  <a:srgbClr val="CF022B">
                    <a:alpha val="50000"/>
                  </a:srgbClr>
                </a:solidFill>
                <a:latin typeface="Tahoma" panose="020B0604030504040204" pitchFamily="34" charset="0"/>
                <a:ea typeface="Tahoma" panose="020B0604030504040204" pitchFamily="34" charset="0"/>
                <a:cs typeface="Tahoma" panose="020B0604030504040204" pitchFamily="34" charset="0"/>
              </a:rPr>
              <a:t>C2 - Eingeschränkte Verwendung</a:t>
            </a:r>
          </a:p>
        </p:txBody>
      </p:sp>
    </p:spTree>
    <p:extLst>
      <p:ext uri="{BB962C8B-B14F-4D97-AF65-F5344CB8AC3E}">
        <p14:creationId xmlns:p14="http://schemas.microsoft.com/office/powerpoint/2010/main" val="778169120"/>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 id="2147483833" r:id="rId18"/>
    <p:sldLayoutId id="2147483834" r:id="rId19"/>
    <p:sldLayoutId id="2147483835" r:id="rId20"/>
    <p:sldLayoutId id="2147483836" r:id="rId21"/>
    <p:sldLayoutId id="2147483837" r:id="rId22"/>
    <p:sldLayoutId id="2147483838" r:id="rId23"/>
    <p:sldLayoutId id="2147483839" r:id="rId24"/>
    <p:sldLayoutId id="2147483840" r:id="rId25"/>
    <p:sldLayoutId id="2147483841" r:id="rId26"/>
    <p:sldLayoutId id="2147483842" r:id="rId27"/>
    <p:sldLayoutId id="2147483843" r:id="rId28"/>
    <p:sldLayoutId id="2147483844" r:id="rId29"/>
    <p:sldLayoutId id="2147483845" r:id="rId30"/>
    <p:sldLayoutId id="2147483846" r:id="rId31"/>
    <p:sldLayoutId id="2147483847" r:id="rId32"/>
    <p:sldLayoutId id="2147483848" r:id="rId33"/>
    <p:sldLayoutId id="2147483849" r:id="rId34"/>
    <p:sldLayoutId id="2147483850" r:id="rId35"/>
    <p:sldLayoutId id="2147483851" r:id="rId36"/>
    <p:sldLayoutId id="2147483852" r:id="rId37"/>
    <p:sldLayoutId id="2147483853" r:id="rId38"/>
    <p:sldLayoutId id="2147483854" r:id="rId39"/>
    <p:sldLayoutId id="2147483855" r:id="rId40"/>
    <p:sldLayoutId id="2147483856" r:id="rId41"/>
    <p:sldLayoutId id="2147483857" r:id="rId42"/>
    <p:sldLayoutId id="2147483858" r:id="rId43"/>
    <p:sldLayoutId id="2147483859" r:id="rId44"/>
    <p:sldLayoutId id="2147483860" r:id="rId45"/>
    <p:sldLayoutId id="2147483861" r:id="rId46"/>
    <p:sldLayoutId id="2147483862" r:id="rId47"/>
    <p:sldLayoutId id="2147483863" r:id="rId48"/>
    <p:sldLayoutId id="2147483864" r:id="rId49"/>
    <p:sldLayoutId id="2147483865" r:id="rId50"/>
    <p:sldLayoutId id="2147483866" r:id="rId51"/>
    <p:sldLayoutId id="2147483867" r:id="rId52"/>
    <p:sldLayoutId id="2147483868" r:id="rId53"/>
    <p:sldLayoutId id="2147483869" r:id="rId54"/>
    <p:sldLayoutId id="2147483871" r:id="rId55"/>
  </p:sldLayoutIdLst>
  <p:hf hdr="0" dt="0"/>
  <p:txStyles>
    <p:titleStyle>
      <a:lvl1pPr algn="l" defTabSz="914400" rtl="0" eaLnBrk="1" latinLnBrk="0" hangingPunct="1">
        <a:lnSpc>
          <a:spcPct val="10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14000"/>
        </a:lnSpc>
        <a:spcBef>
          <a:spcPts val="1800"/>
        </a:spcBef>
        <a:spcAft>
          <a:spcPts val="0"/>
        </a:spcAft>
        <a:buFontTx/>
        <a:buNone/>
        <a:defRPr sz="1400" kern="1200">
          <a:solidFill>
            <a:schemeClr val="tx1"/>
          </a:solidFill>
          <a:latin typeface="+mn-lt"/>
          <a:ea typeface="+mn-ea"/>
          <a:cs typeface="+mn-cs"/>
        </a:defRPr>
      </a:lvl1pPr>
      <a:lvl2pPr marL="216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2pPr>
      <a:lvl3pPr marL="432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3pPr>
      <a:lvl4pPr marL="648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4pPr>
      <a:lvl5pPr marL="864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9">
          <p15:clr>
            <a:srgbClr val="F26B43"/>
          </p15:clr>
        </p15:guide>
        <p15:guide id="2" pos="386">
          <p15:clr>
            <a:srgbClr val="F26B43"/>
          </p15:clr>
        </p15:guide>
        <p15:guide id="4" pos="2853">
          <p15:clr>
            <a:srgbClr val="F26B43"/>
          </p15:clr>
        </p15:guide>
        <p15:guide id="5" pos="4030">
          <p15:clr>
            <a:srgbClr val="F26B43"/>
          </p15:clr>
        </p15:guide>
        <p15:guide id="6" pos="7333">
          <p15:clr>
            <a:srgbClr val="F26B43"/>
          </p15:clr>
        </p15:guide>
        <p15:guide id="7" orient="horz" pos="362">
          <p15:clr>
            <a:srgbClr val="F26B43"/>
          </p15:clr>
        </p15:guide>
        <p15:guide id="9" orient="horz" pos="3968">
          <p15:clr>
            <a:srgbClr val="F26B43"/>
          </p15:clr>
        </p15:guide>
        <p15:guide id="10" pos="726">
          <p15:clr>
            <a:srgbClr val="F26B43"/>
          </p15:clr>
        </p15:guide>
        <p15:guide id="11" orient="horz" pos="1021">
          <p15:clr>
            <a:srgbClr val="F26B43"/>
          </p15:clr>
        </p15:guide>
        <p15:guide id="12" orient="horz" pos="1248">
          <p15:clr>
            <a:srgbClr val="F26B43"/>
          </p15:clr>
        </p15:guide>
        <p15:guide id="13" pos="5206">
          <p15:clr>
            <a:srgbClr val="F26B43"/>
          </p15:clr>
        </p15:guide>
        <p15:guide id="14" orient="horz" pos="79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1" name="Rechteck 40">
            <a:extLst>
              <a:ext uri="{FF2B5EF4-FFF2-40B4-BE49-F238E27FC236}">
                <a16:creationId xmlns:a16="http://schemas.microsoft.com/office/drawing/2014/main" id="{616B4844-1B39-F59A-9EBD-270D938AC9D8}"/>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a:extLst>
              <a:ext uri="{FF2B5EF4-FFF2-40B4-BE49-F238E27FC236}">
                <a16:creationId xmlns:a16="http://schemas.microsoft.com/office/drawing/2014/main" id="{E53DC82F-11AD-BB3D-EEF1-BE8BC5F51CAD}"/>
              </a:ext>
            </a:extLst>
          </p:cNvPr>
          <p:cNvSpPr>
            <a:spLocks noGrp="1"/>
          </p:cNvSpPr>
          <p:nvPr>
            <p:ph type="title"/>
          </p:nvPr>
        </p:nvSpPr>
        <p:spPr>
          <a:xfrm>
            <a:off x="1150868" y="486000"/>
            <a:ext cx="10488614" cy="913979"/>
          </a:xfrm>
          <a:prstGeom prst="rect">
            <a:avLst/>
          </a:prstGeom>
        </p:spPr>
        <p:txBody>
          <a:bodyPr vert="horz" lIns="0" tIns="0" rIns="0" bIns="0" rtlCol="0" anchor="t" anchorCtr="0">
            <a:noAutofit/>
          </a:bodyPr>
          <a:lstStyle/>
          <a:p>
            <a:r>
              <a:rPr lang="de-DE" dirty="0"/>
              <a:t>Headline Sparkasse Head 28pt ein- bis max. zweizeilig</a:t>
            </a:r>
          </a:p>
        </p:txBody>
      </p:sp>
      <p:sp>
        <p:nvSpPr>
          <p:cNvPr id="3" name="Textplatzhalter 2">
            <a:extLst>
              <a:ext uri="{FF2B5EF4-FFF2-40B4-BE49-F238E27FC236}">
                <a16:creationId xmlns:a16="http://schemas.microsoft.com/office/drawing/2014/main" id="{68FBEDB7-AE8C-D8C4-9E37-97A0432C51C5}"/>
              </a:ext>
            </a:extLst>
          </p:cNvPr>
          <p:cNvSpPr>
            <a:spLocks noGrp="1"/>
          </p:cNvSpPr>
          <p:nvPr>
            <p:ph type="body" idx="1"/>
          </p:nvPr>
        </p:nvSpPr>
        <p:spPr>
          <a:xfrm>
            <a:off x="1152000" y="1567296"/>
            <a:ext cx="10490399" cy="4734000"/>
          </a:xfrm>
          <a:prstGeom prst="rect">
            <a:avLst/>
          </a:prstGeom>
        </p:spPr>
        <p:txBody>
          <a:bodyPr vert="horz" lIns="0" tIns="0" rIns="0" bIns="0" rtlCol="0">
            <a:noAutofit/>
          </a:bodyPr>
          <a:lstStyle/>
          <a:p>
            <a:pPr lvl="0"/>
            <a:r>
              <a:rPr lang="de-DE" dirty="0"/>
              <a:t>Erste Ebene Sparkasse Light 14pt. Texthervorhebungen manuell in Sparkasse Medium. </a:t>
            </a:r>
            <a:br>
              <a:rPr lang="de-DE" dirty="0"/>
            </a:br>
            <a:r>
              <a:rPr lang="de-DE" dirty="0"/>
              <a:t>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AE054AA7-B892-D973-BF67-01DB2F492A63}"/>
              </a:ext>
            </a:extLst>
          </p:cNvPr>
          <p:cNvSpPr>
            <a:spLocks noGrp="1"/>
          </p:cNvSpPr>
          <p:nvPr>
            <p:ph type="sldNum" sz="quarter" idx="4"/>
          </p:nvPr>
        </p:nvSpPr>
        <p:spPr>
          <a:xfrm>
            <a:off x="1200" y="6406750"/>
            <a:ext cx="611575" cy="180000"/>
          </a:xfrm>
          <a:prstGeom prst="rect">
            <a:avLst/>
          </a:prstGeom>
        </p:spPr>
        <p:txBody>
          <a:bodyPr vert="horz" lIns="0" tIns="0" rIns="0" bIns="0" rtlCol="0" anchor="ctr">
            <a:noAutofit/>
          </a:bodyPr>
          <a:lstStyle>
            <a:lvl1pPr algn="ctr">
              <a:defRPr sz="800">
                <a:solidFill>
                  <a:schemeClr val="bg1"/>
                </a:solidFill>
                <a:latin typeface="Sparkasse Rg" panose="020B0504050602020204" pitchFamily="34" charset="0"/>
              </a:defRPr>
            </a:lvl1pPr>
          </a:lstStyle>
          <a:p>
            <a:fld id="{59F716AE-B1C6-41F5-8EFD-31941EDB35D4}" type="slidenum">
              <a:rPr lang="de-DE" smtClean="0"/>
              <a:pPr/>
              <a:t>‹Nr.›</a:t>
            </a:fld>
            <a:endParaRPr lang="de-DE" dirty="0"/>
          </a:p>
        </p:txBody>
      </p:sp>
      <p:pic>
        <p:nvPicPr>
          <p:cNvPr id="40" name="Grafik 39">
            <a:extLst>
              <a:ext uri="{FF2B5EF4-FFF2-40B4-BE49-F238E27FC236}">
                <a16:creationId xmlns:a16="http://schemas.microsoft.com/office/drawing/2014/main" id="{B763BFCF-8EAC-4359-E6AA-94A84DCE74F9}"/>
              </a:ext>
            </a:extLst>
          </p:cNvPr>
          <p:cNvPicPr>
            <a:picLocks noChangeAspect="1"/>
          </p:cNvPicPr>
          <p:nvPr userDrawn="1"/>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187540" y="162000"/>
            <a:ext cx="232930" cy="302400"/>
          </a:xfrm>
          <a:prstGeom prst="rect">
            <a:avLst/>
          </a:prstGeom>
        </p:spPr>
      </p:pic>
      <p:sp>
        <p:nvSpPr>
          <p:cNvPr id="5" name="Fußzeilenplatzhalter 4">
            <a:extLst>
              <a:ext uri="{FF2B5EF4-FFF2-40B4-BE49-F238E27FC236}">
                <a16:creationId xmlns:a16="http://schemas.microsoft.com/office/drawing/2014/main" id="{BBA638C5-8A11-4C64-7C3B-DDF8D85D5083}"/>
              </a:ext>
            </a:extLst>
          </p:cNvPr>
          <p:cNvSpPr>
            <a:spLocks noGrp="1"/>
          </p:cNvSpPr>
          <p:nvPr>
            <p:ph type="ftr" sz="quarter" idx="3"/>
          </p:nvPr>
        </p:nvSpPr>
        <p:spPr>
          <a:xfrm>
            <a:off x="4528800" y="6408000"/>
            <a:ext cx="7113600" cy="180000"/>
          </a:xfrm>
          <a:prstGeom prst="rect">
            <a:avLst/>
          </a:prstGeom>
        </p:spPr>
        <p:txBody>
          <a:bodyPr vert="horz" lIns="0" tIns="0" rIns="0" bIns="0" rtlCol="0" anchor="ctr"/>
          <a:lstStyle>
            <a:lvl1pPr algn="r">
              <a:defRPr lang="de-DE" sz="800" kern="1200" dirty="0">
                <a:solidFill>
                  <a:schemeClr val="tx1"/>
                </a:solidFill>
                <a:latin typeface="+mn-lt"/>
                <a:ea typeface="+mn-ea"/>
                <a:cs typeface="+mn-cs"/>
              </a:defRPr>
            </a:lvl1pPr>
          </a:lstStyle>
          <a:p>
            <a:r>
              <a:rPr lang="de-DE"/>
              <a:t>1. RO-Ansprechpartner RV und VDL | Digital | 02. Juni 2026</a:t>
            </a:r>
          </a:p>
        </p:txBody>
      </p:sp>
      <p:sp>
        <p:nvSpPr>
          <p:cNvPr id="7" name="Textfeld 6">
            <a:extLst>
              <a:ext uri="{FF2B5EF4-FFF2-40B4-BE49-F238E27FC236}">
                <a16:creationId xmlns:a16="http://schemas.microsoft.com/office/drawing/2014/main" id="{675D8DD7-919D-944F-39AB-A6CA202814E3}"/>
              </a:ext>
            </a:extLst>
          </p:cNvPr>
          <p:cNvSpPr txBox="1"/>
          <p:nvPr userDrawn="1"/>
        </p:nvSpPr>
        <p:spPr>
          <a:xfrm rot="16200000">
            <a:off x="-2573850" y="3354142"/>
            <a:ext cx="5742000" cy="180000"/>
          </a:xfrm>
          <a:prstGeom prst="rect">
            <a:avLst/>
          </a:prstGeom>
          <a:noFill/>
          <a:ln>
            <a:noFill/>
          </a:ln>
        </p:spPr>
        <p:txBody>
          <a:bodyPr wrap="square" lIns="0" tIns="0" rIns="0" bIns="0" rtlCol="0" anchor="ctr" anchorCtr="0">
            <a:noAutofit/>
          </a:bodyPr>
          <a:lstStyle/>
          <a:p>
            <a:pPr marL="0" algn="ctr" defTabSz="914400" rtl="0" eaLnBrk="1" latinLnBrk="0" hangingPunct="1">
              <a:lnSpc>
                <a:spcPts val="1100"/>
              </a:lnSpc>
            </a:pPr>
            <a:r>
              <a:rPr lang="de-DE" sz="800" kern="1200" cap="all" spc="80" baseline="0" dirty="0">
                <a:solidFill>
                  <a:schemeClr val="bg1"/>
                </a:solidFill>
                <a:latin typeface="Sparkasse Rg" panose="020B0504050602020204" pitchFamily="34" charset="0"/>
                <a:ea typeface="+mn-ea"/>
                <a:cs typeface="+mn-cs"/>
              </a:rPr>
              <a:t>Deutscher Sparkassen- und Giroverband</a:t>
            </a:r>
          </a:p>
        </p:txBody>
      </p:sp>
    </p:spTree>
    <p:extLst>
      <p:ext uri="{BB962C8B-B14F-4D97-AF65-F5344CB8AC3E}">
        <p14:creationId xmlns:p14="http://schemas.microsoft.com/office/powerpoint/2010/main" val="2441006303"/>
      </p:ext>
    </p:extLst>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 id="2147483949" r:id="rId12"/>
    <p:sldLayoutId id="2147483950" r:id="rId13"/>
    <p:sldLayoutId id="2147483951" r:id="rId14"/>
    <p:sldLayoutId id="2147483952" r:id="rId15"/>
    <p:sldLayoutId id="2147483953" r:id="rId16"/>
    <p:sldLayoutId id="2147483954" r:id="rId17"/>
    <p:sldLayoutId id="2147483955" r:id="rId18"/>
    <p:sldLayoutId id="2147483956" r:id="rId19"/>
    <p:sldLayoutId id="2147483957" r:id="rId20"/>
    <p:sldLayoutId id="2147483958" r:id="rId21"/>
    <p:sldLayoutId id="2147483959" r:id="rId22"/>
    <p:sldLayoutId id="2147483960" r:id="rId23"/>
    <p:sldLayoutId id="2147483961" r:id="rId24"/>
    <p:sldLayoutId id="2147483962" r:id="rId25"/>
    <p:sldLayoutId id="2147483963" r:id="rId26"/>
    <p:sldLayoutId id="2147483964" r:id="rId27"/>
    <p:sldLayoutId id="2147483965" r:id="rId28"/>
    <p:sldLayoutId id="2147483966" r:id="rId29"/>
    <p:sldLayoutId id="2147483967" r:id="rId30"/>
    <p:sldLayoutId id="2147483968" r:id="rId31"/>
    <p:sldLayoutId id="2147483969" r:id="rId32"/>
    <p:sldLayoutId id="2147483970" r:id="rId33"/>
    <p:sldLayoutId id="2147483971" r:id="rId34"/>
    <p:sldLayoutId id="2147483972" r:id="rId35"/>
    <p:sldLayoutId id="2147483973" r:id="rId36"/>
    <p:sldLayoutId id="2147483974" r:id="rId37"/>
    <p:sldLayoutId id="2147483975" r:id="rId38"/>
    <p:sldLayoutId id="2147483976" r:id="rId39"/>
    <p:sldLayoutId id="2147483977" r:id="rId40"/>
    <p:sldLayoutId id="2147483978" r:id="rId41"/>
    <p:sldLayoutId id="2147483979" r:id="rId42"/>
    <p:sldLayoutId id="2147483980" r:id="rId43"/>
    <p:sldLayoutId id="2147483981" r:id="rId44"/>
    <p:sldLayoutId id="2147483982" r:id="rId45"/>
    <p:sldLayoutId id="2147483983" r:id="rId46"/>
    <p:sldLayoutId id="2147483984" r:id="rId47"/>
    <p:sldLayoutId id="2147483985" r:id="rId48"/>
    <p:sldLayoutId id="2147483986" r:id="rId49"/>
    <p:sldLayoutId id="2147483987" r:id="rId50"/>
    <p:sldLayoutId id="2147483988" r:id="rId51"/>
    <p:sldLayoutId id="2147483989" r:id="rId52"/>
    <p:sldLayoutId id="2147483990" r:id="rId53"/>
    <p:sldLayoutId id="2147483991" r:id="rId54"/>
    <p:sldLayoutId id="2147483992" r:id="rId55"/>
  </p:sldLayoutIdLst>
  <p:hf hdr="0" dt="0"/>
  <p:txStyles>
    <p:titleStyle>
      <a:lvl1pPr algn="l" defTabSz="914400" rtl="0" eaLnBrk="1" latinLnBrk="0" hangingPunct="1">
        <a:lnSpc>
          <a:spcPct val="10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14000"/>
        </a:lnSpc>
        <a:spcBef>
          <a:spcPts val="1800"/>
        </a:spcBef>
        <a:spcAft>
          <a:spcPts val="0"/>
        </a:spcAft>
        <a:buFontTx/>
        <a:buNone/>
        <a:defRPr sz="1400" kern="1200">
          <a:solidFill>
            <a:schemeClr val="tx1"/>
          </a:solidFill>
          <a:latin typeface="+mn-lt"/>
          <a:ea typeface="+mn-ea"/>
          <a:cs typeface="+mn-cs"/>
        </a:defRPr>
      </a:lvl1pPr>
      <a:lvl2pPr marL="216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2pPr>
      <a:lvl3pPr marL="432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3pPr>
      <a:lvl4pPr marL="648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4pPr>
      <a:lvl5pPr marL="864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9">
          <p15:clr>
            <a:srgbClr val="F26B43"/>
          </p15:clr>
        </p15:guide>
        <p15:guide id="2" pos="386">
          <p15:clr>
            <a:srgbClr val="F26B43"/>
          </p15:clr>
        </p15:guide>
        <p15:guide id="4" pos="2853">
          <p15:clr>
            <a:srgbClr val="F26B43"/>
          </p15:clr>
        </p15:guide>
        <p15:guide id="5" pos="4030">
          <p15:clr>
            <a:srgbClr val="F26B43"/>
          </p15:clr>
        </p15:guide>
        <p15:guide id="6" pos="7333">
          <p15:clr>
            <a:srgbClr val="F26B43"/>
          </p15:clr>
        </p15:guide>
        <p15:guide id="7" orient="horz" pos="362">
          <p15:clr>
            <a:srgbClr val="F26B43"/>
          </p15:clr>
        </p15:guide>
        <p15:guide id="9" orient="horz" pos="3968">
          <p15:clr>
            <a:srgbClr val="F26B43"/>
          </p15:clr>
        </p15:guide>
        <p15:guide id="10" pos="726">
          <p15:clr>
            <a:srgbClr val="F26B43"/>
          </p15:clr>
        </p15:guide>
        <p15:guide id="11" orient="horz" pos="1021">
          <p15:clr>
            <a:srgbClr val="F26B43"/>
          </p15:clr>
        </p15:guide>
        <p15:guide id="12" orient="horz" pos="1248">
          <p15:clr>
            <a:srgbClr val="F26B43"/>
          </p15:clr>
        </p15:guide>
        <p15:guide id="13" pos="5206">
          <p15:clr>
            <a:srgbClr val="F26B43"/>
          </p15:clr>
        </p15:guide>
        <p15:guide id="14" orient="horz" pos="79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1" name="Rechteck 40">
            <a:extLst>
              <a:ext uri="{FF2B5EF4-FFF2-40B4-BE49-F238E27FC236}">
                <a16:creationId xmlns:a16="http://schemas.microsoft.com/office/drawing/2014/main" id="{616B4844-1B39-F59A-9EBD-270D938AC9D8}"/>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platzhalter 1">
            <a:extLst>
              <a:ext uri="{FF2B5EF4-FFF2-40B4-BE49-F238E27FC236}">
                <a16:creationId xmlns:a16="http://schemas.microsoft.com/office/drawing/2014/main" id="{E53DC82F-11AD-BB3D-EEF1-BE8BC5F51CAD}"/>
              </a:ext>
            </a:extLst>
          </p:cNvPr>
          <p:cNvSpPr>
            <a:spLocks noGrp="1"/>
          </p:cNvSpPr>
          <p:nvPr>
            <p:ph type="title"/>
          </p:nvPr>
        </p:nvSpPr>
        <p:spPr>
          <a:xfrm>
            <a:off x="1150868" y="486000"/>
            <a:ext cx="10488614" cy="913979"/>
          </a:xfrm>
          <a:prstGeom prst="rect">
            <a:avLst/>
          </a:prstGeom>
        </p:spPr>
        <p:txBody>
          <a:bodyPr vert="horz" lIns="0" tIns="0" rIns="0" bIns="0" rtlCol="0" anchor="t" anchorCtr="0">
            <a:noAutofit/>
          </a:bodyPr>
          <a:lstStyle/>
          <a:p>
            <a:r>
              <a:rPr lang="de-DE" dirty="0"/>
              <a:t>Headline Sparkasse Head 28pt ein- bis max. zweizeilig</a:t>
            </a:r>
          </a:p>
        </p:txBody>
      </p:sp>
      <p:sp>
        <p:nvSpPr>
          <p:cNvPr id="3" name="Textplatzhalter 2">
            <a:extLst>
              <a:ext uri="{FF2B5EF4-FFF2-40B4-BE49-F238E27FC236}">
                <a16:creationId xmlns:a16="http://schemas.microsoft.com/office/drawing/2014/main" id="{68FBEDB7-AE8C-D8C4-9E37-97A0432C51C5}"/>
              </a:ext>
            </a:extLst>
          </p:cNvPr>
          <p:cNvSpPr>
            <a:spLocks noGrp="1"/>
          </p:cNvSpPr>
          <p:nvPr>
            <p:ph type="body" idx="1"/>
          </p:nvPr>
        </p:nvSpPr>
        <p:spPr>
          <a:xfrm>
            <a:off x="1152000" y="1567296"/>
            <a:ext cx="10490399" cy="4734000"/>
          </a:xfrm>
          <a:prstGeom prst="rect">
            <a:avLst/>
          </a:prstGeom>
        </p:spPr>
        <p:txBody>
          <a:bodyPr vert="horz" lIns="0" tIns="0" rIns="0" bIns="0" rtlCol="0">
            <a:noAutofit/>
          </a:bodyPr>
          <a:lstStyle/>
          <a:p>
            <a:pPr lvl="0"/>
            <a:r>
              <a:rPr lang="de-DE" dirty="0"/>
              <a:t>Erste Ebene Sparkasse Light 14pt. Texthervorhebungen manuell in Sparkasse Medium. </a:t>
            </a:r>
            <a:br>
              <a:rPr lang="de-DE" dirty="0"/>
            </a:br>
            <a:r>
              <a:rPr lang="de-DE" dirty="0"/>
              <a:t>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AE054AA7-B892-D973-BF67-01DB2F492A63}"/>
              </a:ext>
            </a:extLst>
          </p:cNvPr>
          <p:cNvSpPr>
            <a:spLocks noGrp="1"/>
          </p:cNvSpPr>
          <p:nvPr>
            <p:ph type="sldNum" sz="quarter" idx="4"/>
          </p:nvPr>
        </p:nvSpPr>
        <p:spPr>
          <a:xfrm>
            <a:off x="1200" y="6406750"/>
            <a:ext cx="611575" cy="180000"/>
          </a:xfrm>
          <a:prstGeom prst="rect">
            <a:avLst/>
          </a:prstGeom>
        </p:spPr>
        <p:txBody>
          <a:bodyPr vert="horz" lIns="0" tIns="0" rIns="0" bIns="0" rtlCol="0" anchor="ctr">
            <a:noAutofit/>
          </a:bodyPr>
          <a:lstStyle>
            <a:lvl1pPr algn="ctr">
              <a:defRPr sz="800">
                <a:solidFill>
                  <a:schemeClr val="bg1"/>
                </a:solidFill>
                <a:latin typeface="Sparkasse Rg" panose="020B0504050602020204" pitchFamily="34" charset="0"/>
              </a:defRPr>
            </a:lvl1pPr>
          </a:lstStyle>
          <a:p>
            <a:fld id="{59F716AE-B1C6-41F5-8EFD-31941EDB35D4}" type="slidenum">
              <a:rPr lang="de-DE" smtClean="0"/>
              <a:pPr/>
              <a:t>‹Nr.›</a:t>
            </a:fld>
            <a:endParaRPr lang="de-DE" dirty="0"/>
          </a:p>
        </p:txBody>
      </p:sp>
      <p:pic>
        <p:nvPicPr>
          <p:cNvPr id="40" name="Grafik 39">
            <a:extLst>
              <a:ext uri="{FF2B5EF4-FFF2-40B4-BE49-F238E27FC236}">
                <a16:creationId xmlns:a16="http://schemas.microsoft.com/office/drawing/2014/main" id="{B763BFCF-8EAC-4359-E6AA-94A84DCE74F9}"/>
              </a:ext>
            </a:extLst>
          </p:cNvPr>
          <p:cNvPicPr>
            <a:picLocks noChangeAspect="1"/>
          </p:cNvPicPr>
          <p:nvPr userDrawn="1"/>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187540" y="162000"/>
            <a:ext cx="232930" cy="302400"/>
          </a:xfrm>
          <a:prstGeom prst="rect">
            <a:avLst/>
          </a:prstGeom>
        </p:spPr>
      </p:pic>
      <p:sp>
        <p:nvSpPr>
          <p:cNvPr id="5" name="Fußzeilenplatzhalter 4">
            <a:extLst>
              <a:ext uri="{FF2B5EF4-FFF2-40B4-BE49-F238E27FC236}">
                <a16:creationId xmlns:a16="http://schemas.microsoft.com/office/drawing/2014/main" id="{BBA638C5-8A11-4C64-7C3B-DDF8D85D5083}"/>
              </a:ext>
            </a:extLst>
          </p:cNvPr>
          <p:cNvSpPr>
            <a:spLocks noGrp="1"/>
          </p:cNvSpPr>
          <p:nvPr>
            <p:ph type="ftr" sz="quarter" idx="3"/>
          </p:nvPr>
        </p:nvSpPr>
        <p:spPr>
          <a:xfrm>
            <a:off x="4528800" y="6408000"/>
            <a:ext cx="7113600" cy="180000"/>
          </a:xfrm>
          <a:prstGeom prst="rect">
            <a:avLst/>
          </a:prstGeom>
        </p:spPr>
        <p:txBody>
          <a:bodyPr vert="horz" lIns="0" tIns="0" rIns="0" bIns="0" rtlCol="0" anchor="ctr"/>
          <a:lstStyle>
            <a:lvl1pPr algn="r">
              <a:defRPr lang="de-DE" sz="800" kern="1200" dirty="0">
                <a:solidFill>
                  <a:schemeClr val="tx1"/>
                </a:solidFill>
                <a:latin typeface="+mn-lt"/>
                <a:ea typeface="+mn-ea"/>
                <a:cs typeface="+mn-cs"/>
              </a:defRPr>
            </a:lvl1pPr>
          </a:lstStyle>
          <a:p>
            <a:r>
              <a:rPr lang="de-DE"/>
              <a:t>1. RO-Ansprechpartner RV und VDL | Digital | 02. Juni 2026</a:t>
            </a:r>
            <a:endParaRPr lang="de-DE" dirty="0"/>
          </a:p>
        </p:txBody>
      </p:sp>
      <p:sp>
        <p:nvSpPr>
          <p:cNvPr id="7" name="Textfeld 6">
            <a:extLst>
              <a:ext uri="{FF2B5EF4-FFF2-40B4-BE49-F238E27FC236}">
                <a16:creationId xmlns:a16="http://schemas.microsoft.com/office/drawing/2014/main" id="{675D8DD7-919D-944F-39AB-A6CA202814E3}"/>
              </a:ext>
            </a:extLst>
          </p:cNvPr>
          <p:cNvSpPr txBox="1"/>
          <p:nvPr userDrawn="1"/>
        </p:nvSpPr>
        <p:spPr>
          <a:xfrm rot="16200000">
            <a:off x="-2573850" y="3354142"/>
            <a:ext cx="5742000" cy="180000"/>
          </a:xfrm>
          <a:prstGeom prst="rect">
            <a:avLst/>
          </a:prstGeom>
          <a:noFill/>
          <a:ln>
            <a:noFill/>
          </a:ln>
        </p:spPr>
        <p:txBody>
          <a:bodyPr wrap="square" lIns="0" tIns="0" rIns="0" bIns="0" rtlCol="0" anchor="ctr" anchorCtr="0">
            <a:noAutofit/>
          </a:bodyPr>
          <a:lstStyle/>
          <a:p>
            <a:pPr marL="0" algn="ctr" defTabSz="914400" rtl="0" eaLnBrk="1" latinLnBrk="0" hangingPunct="1">
              <a:lnSpc>
                <a:spcPts val="1100"/>
              </a:lnSpc>
            </a:pPr>
            <a:r>
              <a:rPr lang="de-DE" sz="800" kern="1200" cap="all" spc="80" baseline="0" dirty="0">
                <a:solidFill>
                  <a:schemeClr val="bg1"/>
                </a:solidFill>
                <a:latin typeface="Sparkasse Rg" panose="020B0504050602020204" pitchFamily="34" charset="0"/>
                <a:ea typeface="+mn-ea"/>
                <a:cs typeface="+mn-cs"/>
              </a:rPr>
              <a:t>Deutscher Sparkassen- und Giroverband</a:t>
            </a:r>
          </a:p>
        </p:txBody>
      </p:sp>
    </p:spTree>
    <p:extLst>
      <p:ext uri="{BB962C8B-B14F-4D97-AF65-F5344CB8AC3E}">
        <p14:creationId xmlns:p14="http://schemas.microsoft.com/office/powerpoint/2010/main" val="3123254245"/>
      </p:ext>
    </p:extLst>
  </p:cSld>
  <p:clrMap bg1="lt1" tx1="dk1" bg2="lt2" tx2="dk2" accent1="accent1" accent2="accent2" accent3="accent3" accent4="accent4" accent5="accent5" accent6="accent6" hlink="hlink" folHlink="folHlink"/>
  <p:sldLayoutIdLst>
    <p:sldLayoutId id="2147484113" r:id="rId1"/>
    <p:sldLayoutId id="2147484114" r:id="rId2"/>
    <p:sldLayoutId id="2147484115" r:id="rId3"/>
    <p:sldLayoutId id="2147484116" r:id="rId4"/>
    <p:sldLayoutId id="2147484117" r:id="rId5"/>
    <p:sldLayoutId id="2147484118" r:id="rId6"/>
    <p:sldLayoutId id="2147484119" r:id="rId7"/>
    <p:sldLayoutId id="2147484120" r:id="rId8"/>
    <p:sldLayoutId id="2147484121" r:id="rId9"/>
    <p:sldLayoutId id="2147484122" r:id="rId10"/>
    <p:sldLayoutId id="2147484123" r:id="rId11"/>
    <p:sldLayoutId id="2147484124" r:id="rId12"/>
    <p:sldLayoutId id="2147484125" r:id="rId13"/>
    <p:sldLayoutId id="2147484126" r:id="rId14"/>
    <p:sldLayoutId id="2147484127" r:id="rId15"/>
    <p:sldLayoutId id="2147484128" r:id="rId16"/>
    <p:sldLayoutId id="2147484129" r:id="rId17"/>
    <p:sldLayoutId id="2147484130" r:id="rId18"/>
    <p:sldLayoutId id="2147484131" r:id="rId19"/>
    <p:sldLayoutId id="2147484132" r:id="rId20"/>
    <p:sldLayoutId id="2147484133" r:id="rId21"/>
    <p:sldLayoutId id="2147484134" r:id="rId22"/>
    <p:sldLayoutId id="2147484135" r:id="rId23"/>
    <p:sldLayoutId id="2147484136" r:id="rId24"/>
    <p:sldLayoutId id="2147484137" r:id="rId25"/>
    <p:sldLayoutId id="2147484138" r:id="rId26"/>
    <p:sldLayoutId id="2147484139" r:id="rId27"/>
    <p:sldLayoutId id="2147484140" r:id="rId28"/>
    <p:sldLayoutId id="2147484141" r:id="rId29"/>
    <p:sldLayoutId id="2147484142" r:id="rId30"/>
    <p:sldLayoutId id="2147484143" r:id="rId31"/>
    <p:sldLayoutId id="2147484144" r:id="rId32"/>
    <p:sldLayoutId id="2147484145" r:id="rId33"/>
    <p:sldLayoutId id="2147484146" r:id="rId34"/>
    <p:sldLayoutId id="2147484147" r:id="rId35"/>
    <p:sldLayoutId id="2147484148" r:id="rId36"/>
    <p:sldLayoutId id="2147484149" r:id="rId37"/>
    <p:sldLayoutId id="2147484150" r:id="rId38"/>
    <p:sldLayoutId id="2147484151" r:id="rId39"/>
    <p:sldLayoutId id="2147484152" r:id="rId40"/>
    <p:sldLayoutId id="2147484153" r:id="rId41"/>
    <p:sldLayoutId id="2147484154" r:id="rId42"/>
    <p:sldLayoutId id="2147484155" r:id="rId43"/>
    <p:sldLayoutId id="2147484156" r:id="rId44"/>
    <p:sldLayoutId id="2147484157" r:id="rId45"/>
    <p:sldLayoutId id="2147484158" r:id="rId46"/>
    <p:sldLayoutId id="2147484159" r:id="rId47"/>
    <p:sldLayoutId id="2147484160" r:id="rId48"/>
    <p:sldLayoutId id="2147484161" r:id="rId49"/>
    <p:sldLayoutId id="2147484162" r:id="rId50"/>
    <p:sldLayoutId id="2147484163" r:id="rId51"/>
    <p:sldLayoutId id="2147484164" r:id="rId52"/>
    <p:sldLayoutId id="2147484165" r:id="rId53"/>
    <p:sldLayoutId id="2147484166" r:id="rId54"/>
  </p:sldLayoutIdLst>
  <p:hf hdr="0" dt="0"/>
  <p:txStyles>
    <p:titleStyle>
      <a:lvl1pPr algn="l" defTabSz="914400" rtl="0" eaLnBrk="1" latinLnBrk="0" hangingPunct="1">
        <a:lnSpc>
          <a:spcPct val="10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14000"/>
        </a:lnSpc>
        <a:spcBef>
          <a:spcPts val="1800"/>
        </a:spcBef>
        <a:spcAft>
          <a:spcPts val="0"/>
        </a:spcAft>
        <a:buFontTx/>
        <a:buNone/>
        <a:defRPr sz="1400" kern="1200">
          <a:solidFill>
            <a:schemeClr val="tx1"/>
          </a:solidFill>
          <a:latin typeface="+mn-lt"/>
          <a:ea typeface="+mn-ea"/>
          <a:cs typeface="+mn-cs"/>
        </a:defRPr>
      </a:lvl1pPr>
      <a:lvl2pPr marL="216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2pPr>
      <a:lvl3pPr marL="432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3pPr>
      <a:lvl4pPr marL="648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4pPr>
      <a:lvl5pPr marL="864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9">
          <p15:clr>
            <a:srgbClr val="F26B43"/>
          </p15:clr>
        </p15:guide>
        <p15:guide id="2" pos="386">
          <p15:clr>
            <a:srgbClr val="F26B43"/>
          </p15:clr>
        </p15:guide>
        <p15:guide id="4" pos="2853">
          <p15:clr>
            <a:srgbClr val="F26B43"/>
          </p15:clr>
        </p15:guide>
        <p15:guide id="5" pos="4030">
          <p15:clr>
            <a:srgbClr val="F26B43"/>
          </p15:clr>
        </p15:guide>
        <p15:guide id="6" pos="7333">
          <p15:clr>
            <a:srgbClr val="F26B43"/>
          </p15:clr>
        </p15:guide>
        <p15:guide id="7" orient="horz" pos="362">
          <p15:clr>
            <a:srgbClr val="F26B43"/>
          </p15:clr>
        </p15:guide>
        <p15:guide id="9" orient="horz" pos="3968">
          <p15:clr>
            <a:srgbClr val="F26B43"/>
          </p15:clr>
        </p15:guide>
        <p15:guide id="10" pos="726">
          <p15:clr>
            <a:srgbClr val="F26B43"/>
          </p15:clr>
        </p15:guide>
        <p15:guide id="11" orient="horz" pos="1021">
          <p15:clr>
            <a:srgbClr val="F26B43"/>
          </p15:clr>
        </p15:guide>
        <p15:guide id="12" orient="horz" pos="1248">
          <p15:clr>
            <a:srgbClr val="F26B43"/>
          </p15:clr>
        </p15:guide>
        <p15:guide id="13" pos="5206">
          <p15:clr>
            <a:srgbClr val="F26B43"/>
          </p15:clr>
        </p15:guide>
        <p15:guide id="14" orient="horz" pos="79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image" Target="../media/image13.jpeg"/><Relationship Id="rId1" Type="http://schemas.openxmlformats.org/officeDocument/2006/relationships/slideLayout" Target="../slideLayouts/slideLayout34.xml"/><Relationship Id="rId6" Type="http://schemas.openxmlformats.org/officeDocument/2006/relationships/image" Target="../media/image17.jpeg"/><Relationship Id="rId11" Type="http://schemas.microsoft.com/office/2007/relationships/hdphoto" Target="../media/hdphoto1.wdp"/><Relationship Id="rId5" Type="http://schemas.openxmlformats.org/officeDocument/2006/relationships/image" Target="../media/image16.jpeg"/><Relationship Id="rId10" Type="http://schemas.openxmlformats.org/officeDocument/2006/relationships/image" Target="../media/image21.png"/><Relationship Id="rId4" Type="http://schemas.openxmlformats.org/officeDocument/2006/relationships/image" Target="../media/image15.jpeg"/><Relationship Id="rId9" Type="http://schemas.openxmlformats.org/officeDocument/2006/relationships/image" Target="../media/image20.jpeg"/></Relationships>
</file>

<file path=ppt/slides/_rels/slide2.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image" Target="../media/image13.jpeg"/><Relationship Id="rId1" Type="http://schemas.openxmlformats.org/officeDocument/2006/relationships/slideLayout" Target="../slideLayouts/slideLayout34.xml"/><Relationship Id="rId6" Type="http://schemas.openxmlformats.org/officeDocument/2006/relationships/image" Target="../media/image17.jpeg"/><Relationship Id="rId11" Type="http://schemas.microsoft.com/office/2007/relationships/hdphoto" Target="../media/hdphoto1.wdp"/><Relationship Id="rId5" Type="http://schemas.openxmlformats.org/officeDocument/2006/relationships/image" Target="../media/image16.jpeg"/><Relationship Id="rId10" Type="http://schemas.openxmlformats.org/officeDocument/2006/relationships/image" Target="../media/image21.png"/><Relationship Id="rId4" Type="http://schemas.openxmlformats.org/officeDocument/2006/relationships/image" Target="../media/image15.jpeg"/><Relationship Id="rId9"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051C29B1-2851-21F9-B0EB-186986B7008D}"/>
              </a:ext>
            </a:extLst>
          </p:cNvPr>
          <p:cNvSpPr>
            <a:spLocks noGrp="1"/>
          </p:cNvSpPr>
          <p:nvPr>
            <p:ph type="title"/>
          </p:nvPr>
        </p:nvSpPr>
        <p:spPr/>
        <p:txBody>
          <a:bodyPr/>
          <a:lstStyle/>
          <a:p>
            <a:r>
              <a:rPr lang="de-DE" dirty="0"/>
              <a:t>Rolloutschwerpunkte 2027</a:t>
            </a:r>
          </a:p>
        </p:txBody>
      </p:sp>
      <p:sp>
        <p:nvSpPr>
          <p:cNvPr id="10" name="Textplatzhalter 9">
            <a:extLst>
              <a:ext uri="{FF2B5EF4-FFF2-40B4-BE49-F238E27FC236}">
                <a16:creationId xmlns:a16="http://schemas.microsoft.com/office/drawing/2014/main" id="{4BC76571-6E1D-EFD3-C3B5-3B1C6FBC0FDA}"/>
              </a:ext>
            </a:extLst>
          </p:cNvPr>
          <p:cNvSpPr>
            <a:spLocks noGrp="1"/>
          </p:cNvSpPr>
          <p:nvPr>
            <p:ph type="body" idx="13"/>
          </p:nvPr>
        </p:nvSpPr>
        <p:spPr/>
        <p:txBody>
          <a:bodyPr/>
          <a:lstStyle/>
          <a:p>
            <a:endParaRPr lang="de-DE" dirty="0"/>
          </a:p>
        </p:txBody>
      </p:sp>
      <p:sp>
        <p:nvSpPr>
          <p:cNvPr id="11" name="Textplatzhalter 10">
            <a:extLst>
              <a:ext uri="{FF2B5EF4-FFF2-40B4-BE49-F238E27FC236}">
                <a16:creationId xmlns:a16="http://schemas.microsoft.com/office/drawing/2014/main" id="{3F55A690-294D-E6F3-C82D-D51E17B056B4}"/>
              </a:ext>
            </a:extLst>
          </p:cNvPr>
          <p:cNvSpPr>
            <a:spLocks noGrp="1"/>
          </p:cNvSpPr>
          <p:nvPr>
            <p:ph type="body" idx="14"/>
          </p:nvPr>
        </p:nvSpPr>
        <p:spPr/>
        <p:txBody>
          <a:bodyPr/>
          <a:lstStyle/>
          <a:p>
            <a:r>
              <a:rPr lang="de-DE" dirty="0"/>
              <a:t>nach strategischen Themenfeldern </a:t>
            </a:r>
          </a:p>
        </p:txBody>
      </p:sp>
      <p:sp>
        <p:nvSpPr>
          <p:cNvPr id="15" name="Inhaltsplatzhalter 14">
            <a:extLst>
              <a:ext uri="{FF2B5EF4-FFF2-40B4-BE49-F238E27FC236}">
                <a16:creationId xmlns:a16="http://schemas.microsoft.com/office/drawing/2014/main" id="{013B4F71-9CD3-ED86-F6B2-F641922FF7D7}"/>
              </a:ext>
            </a:extLst>
          </p:cNvPr>
          <p:cNvSpPr>
            <a:spLocks noGrp="1"/>
          </p:cNvSpPr>
          <p:nvPr>
            <p:ph idx="19"/>
          </p:nvPr>
        </p:nvSpPr>
        <p:spPr>
          <a:xfrm>
            <a:off x="1152000" y="3511800"/>
            <a:ext cx="2152674" cy="2787400"/>
          </a:xfrm>
        </p:spPr>
        <p:txBody>
          <a:bodyPr/>
          <a:lstStyle/>
          <a:p>
            <a:pPr marL="342900" indent="-342900">
              <a:spcBef>
                <a:spcPts val="0"/>
              </a:spcBef>
              <a:buFont typeface="Wingdings" panose="05000000000000000000" pitchFamily="2" charset="2"/>
              <a:buChar char="§"/>
            </a:pPr>
            <a:endParaRPr lang="de-DE" dirty="0"/>
          </a:p>
          <a:p>
            <a:pPr>
              <a:spcBef>
                <a:spcPts val="0"/>
              </a:spcBef>
            </a:pPr>
            <a:endParaRPr lang="de-DE" dirty="0"/>
          </a:p>
        </p:txBody>
      </p:sp>
      <p:sp>
        <p:nvSpPr>
          <p:cNvPr id="8" name="Fußzeilenplatzhalter 7">
            <a:extLst>
              <a:ext uri="{FF2B5EF4-FFF2-40B4-BE49-F238E27FC236}">
                <a16:creationId xmlns:a16="http://schemas.microsoft.com/office/drawing/2014/main" id="{B096E213-8BCF-D331-07CA-677033C5E03B}"/>
              </a:ext>
            </a:extLst>
          </p:cNvPr>
          <p:cNvSpPr>
            <a:spLocks noGrp="1"/>
          </p:cNvSpPr>
          <p:nvPr>
            <p:ph type="ftr" sz="quarter" idx="23"/>
          </p:nvPr>
        </p:nvSpPr>
        <p:spPr>
          <a:xfrm>
            <a:off x="4729722" y="6496750"/>
            <a:ext cx="7113600" cy="180000"/>
          </a:xfrm>
        </p:spPr>
        <p:txBody>
          <a:bodyPr/>
          <a:lstStyle/>
          <a:p>
            <a:r>
              <a:rPr lang="de-DE" dirty="0"/>
              <a:t>1. RO-Ansprechpartner RV und VDL </a:t>
            </a:r>
          </a:p>
        </p:txBody>
      </p:sp>
      <p:sp>
        <p:nvSpPr>
          <p:cNvPr id="6" name="Foliennummernplatzhalter 5">
            <a:extLst>
              <a:ext uri="{FF2B5EF4-FFF2-40B4-BE49-F238E27FC236}">
                <a16:creationId xmlns:a16="http://schemas.microsoft.com/office/drawing/2014/main" id="{2C8F823B-A7F5-44FD-8947-D2389F9A858E}"/>
              </a:ext>
            </a:extLst>
          </p:cNvPr>
          <p:cNvSpPr>
            <a:spLocks noGrp="1"/>
          </p:cNvSpPr>
          <p:nvPr>
            <p:ph type="sldNum" sz="quarter" idx="12"/>
          </p:nvPr>
        </p:nvSpPr>
        <p:spPr/>
        <p:txBody>
          <a:bodyPr/>
          <a:lstStyle/>
          <a:p>
            <a:fld id="{59F716AE-B1C6-41F5-8EFD-31941EDB35D4}" type="slidenum">
              <a:rPr lang="de-DE" smtClean="0"/>
              <a:t>1</a:t>
            </a:fld>
            <a:endParaRPr lang="de-DE"/>
          </a:p>
        </p:txBody>
      </p:sp>
      <p:graphicFrame>
        <p:nvGraphicFramePr>
          <p:cNvPr id="13" name="Tabelle 12">
            <a:extLst>
              <a:ext uri="{FF2B5EF4-FFF2-40B4-BE49-F238E27FC236}">
                <a16:creationId xmlns:a16="http://schemas.microsoft.com/office/drawing/2014/main" id="{AFBFE080-A91F-4F33-9143-BD58FBFDBF28}"/>
              </a:ext>
            </a:extLst>
          </p:cNvPr>
          <p:cNvGraphicFramePr>
            <a:graphicFrameLocks noGrp="1"/>
          </p:cNvGraphicFramePr>
          <p:nvPr>
            <p:extLst>
              <p:ext uri="{D42A27DB-BD31-4B8C-83A1-F6EECF244321}">
                <p14:modId xmlns:p14="http://schemas.microsoft.com/office/powerpoint/2010/main" val="1595739100"/>
              </p:ext>
            </p:extLst>
          </p:nvPr>
        </p:nvGraphicFramePr>
        <p:xfrm>
          <a:off x="850800" y="1295935"/>
          <a:ext cx="10989747" cy="4629136"/>
        </p:xfrm>
        <a:graphic>
          <a:graphicData uri="http://schemas.openxmlformats.org/drawingml/2006/table">
            <a:tbl>
              <a:tblPr firstRow="1" bandRow="1">
                <a:tableStyleId>{5940675A-B579-460E-94D1-54222C63F5DA}</a:tableStyleId>
              </a:tblPr>
              <a:tblGrid>
                <a:gridCol w="558053">
                  <a:extLst>
                    <a:ext uri="{9D8B030D-6E8A-4147-A177-3AD203B41FA5}">
                      <a16:colId xmlns:a16="http://schemas.microsoft.com/office/drawing/2014/main" val="1113191905"/>
                    </a:ext>
                  </a:extLst>
                </a:gridCol>
                <a:gridCol w="1795858">
                  <a:extLst>
                    <a:ext uri="{9D8B030D-6E8A-4147-A177-3AD203B41FA5}">
                      <a16:colId xmlns:a16="http://schemas.microsoft.com/office/drawing/2014/main" val="1860076673"/>
                    </a:ext>
                  </a:extLst>
                </a:gridCol>
                <a:gridCol w="3326059">
                  <a:extLst>
                    <a:ext uri="{9D8B030D-6E8A-4147-A177-3AD203B41FA5}">
                      <a16:colId xmlns:a16="http://schemas.microsoft.com/office/drawing/2014/main" val="768707510"/>
                    </a:ext>
                  </a:extLst>
                </a:gridCol>
                <a:gridCol w="803335">
                  <a:extLst>
                    <a:ext uri="{9D8B030D-6E8A-4147-A177-3AD203B41FA5}">
                      <a16:colId xmlns:a16="http://schemas.microsoft.com/office/drawing/2014/main" val="3401095520"/>
                    </a:ext>
                  </a:extLst>
                </a:gridCol>
                <a:gridCol w="2033830">
                  <a:extLst>
                    <a:ext uri="{9D8B030D-6E8A-4147-A177-3AD203B41FA5}">
                      <a16:colId xmlns:a16="http://schemas.microsoft.com/office/drawing/2014/main" val="3712923661"/>
                    </a:ext>
                  </a:extLst>
                </a:gridCol>
                <a:gridCol w="2472612">
                  <a:extLst>
                    <a:ext uri="{9D8B030D-6E8A-4147-A177-3AD203B41FA5}">
                      <a16:colId xmlns:a16="http://schemas.microsoft.com/office/drawing/2014/main" val="3313604331"/>
                    </a:ext>
                  </a:extLst>
                </a:gridCol>
              </a:tblGrid>
              <a:tr h="2358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1" dirty="0">
                        <a:solidFill>
                          <a:schemeClr val="bg1"/>
                        </a:solidFill>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0" b="1" dirty="0">
                          <a:solidFill>
                            <a:schemeClr val="bg1"/>
                          </a:solidFill>
                        </a:rPr>
                        <a:t>Projektname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lvl="1" indent="0">
                        <a:spcBef>
                          <a:spcPts val="0"/>
                        </a:spcBef>
                        <a:buFont typeface="Wingdings" panose="05000000000000000000" pitchFamily="2" charset="2"/>
                        <a:buNone/>
                      </a:pPr>
                      <a:r>
                        <a:rPr lang="de-DE" sz="800" b="1" dirty="0">
                          <a:solidFill>
                            <a:schemeClr val="bg1"/>
                          </a:solidFill>
                        </a:rPr>
                        <a:t>Rolloutobjekte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ctr"/>
                      <a:r>
                        <a:rPr lang="de-DE" sz="800" b="1" i="0" u="none" strike="noStrike" dirty="0">
                          <a:solidFill>
                            <a:srgbClr val="FFFFFF"/>
                          </a:solidFill>
                          <a:effectLst/>
                          <a:latin typeface="+mn-lt"/>
                        </a:rPr>
                        <a:t>Rollout-Klasse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ctr"/>
                      <a:r>
                        <a:rPr lang="de-DE" sz="800" b="1" i="0" u="none" strike="noStrike" dirty="0">
                          <a:solidFill>
                            <a:srgbClr val="FFFFFF"/>
                          </a:solidFill>
                          <a:effectLst/>
                          <a:latin typeface="+mn-lt"/>
                        </a:rPr>
                        <a:t>Rollout-Beginn</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ctr"/>
                      <a:r>
                        <a:rPr lang="de-DE" sz="800" b="1" i="0" u="none" strike="noStrike" dirty="0">
                          <a:solidFill>
                            <a:srgbClr val="FFFFFF"/>
                          </a:solidFill>
                          <a:effectLst/>
                          <a:latin typeface="+mn-lt"/>
                        </a:rPr>
                        <a:t>Rollout-Ende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3759844696"/>
                  </a:ext>
                </a:extLst>
              </a:tr>
              <a:tr h="182880">
                <a:tc rowSpan="10">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b="0" i="0" kern="1200" dirty="0">
                          <a:solidFill>
                            <a:schemeClr val="bg1"/>
                          </a:solidFill>
                          <a:effectLst/>
                          <a:latin typeface="+mn-lt"/>
                          <a:ea typeface="+mn-ea"/>
                          <a:cs typeface="+mn-cs"/>
                        </a:rPr>
                        <a:t>1. Beratung, Produkte und Services im Multikanal (PK/FK)</a:t>
                      </a:r>
                      <a:endParaRPr lang="de-DE" sz="800" kern="1200" dirty="0">
                        <a:solidFill>
                          <a:schemeClr val="bg1"/>
                        </a:solidFill>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Vertriebsstrategie der Zukunft (Firmenkunden)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kern="1200" dirty="0">
                          <a:solidFill>
                            <a:schemeClr val="tx1"/>
                          </a:solidFill>
                          <a:latin typeface="+mn-lt"/>
                          <a:ea typeface="+mn-ea"/>
                          <a:cs typeface="+mn-cs"/>
                        </a:rPr>
                        <a:t>Vertriebliche Startseite FK (Erweiterung</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a:solidFill>
                            <a:schemeClr val="tx1"/>
                          </a:solidFill>
                          <a:latin typeface="+mn-lt"/>
                          <a:ea typeface="+mn-ea"/>
                          <a:cs typeface="+mn-cs"/>
                        </a:rPr>
                        <a:t>FI Serien-Rollout</a:t>
                      </a:r>
                      <a:br>
                        <a:rPr lang="de-DE" sz="800" kern="1200">
                          <a:solidFill>
                            <a:schemeClr val="tx1"/>
                          </a:solidFill>
                          <a:latin typeface="+mn-lt"/>
                          <a:ea typeface="+mn-ea"/>
                          <a:cs typeface="+mn-cs"/>
                        </a:rPr>
                      </a:br>
                      <a:r>
                        <a:rPr lang="de-DE" sz="800" kern="1200">
                          <a:solidFill>
                            <a:schemeClr val="tx1"/>
                          </a:solidFill>
                          <a:latin typeface="+mn-lt"/>
                          <a:ea typeface="+mn-ea"/>
                          <a:cs typeface="+mn-cs"/>
                        </a:rPr>
                        <a:t>Jan 26</a:t>
                      </a:r>
                      <a:endParaRPr lang="de-DE" sz="800" kern="1200" dirty="0">
                        <a:solidFill>
                          <a:schemeClr val="tx1"/>
                        </a:solidFill>
                        <a:latin typeface="+mn-lt"/>
                        <a:ea typeface="+mn-ea"/>
                        <a:cs typeface="+mn-cs"/>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a:solidFill>
                            <a:schemeClr val="tx1"/>
                          </a:solidFill>
                          <a:latin typeface="+mn-lt"/>
                          <a:ea typeface="+mn-ea"/>
                          <a:cs typeface="+mn-cs"/>
                        </a:rPr>
                        <a:t>FI Serien-Rollout</a:t>
                      </a:r>
                      <a:br>
                        <a:rPr lang="de-DE" sz="800" kern="1200">
                          <a:solidFill>
                            <a:schemeClr val="tx1"/>
                          </a:solidFill>
                          <a:latin typeface="+mn-lt"/>
                          <a:ea typeface="+mn-ea"/>
                          <a:cs typeface="+mn-cs"/>
                        </a:rPr>
                      </a:br>
                      <a:r>
                        <a:rPr lang="de-DE" sz="800" kern="120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27905666"/>
                  </a:ext>
                </a:extLst>
              </a:tr>
              <a:tr h="182880">
                <a:tc vMerge="1">
                  <a:txBody>
                    <a:bodyPr/>
                    <a:lstStyle/>
                    <a:p>
                      <a:endParaRPr lang="de-DE"/>
                    </a:p>
                  </a:txBody>
                  <a:tcPr/>
                </a:tc>
                <a:tc vMerge="1">
                  <a:txBody>
                    <a:bodyPr/>
                    <a:lstStyle/>
                    <a:p>
                      <a:endParaRPr lang="de-DE"/>
                    </a:p>
                  </a:txBody>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dirty="0"/>
                        <a:t>Gesprächsvorbereitung FK</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 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Sep.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a:solidFill>
                            <a:schemeClr val="tx1"/>
                          </a:solidFill>
                          <a:latin typeface="+mn-lt"/>
                          <a:ea typeface="+mn-ea"/>
                          <a:cs typeface="+mn-cs"/>
                        </a:rPr>
                        <a:t>FI Serien-Rollout</a:t>
                      </a:r>
                      <a:br>
                        <a:rPr lang="de-DE" sz="800" kern="1200">
                          <a:solidFill>
                            <a:schemeClr val="tx1"/>
                          </a:solidFill>
                          <a:latin typeface="+mn-lt"/>
                          <a:ea typeface="+mn-ea"/>
                          <a:cs typeface="+mn-cs"/>
                        </a:rPr>
                      </a:br>
                      <a:r>
                        <a:rPr lang="de-DE" sz="800" kern="1200">
                          <a:solidFill>
                            <a:schemeClr val="tx1"/>
                          </a:solidFill>
                          <a:latin typeface="+mn-lt"/>
                          <a:ea typeface="+mn-ea"/>
                          <a:cs typeface="+mn-cs"/>
                        </a:rPr>
                        <a:t>Dez 27</a:t>
                      </a:r>
                      <a:endParaRPr lang="de-DE" sz="800" kern="1200" dirty="0">
                        <a:solidFill>
                          <a:schemeClr val="tx1"/>
                        </a:solidFill>
                        <a:latin typeface="+mn-lt"/>
                        <a:ea typeface="+mn-ea"/>
                        <a:cs typeface="+mn-cs"/>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98021366"/>
                  </a:ext>
                </a:extLst>
              </a:tr>
              <a:tr h="182880">
                <a:tc vMerge="1">
                  <a:txBody>
                    <a:bodyPr/>
                    <a:lstStyle/>
                    <a:p>
                      <a:endParaRPr lang="de-DE"/>
                    </a:p>
                  </a:txBody>
                  <a:tcPr/>
                </a:tc>
                <a:tc vMerge="1">
                  <a:txBody>
                    <a:bodyPr/>
                    <a:lstStyle/>
                    <a:p>
                      <a:endParaRPr lang="de-DE"/>
                    </a:p>
                  </a:txBody>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i="0" dirty="0"/>
                        <a:t>Kennzahlen Vertriebssteuerung FK</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Dez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9013101"/>
                  </a:ext>
                </a:extLst>
              </a:tr>
              <a:tr h="182880">
                <a:tc vMerge="1">
                  <a:txBody>
                    <a:bodyPr/>
                    <a:lstStyle/>
                    <a:p>
                      <a:endParaRPr lang="de-DE"/>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Vertriebsstrategie der Zukunft - PK 2.2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kern="1200" dirty="0">
                          <a:solidFill>
                            <a:schemeClr val="tx1"/>
                          </a:solidFill>
                          <a:latin typeface="+mn-lt"/>
                          <a:ea typeface="+mn-ea"/>
                          <a:cs typeface="+mn-cs"/>
                        </a:rPr>
                        <a:t>Servicestrategie über alle Kanäle (Modul 1 aus </a:t>
                      </a:r>
                      <a:r>
                        <a:rPr lang="de-DE" sz="900" kern="1200" dirty="0" err="1">
                          <a:solidFill>
                            <a:schemeClr val="tx1"/>
                          </a:solidFill>
                          <a:latin typeface="+mn-lt"/>
                          <a:ea typeface="+mn-ea"/>
                          <a:cs typeface="+mn-cs"/>
                        </a:rPr>
                        <a:t>VdZ</a:t>
                      </a:r>
                      <a:r>
                        <a:rPr lang="de-DE" sz="900" kern="1200" dirty="0">
                          <a:solidFill>
                            <a:schemeClr val="tx1"/>
                          </a:solidFill>
                          <a:latin typeface="+mn-lt"/>
                          <a:ea typeface="+mn-ea"/>
                          <a:cs typeface="+mn-cs"/>
                        </a:rPr>
                        <a:t> PK 2.2)</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Q2 25</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Q4 28</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88818245"/>
                  </a:ext>
                </a:extLst>
              </a:tr>
              <a:tr h="182880">
                <a:tc vMerge="1">
                  <a:txBody>
                    <a:bodyPr/>
                    <a:lstStyle/>
                    <a:p>
                      <a:endParaRPr lang="de-DE"/>
                    </a:p>
                  </a:txBody>
                  <a:tcPr/>
                </a:tc>
                <a:tc vMerge="1">
                  <a:txBody>
                    <a:bodyPr/>
                    <a:lstStyle/>
                    <a:p>
                      <a:endParaRPr lang="de-DE"/>
                    </a:p>
                  </a:txBody>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kern="1200" dirty="0">
                          <a:solidFill>
                            <a:schemeClr val="tx1"/>
                          </a:solidFill>
                          <a:latin typeface="+mn-lt"/>
                          <a:ea typeface="+mn-ea"/>
                          <a:cs typeface="+mn-cs"/>
                        </a:rPr>
                        <a:t>KSC/DBC/KSC+ (Modul 2 aus </a:t>
                      </a:r>
                      <a:r>
                        <a:rPr lang="de-DE" sz="900" kern="1200" dirty="0" err="1">
                          <a:solidFill>
                            <a:schemeClr val="tx1"/>
                          </a:solidFill>
                          <a:latin typeface="+mn-lt"/>
                          <a:ea typeface="+mn-ea"/>
                          <a:cs typeface="+mn-cs"/>
                        </a:rPr>
                        <a:t>VdZ</a:t>
                      </a:r>
                      <a:r>
                        <a:rPr lang="de-DE" sz="900" kern="1200" dirty="0">
                          <a:solidFill>
                            <a:schemeClr val="tx1"/>
                          </a:solidFill>
                          <a:latin typeface="+mn-lt"/>
                          <a:ea typeface="+mn-ea"/>
                          <a:cs typeface="+mn-cs"/>
                        </a:rPr>
                        <a:t> PK 2.2)</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Sep.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Q4 28</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86228603"/>
                  </a:ext>
                </a:extLst>
              </a:tr>
              <a:tr h="299924">
                <a:tc vMerge="1">
                  <a:txBody>
                    <a:bodyPr/>
                    <a:lstStyle/>
                    <a:p>
                      <a:endParaRPr lang="de-D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Vertriebliche Intensivierung Wertpapiergeschäft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kern="1200" dirty="0">
                          <a:solidFill>
                            <a:schemeClr val="tx1"/>
                          </a:solidFill>
                          <a:latin typeface="+mn-lt"/>
                          <a:ea typeface="+mn-ea"/>
                          <a:cs typeface="+mn-cs"/>
                        </a:rPr>
                        <a:t>Anlagekompass</a:t>
                      </a:r>
                      <a:endParaRPr lang="de-DE" sz="900" dirty="0"/>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 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Okt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 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46238212"/>
                  </a:ext>
                </a:extLst>
              </a:tr>
              <a:tr h="0">
                <a:tc vMerge="1">
                  <a:txBody>
                    <a:bodyPr/>
                    <a:lstStyle/>
                    <a:p>
                      <a:endParaRPr lang="de-DE"/>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kern="1200" dirty="0">
                          <a:solidFill>
                            <a:schemeClr val="tx1"/>
                          </a:solidFill>
                          <a:latin typeface="+mn-lt"/>
                          <a:ea typeface="+mn-ea"/>
                          <a:cs typeface="+mn-cs"/>
                        </a:rPr>
                        <a:t>Review und Weiterentwicklung Nachwuchskundenkonzept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latinLnBrk="0" hangingPunct="1">
                        <a:spcBef>
                          <a:spcPts val="0"/>
                        </a:spcBef>
                        <a:buFont typeface="Wingdings" panose="05000000000000000000" pitchFamily="2" charset="2"/>
                        <a:buNone/>
                      </a:pPr>
                      <a:r>
                        <a:rPr lang="de-DE" sz="900" kern="1200" dirty="0">
                          <a:solidFill>
                            <a:schemeClr val="tx1"/>
                          </a:solidFill>
                          <a:latin typeface="+mn-lt"/>
                          <a:ea typeface="+mn-ea"/>
                          <a:cs typeface="+mn-cs"/>
                        </a:rPr>
                        <a:t>Nachwuchskunden-Strategie und Betreuungskonzeption</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Jun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18153439"/>
                  </a:ext>
                </a:extLst>
              </a:tr>
              <a:tr h="0">
                <a:tc vMerge="1">
                  <a:txBody>
                    <a:bodyPr/>
                    <a:lstStyle/>
                    <a:p>
                      <a:endParaRPr lang="de-DE"/>
                    </a:p>
                  </a:txBody>
                  <a:tcPr/>
                </a:tc>
                <a:tc vMerge="1">
                  <a:txBody>
                    <a:bodyPr/>
                    <a:lstStyle/>
                    <a:p>
                      <a:endParaRPr lang="de-DE"/>
                    </a:p>
                  </a:txBody>
                  <a:tcPr/>
                </a:tc>
                <a:tc>
                  <a:txBody>
                    <a:bodyPr/>
                    <a:lstStyle/>
                    <a:p>
                      <a:pPr marL="0" lvl="1" indent="0" algn="l" defTabSz="914400" rtl="0" eaLnBrk="1" latinLnBrk="0" hangingPunct="1">
                        <a:spcBef>
                          <a:spcPts val="0"/>
                        </a:spcBef>
                        <a:buFont typeface="Wingdings" panose="05000000000000000000" pitchFamily="2" charset="2"/>
                        <a:buNone/>
                      </a:pPr>
                      <a:r>
                        <a:rPr lang="de-DE" sz="900" kern="1200" dirty="0">
                          <a:solidFill>
                            <a:schemeClr val="tx1"/>
                          </a:solidFill>
                          <a:latin typeface="+mn-lt"/>
                          <a:ea typeface="+mn-ea"/>
                          <a:cs typeface="+mn-cs"/>
                        </a:rPr>
                        <a:t>Nachwuchskunden-Kommunikation</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Okt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44242806"/>
                  </a:ext>
                </a:extLst>
              </a:tr>
              <a:tr h="167640">
                <a:tc vMerge="1">
                  <a:txBody>
                    <a:bodyPr/>
                    <a:lstStyle/>
                    <a:p>
                      <a:endParaRPr lang="de-DE"/>
                    </a:p>
                  </a:txBody>
                  <a:tcPr/>
                </a:tc>
                <a:tc vMerge="1">
                  <a:txBody>
                    <a:bodyPr/>
                    <a:lstStyle/>
                    <a:p>
                      <a:endParaRPr lang="de-DE"/>
                    </a:p>
                  </a:txBody>
                  <a:tcPr/>
                </a:tc>
                <a:tc>
                  <a:txBody>
                    <a:bodyPr/>
                    <a:lstStyle/>
                    <a:p>
                      <a:pPr marL="0" lvl="1" indent="0" algn="l" defTabSz="914400" rtl="0" eaLnBrk="1" latinLnBrk="0" hangingPunct="1">
                        <a:spcBef>
                          <a:spcPts val="0"/>
                        </a:spcBef>
                        <a:buFont typeface="Wingdings" panose="05000000000000000000" pitchFamily="2" charset="2"/>
                        <a:buNone/>
                      </a:pPr>
                      <a:r>
                        <a:rPr lang="de-DE" sz="900" kern="1200" dirty="0">
                          <a:solidFill>
                            <a:schemeClr val="tx1"/>
                          </a:solidFill>
                          <a:latin typeface="+mn-lt"/>
                          <a:ea typeface="+mn-ea"/>
                          <a:cs typeface="+mn-cs"/>
                        </a:rPr>
                        <a:t>Nachwuchskundenreisen</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Okt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975814"/>
                  </a:ext>
                </a:extLst>
              </a:tr>
              <a:tr h="240932">
                <a:tc vMerge="1">
                  <a:txBody>
                    <a:bodyPr/>
                    <a:lstStyle/>
                    <a:p>
                      <a:endParaRPr lang="de-D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Firmenkundenportal</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kern="1200" dirty="0">
                          <a:solidFill>
                            <a:schemeClr val="tx1"/>
                          </a:solidFill>
                          <a:latin typeface="+mn-lt"/>
                          <a:ea typeface="+mn-ea"/>
                          <a:cs typeface="+mn-cs"/>
                        </a:rPr>
                        <a:t>Integriertes Ansprache Management (IAM) - FK</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 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Sept.26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 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93054771"/>
                  </a:ext>
                </a:extLst>
              </a:tr>
              <a:tr h="570154">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b="0" i="0" kern="1200" dirty="0">
                          <a:solidFill>
                            <a:schemeClr val="bg1"/>
                          </a:solidFill>
                          <a:effectLst/>
                          <a:latin typeface="+mn-lt"/>
                          <a:ea typeface="+mn-ea"/>
                          <a:cs typeface="+mn-cs"/>
                        </a:rPr>
                        <a:t>2. Immobilien / Wohnen</a:t>
                      </a:r>
                      <a:endParaRPr lang="de-DE" sz="800" kern="1200" dirty="0">
                        <a:solidFill>
                          <a:schemeClr val="bg1"/>
                        </a:solidFill>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err="1"/>
                        <a:t>rudi</a:t>
                      </a:r>
                      <a:r>
                        <a:rPr lang="de-DE" sz="900" dirty="0"/>
                        <a:t> - Rund um die Immobilie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dirty="0"/>
                        <a:t>Baufinanzierung mit </a:t>
                      </a:r>
                      <a:r>
                        <a:rPr lang="de-DE" sz="900" dirty="0" err="1"/>
                        <a:t>OSPlus_neo</a:t>
                      </a:r>
                      <a:r>
                        <a:rPr lang="de-DE" sz="900" dirty="0"/>
                        <a:t> (</a:t>
                      </a:r>
                      <a:r>
                        <a:rPr lang="de-DE" sz="900" dirty="0" err="1"/>
                        <a:t>Baufi</a:t>
                      </a:r>
                      <a:r>
                        <a:rPr lang="de-DE" sz="900" dirty="0"/>
                        <a:t> 3.0)</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Nov. 25</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0653646"/>
                  </a:ext>
                </a:extLst>
              </a:tr>
              <a:tr h="570154">
                <a:tc vMerge="1">
                  <a:txBody>
                    <a:bodyPr/>
                    <a:lstStyle/>
                    <a:p>
                      <a:endParaRPr lang="de-DE"/>
                    </a:p>
                  </a:txBody>
                  <a:tcPr/>
                </a:tc>
                <a:tc vMerge="1">
                  <a:txBody>
                    <a:bodyPr/>
                    <a:lstStyle/>
                    <a:p>
                      <a:endParaRPr lang="de-DE"/>
                    </a:p>
                  </a:txBody>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sz="900" dirty="0"/>
                        <a:t>Rudi Cockpit Immobilie</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Mai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FI-Serienrollout</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&gt; Dez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88833137"/>
                  </a:ext>
                </a:extLst>
              </a:tr>
              <a:tr h="392071">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b="0" i="0" kern="1200" dirty="0">
                          <a:solidFill>
                            <a:schemeClr val="bg1"/>
                          </a:solidFill>
                          <a:effectLst/>
                          <a:latin typeface="+mn-lt"/>
                          <a:ea typeface="+mn-ea"/>
                          <a:cs typeface="+mn-cs"/>
                        </a:rPr>
                        <a:t>3. Payment</a:t>
                      </a:r>
                      <a:endParaRPr lang="de-DE" sz="800" b="1" dirty="0">
                        <a:solidFill>
                          <a:schemeClr val="bg1"/>
                        </a:solidFill>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Strategische Umsetzungsbegleitung </a:t>
                      </a:r>
                      <a:r>
                        <a:rPr lang="de-DE" sz="900" dirty="0" err="1"/>
                        <a:t>Wero</a:t>
                      </a:r>
                      <a:r>
                        <a:rPr lang="de-DE" sz="900" dirty="0"/>
                        <a:t> / EPI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it-IT" sz="900" dirty="0">
                          <a:highlight>
                            <a:srgbClr val="FFFF00"/>
                          </a:highlight>
                        </a:rPr>
                        <a:t>EPI – </a:t>
                      </a:r>
                      <a:r>
                        <a:rPr lang="it-IT" sz="900" dirty="0" err="1">
                          <a:highlight>
                            <a:srgbClr val="FFFF00"/>
                          </a:highlight>
                        </a:rPr>
                        <a:t>wero</a:t>
                      </a:r>
                      <a:r>
                        <a:rPr lang="it-IT" sz="900" dirty="0">
                          <a:highlight>
                            <a:srgbClr val="FFFF00"/>
                          </a:highlight>
                        </a:rPr>
                        <a:t> E-Commerce (Advanced Payment, Stufe 2)</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endParaRPr lang="it-IT" sz="800" kern="1200" dirty="0">
                        <a:solidFill>
                          <a:schemeClr val="tx1"/>
                        </a:solidFill>
                        <a:highlight>
                          <a:srgbClr val="FFFF00"/>
                        </a:highlight>
                        <a:latin typeface="+mn-lt"/>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endParaRPr lang="de-DE" sz="800" kern="1200" dirty="0">
                        <a:solidFill>
                          <a:schemeClr val="tx1"/>
                        </a:solidFill>
                        <a:highlight>
                          <a:srgbClr val="FFFF00"/>
                        </a:highlight>
                        <a:latin typeface="+mn-lt"/>
                        <a:ea typeface="+mn-ea"/>
                        <a:cs typeface="+mn-cs"/>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endParaRPr lang="de-DE" sz="800" kern="1200" dirty="0">
                        <a:solidFill>
                          <a:schemeClr val="tx1"/>
                        </a:solidFill>
                        <a:highlight>
                          <a:srgbClr val="FFFF00"/>
                        </a:highlight>
                        <a:latin typeface="+mn-lt"/>
                        <a:ea typeface="+mn-ea"/>
                        <a:cs typeface="+mn-cs"/>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44602252"/>
                  </a:ext>
                </a:extLst>
              </a:tr>
              <a:tr h="392071">
                <a:tc vMerge="1">
                  <a:txBody>
                    <a:bodyPr/>
                    <a:lstStyle/>
                    <a:p>
                      <a:endParaRPr lang="de-DE"/>
                    </a:p>
                  </a:txBody>
                  <a:tcPr/>
                </a:tc>
                <a:tc vMerge="1">
                  <a:txBody>
                    <a:bodyPr/>
                    <a:lstStyle/>
                    <a:p>
                      <a:endParaRPr lang="de-DE"/>
                    </a:p>
                  </a:txBody>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it-IT" sz="900" dirty="0" err="1">
                          <a:highlight>
                            <a:srgbClr val="FFFF00"/>
                          </a:highlight>
                        </a:rPr>
                        <a:t>Anschlussfähigkeit</a:t>
                      </a:r>
                      <a:r>
                        <a:rPr lang="it-IT" sz="900" dirty="0">
                          <a:highlight>
                            <a:srgbClr val="FFFF00"/>
                          </a:highlight>
                        </a:rPr>
                        <a:t> EPI/</a:t>
                      </a:r>
                      <a:r>
                        <a:rPr lang="it-IT" sz="900" dirty="0" err="1">
                          <a:highlight>
                            <a:srgbClr val="FFFF00"/>
                          </a:highlight>
                        </a:rPr>
                        <a:t>wero</a:t>
                      </a:r>
                      <a:r>
                        <a:rPr lang="it-IT" sz="900" dirty="0">
                          <a:highlight>
                            <a:srgbClr val="FFFF00"/>
                          </a:highlight>
                        </a:rPr>
                        <a:t> App</a:t>
                      </a:r>
                    </a:p>
                  </a:txBody>
                  <a:tcPr marL="4572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endParaRPr lang="it-IT" sz="800" kern="1200" dirty="0">
                        <a:solidFill>
                          <a:schemeClr val="tx1"/>
                        </a:solidFill>
                        <a:highlight>
                          <a:srgbClr val="FFFF00"/>
                        </a:highlight>
                        <a:latin typeface="+mn-lt"/>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endParaRPr lang="de-DE" sz="800" kern="1200" dirty="0">
                        <a:solidFill>
                          <a:schemeClr val="tx1"/>
                        </a:solidFill>
                        <a:highlight>
                          <a:srgbClr val="FFFF00"/>
                        </a:highlight>
                        <a:latin typeface="+mn-lt"/>
                        <a:ea typeface="+mn-ea"/>
                        <a:cs typeface="+mn-cs"/>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endParaRPr lang="de-DE" sz="800" kern="1200" dirty="0">
                        <a:solidFill>
                          <a:schemeClr val="tx1"/>
                        </a:solidFill>
                        <a:highlight>
                          <a:srgbClr val="FFFF00"/>
                        </a:highlight>
                        <a:latin typeface="+mn-lt"/>
                        <a:ea typeface="+mn-ea"/>
                        <a:cs typeface="+mn-cs"/>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26908272"/>
                  </a:ext>
                </a:extLst>
              </a:tr>
            </a:tbl>
          </a:graphicData>
        </a:graphic>
      </p:graphicFrame>
      <p:grpSp>
        <p:nvGrpSpPr>
          <p:cNvPr id="27" name="Gruppieren 26">
            <a:extLst>
              <a:ext uri="{FF2B5EF4-FFF2-40B4-BE49-F238E27FC236}">
                <a16:creationId xmlns:a16="http://schemas.microsoft.com/office/drawing/2014/main" id="{B63900C9-6E37-4884-AE18-3984FBBBA5B2}"/>
              </a:ext>
            </a:extLst>
          </p:cNvPr>
          <p:cNvGrpSpPr/>
          <p:nvPr/>
        </p:nvGrpSpPr>
        <p:grpSpPr>
          <a:xfrm>
            <a:off x="10866784" y="99480"/>
            <a:ext cx="1183125" cy="355722"/>
            <a:chOff x="9489646" y="854787"/>
            <a:chExt cx="1856686" cy="558237"/>
          </a:xfrm>
        </p:grpSpPr>
        <p:grpSp>
          <p:nvGrpSpPr>
            <p:cNvPr id="28" name="Gruppieren 27">
              <a:extLst>
                <a:ext uri="{FF2B5EF4-FFF2-40B4-BE49-F238E27FC236}">
                  <a16:creationId xmlns:a16="http://schemas.microsoft.com/office/drawing/2014/main" id="{E508BDF1-BAEE-462F-97B5-B06254AE6251}"/>
                </a:ext>
              </a:extLst>
            </p:cNvPr>
            <p:cNvGrpSpPr/>
            <p:nvPr/>
          </p:nvGrpSpPr>
          <p:grpSpPr>
            <a:xfrm>
              <a:off x="9489646" y="854787"/>
              <a:ext cx="556778" cy="548389"/>
              <a:chOff x="1318820" y="1283349"/>
              <a:chExt cx="556778" cy="548389"/>
            </a:xfrm>
          </p:grpSpPr>
          <p:sp>
            <p:nvSpPr>
              <p:cNvPr id="35" name="Ellipse 34">
                <a:extLst>
                  <a:ext uri="{FF2B5EF4-FFF2-40B4-BE49-F238E27FC236}">
                    <a16:creationId xmlns:a16="http://schemas.microsoft.com/office/drawing/2014/main" id="{6D324EF9-AC6D-4AED-B9F9-5B5EE6952DE7}"/>
                  </a:ext>
                </a:extLst>
              </p:cNvPr>
              <p:cNvSpPr/>
              <p:nvPr/>
            </p:nvSpPr>
            <p:spPr>
              <a:xfrm>
                <a:off x="1318820" y="1291738"/>
                <a:ext cx="540000" cy="540000"/>
              </a:xfrm>
              <a:prstGeom prst="ellipse">
                <a:avLst/>
              </a:prstGeom>
              <a:blipFill>
                <a:blip r:embed="rId2"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36" name="Ellipse 35">
                <a:extLst>
                  <a:ext uri="{FF2B5EF4-FFF2-40B4-BE49-F238E27FC236}">
                    <a16:creationId xmlns:a16="http://schemas.microsoft.com/office/drawing/2014/main" id="{F62CACC0-84AC-45ED-997E-D8F3665D90C4}"/>
                  </a:ext>
                </a:extLst>
              </p:cNvPr>
              <p:cNvSpPr>
                <a:spLocks noChangeAspect="1"/>
              </p:cNvSpPr>
              <p:nvPr/>
            </p:nvSpPr>
            <p:spPr>
              <a:xfrm>
                <a:off x="1695598" y="1283349"/>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dirty="0">
                    <a:solidFill>
                      <a:srgbClr val="FF0000"/>
                    </a:solidFill>
                    <a:latin typeface="Sparkasse Head"/>
                  </a:rPr>
                  <a:t>1</a:t>
                </a:r>
              </a:p>
            </p:txBody>
          </p:sp>
        </p:grpSp>
        <p:grpSp>
          <p:nvGrpSpPr>
            <p:cNvPr id="29" name="Gruppieren 28">
              <a:extLst>
                <a:ext uri="{FF2B5EF4-FFF2-40B4-BE49-F238E27FC236}">
                  <a16:creationId xmlns:a16="http://schemas.microsoft.com/office/drawing/2014/main" id="{BD3510F3-263B-448D-8179-1CCE978F8877}"/>
                </a:ext>
              </a:extLst>
            </p:cNvPr>
            <p:cNvGrpSpPr/>
            <p:nvPr/>
          </p:nvGrpSpPr>
          <p:grpSpPr>
            <a:xfrm>
              <a:off x="10130483" y="854787"/>
              <a:ext cx="551882" cy="558237"/>
              <a:chOff x="2961413" y="1279433"/>
              <a:chExt cx="551882" cy="558237"/>
            </a:xfrm>
          </p:grpSpPr>
          <p:sp>
            <p:nvSpPr>
              <p:cNvPr id="33" name="Ellipse 32">
                <a:extLst>
                  <a:ext uri="{FF2B5EF4-FFF2-40B4-BE49-F238E27FC236}">
                    <a16:creationId xmlns:a16="http://schemas.microsoft.com/office/drawing/2014/main" id="{0FC013F7-3A10-4582-89FD-8B594AA6CD60}"/>
                  </a:ext>
                </a:extLst>
              </p:cNvPr>
              <p:cNvSpPr/>
              <p:nvPr/>
            </p:nvSpPr>
            <p:spPr>
              <a:xfrm>
                <a:off x="2961413" y="1297670"/>
                <a:ext cx="540000" cy="540000"/>
              </a:xfrm>
              <a:prstGeom prst="ellipse">
                <a:avLst/>
              </a:prstGeom>
              <a:blipFill>
                <a:blip r:embed="rId3"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dirty="0">
                  <a:solidFill>
                    <a:prstClr val="white"/>
                  </a:solidFill>
                  <a:latin typeface="Sparkasse Rg"/>
                </a:endParaRPr>
              </a:p>
            </p:txBody>
          </p:sp>
          <p:sp>
            <p:nvSpPr>
              <p:cNvPr id="34" name="Ellipse 33">
                <a:extLst>
                  <a:ext uri="{FF2B5EF4-FFF2-40B4-BE49-F238E27FC236}">
                    <a16:creationId xmlns:a16="http://schemas.microsoft.com/office/drawing/2014/main" id="{0205A03F-6004-497B-AC30-339C46274DC9}"/>
                  </a:ext>
                </a:extLst>
              </p:cNvPr>
              <p:cNvSpPr>
                <a:spLocks noChangeAspect="1"/>
              </p:cNvSpPr>
              <p:nvPr/>
            </p:nvSpPr>
            <p:spPr>
              <a:xfrm>
                <a:off x="3333295" y="1279433"/>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2</a:t>
                </a:r>
              </a:p>
            </p:txBody>
          </p:sp>
        </p:grpSp>
        <p:grpSp>
          <p:nvGrpSpPr>
            <p:cNvPr id="30" name="Gruppieren 29">
              <a:extLst>
                <a:ext uri="{FF2B5EF4-FFF2-40B4-BE49-F238E27FC236}">
                  <a16:creationId xmlns:a16="http://schemas.microsoft.com/office/drawing/2014/main" id="{3B33B82C-8E53-4A7E-B7BC-F744D66292DE}"/>
                </a:ext>
              </a:extLst>
            </p:cNvPr>
            <p:cNvGrpSpPr/>
            <p:nvPr/>
          </p:nvGrpSpPr>
          <p:grpSpPr>
            <a:xfrm>
              <a:off x="10771320" y="866134"/>
              <a:ext cx="575012" cy="546890"/>
              <a:chOff x="4349791" y="1291738"/>
              <a:chExt cx="575012" cy="546890"/>
            </a:xfrm>
          </p:grpSpPr>
          <p:sp>
            <p:nvSpPr>
              <p:cNvPr id="31" name="Ellipse 30">
                <a:extLst>
                  <a:ext uri="{FF2B5EF4-FFF2-40B4-BE49-F238E27FC236}">
                    <a16:creationId xmlns:a16="http://schemas.microsoft.com/office/drawing/2014/main" id="{3AB670E8-1BAE-4BA8-BF19-BE45A31E35E5}"/>
                  </a:ext>
                </a:extLst>
              </p:cNvPr>
              <p:cNvSpPr/>
              <p:nvPr/>
            </p:nvSpPr>
            <p:spPr>
              <a:xfrm>
                <a:off x="4349791" y="1298628"/>
                <a:ext cx="540000" cy="540000"/>
              </a:xfrm>
              <a:prstGeom prst="ellipse">
                <a:avLst/>
              </a:prstGeom>
              <a:blipFill>
                <a:blip r:embed="rId4"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32" name="Ellipse 31">
                <a:extLst>
                  <a:ext uri="{FF2B5EF4-FFF2-40B4-BE49-F238E27FC236}">
                    <a16:creationId xmlns:a16="http://schemas.microsoft.com/office/drawing/2014/main" id="{48E57A18-EF7A-437C-958E-82CA5E8BC5BE}"/>
                  </a:ext>
                </a:extLst>
              </p:cNvPr>
              <p:cNvSpPr>
                <a:spLocks noChangeAspect="1"/>
              </p:cNvSpPr>
              <p:nvPr/>
            </p:nvSpPr>
            <p:spPr>
              <a:xfrm>
                <a:off x="4744803" y="1291738"/>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3</a:t>
                </a:r>
              </a:p>
            </p:txBody>
          </p:sp>
        </p:grpSp>
      </p:grpSp>
      <p:grpSp>
        <p:nvGrpSpPr>
          <p:cNvPr id="2" name="Gruppieren 1">
            <a:extLst>
              <a:ext uri="{FF2B5EF4-FFF2-40B4-BE49-F238E27FC236}">
                <a16:creationId xmlns:a16="http://schemas.microsoft.com/office/drawing/2014/main" id="{E9039A6B-FCC1-36FD-13D8-900DF8894B43}"/>
              </a:ext>
            </a:extLst>
          </p:cNvPr>
          <p:cNvGrpSpPr/>
          <p:nvPr/>
        </p:nvGrpSpPr>
        <p:grpSpPr>
          <a:xfrm>
            <a:off x="10866783" y="880660"/>
            <a:ext cx="1160816" cy="368511"/>
            <a:chOff x="9649345" y="1166972"/>
            <a:chExt cx="1852726" cy="588163"/>
          </a:xfrm>
        </p:grpSpPr>
        <p:grpSp>
          <p:nvGrpSpPr>
            <p:cNvPr id="3" name="Gruppieren 2">
              <a:extLst>
                <a:ext uri="{FF2B5EF4-FFF2-40B4-BE49-F238E27FC236}">
                  <a16:creationId xmlns:a16="http://schemas.microsoft.com/office/drawing/2014/main" id="{354A9E7D-401B-1ABC-8337-878AD07827A7}"/>
                </a:ext>
              </a:extLst>
            </p:cNvPr>
            <p:cNvGrpSpPr/>
            <p:nvPr/>
          </p:nvGrpSpPr>
          <p:grpSpPr>
            <a:xfrm>
              <a:off x="9649345" y="1166972"/>
              <a:ext cx="556778" cy="571828"/>
              <a:chOff x="1318820" y="4088740"/>
              <a:chExt cx="556778" cy="571828"/>
            </a:xfrm>
          </p:grpSpPr>
          <p:sp>
            <p:nvSpPr>
              <p:cNvPr id="17" name="Ellipse 16">
                <a:hlinkClick r:id="" action="ppaction://noaction"/>
                <a:extLst>
                  <a:ext uri="{FF2B5EF4-FFF2-40B4-BE49-F238E27FC236}">
                    <a16:creationId xmlns:a16="http://schemas.microsoft.com/office/drawing/2014/main" id="{998085BE-0ED5-A3D3-8419-5E1DDD3D927F}"/>
                  </a:ext>
                </a:extLst>
              </p:cNvPr>
              <p:cNvSpPr/>
              <p:nvPr/>
            </p:nvSpPr>
            <p:spPr>
              <a:xfrm>
                <a:off x="1318820" y="4120568"/>
                <a:ext cx="540000" cy="540000"/>
              </a:xfrm>
              <a:prstGeom prst="ellipse">
                <a:avLst/>
              </a:prstGeom>
              <a:blipFill>
                <a:blip r:embed="rId5"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18" name="Ellipse 17">
                <a:hlinkClick r:id="" action="ppaction://noaction"/>
                <a:extLst>
                  <a:ext uri="{FF2B5EF4-FFF2-40B4-BE49-F238E27FC236}">
                    <a16:creationId xmlns:a16="http://schemas.microsoft.com/office/drawing/2014/main" id="{2C470A43-B49C-3A4E-88E8-69222B28B992}"/>
                  </a:ext>
                </a:extLst>
              </p:cNvPr>
              <p:cNvSpPr>
                <a:spLocks noChangeAspect="1"/>
              </p:cNvSpPr>
              <p:nvPr/>
            </p:nvSpPr>
            <p:spPr>
              <a:xfrm>
                <a:off x="1695598" y="4088740"/>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7</a:t>
                </a:r>
              </a:p>
            </p:txBody>
          </p:sp>
        </p:grpSp>
        <p:grpSp>
          <p:nvGrpSpPr>
            <p:cNvPr id="4" name="Gruppieren 3">
              <a:extLst>
                <a:ext uri="{FF2B5EF4-FFF2-40B4-BE49-F238E27FC236}">
                  <a16:creationId xmlns:a16="http://schemas.microsoft.com/office/drawing/2014/main" id="{A8BD3EB6-646A-D4F8-EF84-BF3DCB56ACA1}"/>
                </a:ext>
              </a:extLst>
            </p:cNvPr>
            <p:cNvGrpSpPr/>
            <p:nvPr/>
          </p:nvGrpSpPr>
          <p:grpSpPr>
            <a:xfrm>
              <a:off x="10309727" y="1182886"/>
              <a:ext cx="546348" cy="571828"/>
              <a:chOff x="2961413" y="4088740"/>
              <a:chExt cx="546348" cy="571828"/>
            </a:xfrm>
          </p:grpSpPr>
          <p:sp>
            <p:nvSpPr>
              <p:cNvPr id="14" name="Ellipse 13">
                <a:hlinkClick r:id="" action="ppaction://noaction"/>
                <a:extLst>
                  <a:ext uri="{FF2B5EF4-FFF2-40B4-BE49-F238E27FC236}">
                    <a16:creationId xmlns:a16="http://schemas.microsoft.com/office/drawing/2014/main" id="{17566D1D-D187-BD5B-70BC-96410E8CC9DD}"/>
                  </a:ext>
                </a:extLst>
              </p:cNvPr>
              <p:cNvSpPr/>
              <p:nvPr/>
            </p:nvSpPr>
            <p:spPr>
              <a:xfrm>
                <a:off x="2961413" y="4120568"/>
                <a:ext cx="540000" cy="540000"/>
              </a:xfrm>
              <a:prstGeom prst="ellipse">
                <a:avLst/>
              </a:prstGeom>
              <a:blipFill>
                <a:blip r:embed="rId6" cstate="print">
                  <a:extLst>
                    <a:ext uri="{28A0092B-C50C-407E-A947-70E740481C1C}">
                      <a14:useLocalDpi xmlns:a14="http://schemas.microsoft.com/office/drawing/2010/main"/>
                    </a:ext>
                  </a:extLst>
                </a:blip>
                <a:srcRect/>
                <a:stretch>
                  <a:fillRect b="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16" name="Ellipse 15">
                <a:hlinkClick r:id="" action="ppaction://noaction"/>
                <a:extLst>
                  <a:ext uri="{FF2B5EF4-FFF2-40B4-BE49-F238E27FC236}">
                    <a16:creationId xmlns:a16="http://schemas.microsoft.com/office/drawing/2014/main" id="{F0D36BB3-CAEF-BF9D-A653-1A08CDC9ECBB}"/>
                  </a:ext>
                </a:extLst>
              </p:cNvPr>
              <p:cNvSpPr>
                <a:spLocks noChangeAspect="1"/>
              </p:cNvSpPr>
              <p:nvPr/>
            </p:nvSpPr>
            <p:spPr>
              <a:xfrm>
                <a:off x="3327761" y="4088740"/>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8</a:t>
                </a:r>
              </a:p>
            </p:txBody>
          </p:sp>
        </p:grpSp>
        <p:grpSp>
          <p:nvGrpSpPr>
            <p:cNvPr id="5" name="Gruppieren 4">
              <a:extLst>
                <a:ext uri="{FF2B5EF4-FFF2-40B4-BE49-F238E27FC236}">
                  <a16:creationId xmlns:a16="http://schemas.microsoft.com/office/drawing/2014/main" id="{8C984606-2AA8-6BB6-6F82-2B4499AE8CEA}"/>
                </a:ext>
              </a:extLst>
            </p:cNvPr>
            <p:cNvGrpSpPr/>
            <p:nvPr/>
          </p:nvGrpSpPr>
          <p:grpSpPr>
            <a:xfrm>
              <a:off x="10930079" y="1182464"/>
              <a:ext cx="571992" cy="572671"/>
              <a:chOff x="4352811" y="4083669"/>
              <a:chExt cx="571992" cy="572671"/>
            </a:xfrm>
          </p:grpSpPr>
          <p:sp>
            <p:nvSpPr>
              <p:cNvPr id="7" name="Ellipse 6">
                <a:hlinkClick r:id="" action="ppaction://noaction"/>
                <a:extLst>
                  <a:ext uri="{FF2B5EF4-FFF2-40B4-BE49-F238E27FC236}">
                    <a16:creationId xmlns:a16="http://schemas.microsoft.com/office/drawing/2014/main" id="{3ACD0472-8735-114E-1570-E8D7158BC9EA}"/>
                  </a:ext>
                </a:extLst>
              </p:cNvPr>
              <p:cNvSpPr/>
              <p:nvPr/>
            </p:nvSpPr>
            <p:spPr>
              <a:xfrm>
                <a:off x="4352811" y="4116340"/>
                <a:ext cx="540000" cy="540000"/>
              </a:xfrm>
              <a:prstGeom prst="ellipse">
                <a:avLst/>
              </a:prstGeom>
              <a:blipFill>
                <a:blip r:embed="rId7"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12" name="Ellipse 11">
                <a:hlinkClick r:id="" action="ppaction://noaction"/>
                <a:extLst>
                  <a:ext uri="{FF2B5EF4-FFF2-40B4-BE49-F238E27FC236}">
                    <a16:creationId xmlns:a16="http://schemas.microsoft.com/office/drawing/2014/main" id="{020A3DA7-DE23-43F5-032A-EF254F666146}"/>
                  </a:ext>
                </a:extLst>
              </p:cNvPr>
              <p:cNvSpPr>
                <a:spLocks noChangeAspect="1"/>
              </p:cNvSpPr>
              <p:nvPr/>
            </p:nvSpPr>
            <p:spPr>
              <a:xfrm>
                <a:off x="4744803" y="4083669"/>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9</a:t>
                </a:r>
              </a:p>
            </p:txBody>
          </p:sp>
        </p:grpSp>
      </p:grpSp>
      <p:grpSp>
        <p:nvGrpSpPr>
          <p:cNvPr id="19" name="Gruppieren 18">
            <a:extLst>
              <a:ext uri="{FF2B5EF4-FFF2-40B4-BE49-F238E27FC236}">
                <a16:creationId xmlns:a16="http://schemas.microsoft.com/office/drawing/2014/main" id="{DDE7DC0B-389F-860C-F15F-3E3E840FC9B5}"/>
              </a:ext>
            </a:extLst>
          </p:cNvPr>
          <p:cNvGrpSpPr/>
          <p:nvPr/>
        </p:nvGrpSpPr>
        <p:grpSpPr>
          <a:xfrm>
            <a:off x="10866783" y="492151"/>
            <a:ext cx="1165987" cy="357445"/>
            <a:chOff x="9592514" y="845140"/>
            <a:chExt cx="1851790" cy="567685"/>
          </a:xfrm>
        </p:grpSpPr>
        <p:grpSp>
          <p:nvGrpSpPr>
            <p:cNvPr id="20" name="Gruppieren 19">
              <a:extLst>
                <a:ext uri="{FF2B5EF4-FFF2-40B4-BE49-F238E27FC236}">
                  <a16:creationId xmlns:a16="http://schemas.microsoft.com/office/drawing/2014/main" id="{97045299-0732-AEC3-F45E-6BCFFCA62544}"/>
                </a:ext>
              </a:extLst>
            </p:cNvPr>
            <p:cNvGrpSpPr/>
            <p:nvPr/>
          </p:nvGrpSpPr>
          <p:grpSpPr>
            <a:xfrm>
              <a:off x="9592514" y="845140"/>
              <a:ext cx="556778" cy="567685"/>
              <a:chOff x="1318820" y="2697151"/>
              <a:chExt cx="556778" cy="567685"/>
            </a:xfrm>
          </p:grpSpPr>
          <p:sp>
            <p:nvSpPr>
              <p:cNvPr id="37" name="Ellipse 36">
                <a:extLst>
                  <a:ext uri="{FF2B5EF4-FFF2-40B4-BE49-F238E27FC236}">
                    <a16:creationId xmlns:a16="http://schemas.microsoft.com/office/drawing/2014/main" id="{A05CDFF7-B5D0-EF63-EDE1-246D43E6F881}"/>
                  </a:ext>
                </a:extLst>
              </p:cNvPr>
              <p:cNvSpPr/>
              <p:nvPr/>
            </p:nvSpPr>
            <p:spPr>
              <a:xfrm>
                <a:off x="1318820" y="2724836"/>
                <a:ext cx="540000" cy="540000"/>
              </a:xfrm>
              <a:prstGeom prst="ellipse">
                <a:avLst/>
              </a:prstGeom>
              <a:blipFill>
                <a:blip r:embed="rId8"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38" name="Ellipse 37">
                <a:hlinkClick r:id="" action="ppaction://noaction"/>
                <a:extLst>
                  <a:ext uri="{FF2B5EF4-FFF2-40B4-BE49-F238E27FC236}">
                    <a16:creationId xmlns:a16="http://schemas.microsoft.com/office/drawing/2014/main" id="{0605FB74-C943-81EF-7D90-64736C154D5F}"/>
                  </a:ext>
                </a:extLst>
              </p:cNvPr>
              <p:cNvSpPr>
                <a:spLocks noChangeAspect="1"/>
              </p:cNvSpPr>
              <p:nvPr/>
            </p:nvSpPr>
            <p:spPr>
              <a:xfrm>
                <a:off x="1695598" y="2697151"/>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dirty="0">
                    <a:solidFill>
                      <a:srgbClr val="FF0000"/>
                    </a:solidFill>
                    <a:latin typeface="Sparkasse Head"/>
                  </a:rPr>
                  <a:t>4</a:t>
                </a:r>
              </a:p>
            </p:txBody>
          </p:sp>
        </p:grpSp>
        <p:grpSp>
          <p:nvGrpSpPr>
            <p:cNvPr id="21" name="Gruppieren 20">
              <a:extLst>
                <a:ext uri="{FF2B5EF4-FFF2-40B4-BE49-F238E27FC236}">
                  <a16:creationId xmlns:a16="http://schemas.microsoft.com/office/drawing/2014/main" id="{4EF6EF1A-A5E6-5218-41EA-419C1CB08242}"/>
                </a:ext>
              </a:extLst>
            </p:cNvPr>
            <p:cNvGrpSpPr/>
            <p:nvPr/>
          </p:nvGrpSpPr>
          <p:grpSpPr>
            <a:xfrm>
              <a:off x="10239292" y="849097"/>
              <a:ext cx="540000" cy="563728"/>
              <a:chOff x="2961413" y="2697151"/>
              <a:chExt cx="551882" cy="589637"/>
            </a:xfrm>
          </p:grpSpPr>
          <p:sp>
            <p:nvSpPr>
              <p:cNvPr id="25" name="Ellipse 24">
                <a:extLst>
                  <a:ext uri="{FF2B5EF4-FFF2-40B4-BE49-F238E27FC236}">
                    <a16:creationId xmlns:a16="http://schemas.microsoft.com/office/drawing/2014/main" id="{F430BD1F-F02D-BD46-284D-4D4787FDE04F}"/>
                  </a:ext>
                </a:extLst>
              </p:cNvPr>
              <p:cNvSpPr/>
              <p:nvPr/>
            </p:nvSpPr>
            <p:spPr>
              <a:xfrm>
                <a:off x="2961413" y="2721970"/>
                <a:ext cx="551882" cy="564818"/>
              </a:xfrm>
              <a:prstGeom prst="ellipse">
                <a:avLst/>
              </a:prstGeom>
              <a:blipFill>
                <a:blip r:embed="rId9"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sz="1600">
                  <a:solidFill>
                    <a:prstClr val="white"/>
                  </a:solidFill>
                  <a:latin typeface="Sparkasse Rg"/>
                </a:endParaRPr>
              </a:p>
            </p:txBody>
          </p:sp>
          <p:sp>
            <p:nvSpPr>
              <p:cNvPr id="26" name="Ellipse 25">
                <a:hlinkClick r:id="" action="ppaction://noaction"/>
                <a:extLst>
                  <a:ext uri="{FF2B5EF4-FFF2-40B4-BE49-F238E27FC236}">
                    <a16:creationId xmlns:a16="http://schemas.microsoft.com/office/drawing/2014/main" id="{3583A5DB-B870-DA0F-4FAB-FDD146FA500F}"/>
                  </a:ext>
                </a:extLst>
              </p:cNvPr>
              <p:cNvSpPr>
                <a:spLocks noChangeAspect="1"/>
              </p:cNvSpPr>
              <p:nvPr/>
            </p:nvSpPr>
            <p:spPr>
              <a:xfrm>
                <a:off x="3333295" y="2697151"/>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dirty="0">
                    <a:solidFill>
                      <a:srgbClr val="FF0000"/>
                    </a:solidFill>
                    <a:latin typeface="Sparkasse Head"/>
                  </a:rPr>
                  <a:t>5</a:t>
                </a:r>
              </a:p>
            </p:txBody>
          </p:sp>
        </p:grpSp>
        <p:grpSp>
          <p:nvGrpSpPr>
            <p:cNvPr id="22" name="Gruppieren 21">
              <a:extLst>
                <a:ext uri="{FF2B5EF4-FFF2-40B4-BE49-F238E27FC236}">
                  <a16:creationId xmlns:a16="http://schemas.microsoft.com/office/drawing/2014/main" id="{4F692ADC-7C64-46AA-CC0B-517C5611F0D9}"/>
                </a:ext>
              </a:extLst>
            </p:cNvPr>
            <p:cNvGrpSpPr/>
            <p:nvPr/>
          </p:nvGrpSpPr>
          <p:grpSpPr>
            <a:xfrm>
              <a:off x="10869292" y="850501"/>
              <a:ext cx="575012" cy="562324"/>
              <a:chOff x="4349791" y="2697151"/>
              <a:chExt cx="575012" cy="562324"/>
            </a:xfrm>
          </p:grpSpPr>
          <p:sp>
            <p:nvSpPr>
              <p:cNvPr id="23" name="Ellipse 22">
                <a:hlinkClick r:id="" action="ppaction://noaction"/>
                <a:extLst>
                  <a:ext uri="{FF2B5EF4-FFF2-40B4-BE49-F238E27FC236}">
                    <a16:creationId xmlns:a16="http://schemas.microsoft.com/office/drawing/2014/main" id="{AD4B73D1-420E-2BFB-3AD7-717135E3034B}"/>
                  </a:ext>
                </a:extLst>
              </p:cNvPr>
              <p:cNvSpPr/>
              <p:nvPr/>
            </p:nvSpPr>
            <p:spPr>
              <a:xfrm>
                <a:off x="4349791" y="2719475"/>
                <a:ext cx="540000" cy="540000"/>
              </a:xfrm>
              <a:prstGeom prst="ellipse">
                <a:avLst/>
              </a:prstGeom>
              <a:blipFill>
                <a:blip r:embed="rId10" cstate="print">
                  <a:extLst>
                    <a:ext uri="{BEBA8EAE-BF5A-486C-A8C5-ECC9F3942E4B}">
                      <a14:imgProps xmlns:a14="http://schemas.microsoft.com/office/drawing/2010/main">
                        <a14:imgLayer r:embed="rId11">
                          <a14:imgEffect>
                            <a14:brightnessContrast bright="-1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24" name="Ellipse 23">
                <a:hlinkClick r:id="" action="ppaction://noaction"/>
                <a:extLst>
                  <a:ext uri="{FF2B5EF4-FFF2-40B4-BE49-F238E27FC236}">
                    <a16:creationId xmlns:a16="http://schemas.microsoft.com/office/drawing/2014/main" id="{1C70D8EC-3131-74FF-5487-7238C60B1EE1}"/>
                  </a:ext>
                </a:extLst>
              </p:cNvPr>
              <p:cNvSpPr>
                <a:spLocks noChangeAspect="1"/>
              </p:cNvSpPr>
              <p:nvPr/>
            </p:nvSpPr>
            <p:spPr>
              <a:xfrm>
                <a:off x="4744803" y="2697151"/>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6</a:t>
                </a:r>
              </a:p>
            </p:txBody>
          </p:sp>
        </p:grpSp>
      </p:grpSp>
    </p:spTree>
    <p:extLst>
      <p:ext uri="{BB962C8B-B14F-4D97-AF65-F5344CB8AC3E}">
        <p14:creationId xmlns:p14="http://schemas.microsoft.com/office/powerpoint/2010/main" val="119756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051C29B1-2851-21F9-B0EB-186986B7008D}"/>
              </a:ext>
            </a:extLst>
          </p:cNvPr>
          <p:cNvSpPr>
            <a:spLocks noGrp="1"/>
          </p:cNvSpPr>
          <p:nvPr>
            <p:ph type="title"/>
          </p:nvPr>
        </p:nvSpPr>
        <p:spPr/>
        <p:txBody>
          <a:bodyPr/>
          <a:lstStyle/>
          <a:p>
            <a:r>
              <a:rPr lang="de-DE" dirty="0"/>
              <a:t>Rolloutschwerpunkte 2027</a:t>
            </a:r>
          </a:p>
        </p:txBody>
      </p:sp>
      <p:sp>
        <p:nvSpPr>
          <p:cNvPr id="10" name="Textplatzhalter 9">
            <a:extLst>
              <a:ext uri="{FF2B5EF4-FFF2-40B4-BE49-F238E27FC236}">
                <a16:creationId xmlns:a16="http://schemas.microsoft.com/office/drawing/2014/main" id="{4BC76571-6E1D-EFD3-C3B5-3B1C6FBC0FDA}"/>
              </a:ext>
            </a:extLst>
          </p:cNvPr>
          <p:cNvSpPr>
            <a:spLocks noGrp="1"/>
          </p:cNvSpPr>
          <p:nvPr>
            <p:ph type="body" idx="13"/>
          </p:nvPr>
        </p:nvSpPr>
        <p:spPr/>
        <p:txBody>
          <a:bodyPr/>
          <a:lstStyle/>
          <a:p>
            <a:endParaRPr lang="de-DE" dirty="0"/>
          </a:p>
        </p:txBody>
      </p:sp>
      <p:sp>
        <p:nvSpPr>
          <p:cNvPr id="11" name="Textplatzhalter 10">
            <a:extLst>
              <a:ext uri="{FF2B5EF4-FFF2-40B4-BE49-F238E27FC236}">
                <a16:creationId xmlns:a16="http://schemas.microsoft.com/office/drawing/2014/main" id="{3F55A690-294D-E6F3-C82D-D51E17B056B4}"/>
              </a:ext>
            </a:extLst>
          </p:cNvPr>
          <p:cNvSpPr>
            <a:spLocks noGrp="1"/>
          </p:cNvSpPr>
          <p:nvPr>
            <p:ph type="body" idx="14"/>
          </p:nvPr>
        </p:nvSpPr>
        <p:spPr/>
        <p:txBody>
          <a:bodyPr/>
          <a:lstStyle/>
          <a:p>
            <a:r>
              <a:rPr lang="de-DE" dirty="0"/>
              <a:t>nach strategischen Themenfeldern </a:t>
            </a:r>
          </a:p>
        </p:txBody>
      </p:sp>
      <p:sp>
        <p:nvSpPr>
          <p:cNvPr id="15" name="Inhaltsplatzhalter 14">
            <a:extLst>
              <a:ext uri="{FF2B5EF4-FFF2-40B4-BE49-F238E27FC236}">
                <a16:creationId xmlns:a16="http://schemas.microsoft.com/office/drawing/2014/main" id="{013B4F71-9CD3-ED86-F6B2-F641922FF7D7}"/>
              </a:ext>
            </a:extLst>
          </p:cNvPr>
          <p:cNvSpPr>
            <a:spLocks noGrp="1"/>
          </p:cNvSpPr>
          <p:nvPr>
            <p:ph idx="19"/>
          </p:nvPr>
        </p:nvSpPr>
        <p:spPr>
          <a:xfrm>
            <a:off x="1152000" y="3511800"/>
            <a:ext cx="2152674" cy="2787400"/>
          </a:xfrm>
        </p:spPr>
        <p:txBody>
          <a:bodyPr/>
          <a:lstStyle/>
          <a:p>
            <a:pPr marL="342900" indent="-342900">
              <a:spcBef>
                <a:spcPts val="0"/>
              </a:spcBef>
              <a:buFont typeface="Wingdings" panose="05000000000000000000" pitchFamily="2" charset="2"/>
              <a:buChar char="§"/>
            </a:pPr>
            <a:endParaRPr lang="de-DE" dirty="0"/>
          </a:p>
          <a:p>
            <a:pPr>
              <a:spcBef>
                <a:spcPts val="0"/>
              </a:spcBef>
            </a:pPr>
            <a:endParaRPr lang="de-DE" dirty="0"/>
          </a:p>
        </p:txBody>
      </p:sp>
      <p:sp>
        <p:nvSpPr>
          <p:cNvPr id="8" name="Fußzeilenplatzhalter 7">
            <a:extLst>
              <a:ext uri="{FF2B5EF4-FFF2-40B4-BE49-F238E27FC236}">
                <a16:creationId xmlns:a16="http://schemas.microsoft.com/office/drawing/2014/main" id="{B096E213-8BCF-D331-07CA-677033C5E03B}"/>
              </a:ext>
            </a:extLst>
          </p:cNvPr>
          <p:cNvSpPr>
            <a:spLocks noGrp="1"/>
          </p:cNvSpPr>
          <p:nvPr>
            <p:ph type="ftr" sz="quarter" idx="23"/>
          </p:nvPr>
        </p:nvSpPr>
        <p:spPr>
          <a:xfrm>
            <a:off x="4729722" y="6496750"/>
            <a:ext cx="7113600" cy="180000"/>
          </a:xfrm>
        </p:spPr>
        <p:txBody>
          <a:bodyPr/>
          <a:lstStyle/>
          <a:p>
            <a:r>
              <a:rPr lang="de-DE" dirty="0"/>
              <a:t>1. RO-Ansprechpartner RV und VDL | Digital | 02. Juni 2026</a:t>
            </a:r>
          </a:p>
        </p:txBody>
      </p:sp>
      <p:sp>
        <p:nvSpPr>
          <p:cNvPr id="6" name="Foliennummernplatzhalter 5">
            <a:extLst>
              <a:ext uri="{FF2B5EF4-FFF2-40B4-BE49-F238E27FC236}">
                <a16:creationId xmlns:a16="http://schemas.microsoft.com/office/drawing/2014/main" id="{2C8F823B-A7F5-44FD-8947-D2389F9A858E}"/>
              </a:ext>
            </a:extLst>
          </p:cNvPr>
          <p:cNvSpPr>
            <a:spLocks noGrp="1"/>
          </p:cNvSpPr>
          <p:nvPr>
            <p:ph type="sldNum" sz="quarter" idx="12"/>
          </p:nvPr>
        </p:nvSpPr>
        <p:spPr/>
        <p:txBody>
          <a:bodyPr/>
          <a:lstStyle/>
          <a:p>
            <a:fld id="{59F716AE-B1C6-41F5-8EFD-31941EDB35D4}" type="slidenum">
              <a:rPr lang="de-DE" smtClean="0"/>
              <a:t>2</a:t>
            </a:fld>
            <a:endParaRPr lang="de-DE"/>
          </a:p>
        </p:txBody>
      </p:sp>
      <p:grpSp>
        <p:nvGrpSpPr>
          <p:cNvPr id="27" name="Gruppieren 26">
            <a:extLst>
              <a:ext uri="{FF2B5EF4-FFF2-40B4-BE49-F238E27FC236}">
                <a16:creationId xmlns:a16="http://schemas.microsoft.com/office/drawing/2014/main" id="{B63900C9-6E37-4884-AE18-3984FBBBA5B2}"/>
              </a:ext>
            </a:extLst>
          </p:cNvPr>
          <p:cNvGrpSpPr/>
          <p:nvPr/>
        </p:nvGrpSpPr>
        <p:grpSpPr>
          <a:xfrm>
            <a:off x="10866784" y="99480"/>
            <a:ext cx="1183125" cy="355722"/>
            <a:chOff x="9489646" y="854787"/>
            <a:chExt cx="1856686" cy="558237"/>
          </a:xfrm>
        </p:grpSpPr>
        <p:grpSp>
          <p:nvGrpSpPr>
            <p:cNvPr id="28" name="Gruppieren 27">
              <a:extLst>
                <a:ext uri="{FF2B5EF4-FFF2-40B4-BE49-F238E27FC236}">
                  <a16:creationId xmlns:a16="http://schemas.microsoft.com/office/drawing/2014/main" id="{E508BDF1-BAEE-462F-97B5-B06254AE6251}"/>
                </a:ext>
              </a:extLst>
            </p:cNvPr>
            <p:cNvGrpSpPr/>
            <p:nvPr/>
          </p:nvGrpSpPr>
          <p:grpSpPr>
            <a:xfrm>
              <a:off x="9489646" y="854787"/>
              <a:ext cx="556778" cy="548389"/>
              <a:chOff x="1318820" y="1283349"/>
              <a:chExt cx="556778" cy="548389"/>
            </a:xfrm>
          </p:grpSpPr>
          <p:sp>
            <p:nvSpPr>
              <p:cNvPr id="35" name="Ellipse 34">
                <a:extLst>
                  <a:ext uri="{FF2B5EF4-FFF2-40B4-BE49-F238E27FC236}">
                    <a16:creationId xmlns:a16="http://schemas.microsoft.com/office/drawing/2014/main" id="{6D324EF9-AC6D-4AED-B9F9-5B5EE6952DE7}"/>
                  </a:ext>
                </a:extLst>
              </p:cNvPr>
              <p:cNvSpPr/>
              <p:nvPr/>
            </p:nvSpPr>
            <p:spPr>
              <a:xfrm>
                <a:off x="1318820" y="1291738"/>
                <a:ext cx="540000" cy="540000"/>
              </a:xfrm>
              <a:prstGeom prst="ellipse">
                <a:avLst/>
              </a:prstGeom>
              <a:blipFill>
                <a:blip r:embed="rId2"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36" name="Ellipse 35">
                <a:extLst>
                  <a:ext uri="{FF2B5EF4-FFF2-40B4-BE49-F238E27FC236}">
                    <a16:creationId xmlns:a16="http://schemas.microsoft.com/office/drawing/2014/main" id="{F62CACC0-84AC-45ED-997E-D8F3665D90C4}"/>
                  </a:ext>
                </a:extLst>
              </p:cNvPr>
              <p:cNvSpPr>
                <a:spLocks noChangeAspect="1"/>
              </p:cNvSpPr>
              <p:nvPr/>
            </p:nvSpPr>
            <p:spPr>
              <a:xfrm>
                <a:off x="1695598" y="1283349"/>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dirty="0">
                    <a:solidFill>
                      <a:srgbClr val="FF0000"/>
                    </a:solidFill>
                    <a:latin typeface="Sparkasse Head"/>
                  </a:rPr>
                  <a:t>1</a:t>
                </a:r>
              </a:p>
            </p:txBody>
          </p:sp>
        </p:grpSp>
        <p:grpSp>
          <p:nvGrpSpPr>
            <p:cNvPr id="29" name="Gruppieren 28">
              <a:extLst>
                <a:ext uri="{FF2B5EF4-FFF2-40B4-BE49-F238E27FC236}">
                  <a16:creationId xmlns:a16="http://schemas.microsoft.com/office/drawing/2014/main" id="{BD3510F3-263B-448D-8179-1CCE978F8877}"/>
                </a:ext>
              </a:extLst>
            </p:cNvPr>
            <p:cNvGrpSpPr/>
            <p:nvPr/>
          </p:nvGrpSpPr>
          <p:grpSpPr>
            <a:xfrm>
              <a:off x="10130483" y="854787"/>
              <a:ext cx="551882" cy="558237"/>
              <a:chOff x="2961413" y="1279433"/>
              <a:chExt cx="551882" cy="558237"/>
            </a:xfrm>
          </p:grpSpPr>
          <p:sp>
            <p:nvSpPr>
              <p:cNvPr id="33" name="Ellipse 32">
                <a:extLst>
                  <a:ext uri="{FF2B5EF4-FFF2-40B4-BE49-F238E27FC236}">
                    <a16:creationId xmlns:a16="http://schemas.microsoft.com/office/drawing/2014/main" id="{0FC013F7-3A10-4582-89FD-8B594AA6CD60}"/>
                  </a:ext>
                </a:extLst>
              </p:cNvPr>
              <p:cNvSpPr/>
              <p:nvPr/>
            </p:nvSpPr>
            <p:spPr>
              <a:xfrm>
                <a:off x="2961413" y="1297670"/>
                <a:ext cx="540000" cy="540000"/>
              </a:xfrm>
              <a:prstGeom prst="ellipse">
                <a:avLst/>
              </a:prstGeom>
              <a:blipFill>
                <a:blip r:embed="rId3"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dirty="0">
                  <a:solidFill>
                    <a:prstClr val="white"/>
                  </a:solidFill>
                  <a:latin typeface="Sparkasse Rg"/>
                </a:endParaRPr>
              </a:p>
            </p:txBody>
          </p:sp>
          <p:sp>
            <p:nvSpPr>
              <p:cNvPr id="34" name="Ellipse 33">
                <a:extLst>
                  <a:ext uri="{FF2B5EF4-FFF2-40B4-BE49-F238E27FC236}">
                    <a16:creationId xmlns:a16="http://schemas.microsoft.com/office/drawing/2014/main" id="{0205A03F-6004-497B-AC30-339C46274DC9}"/>
                  </a:ext>
                </a:extLst>
              </p:cNvPr>
              <p:cNvSpPr>
                <a:spLocks noChangeAspect="1"/>
              </p:cNvSpPr>
              <p:nvPr/>
            </p:nvSpPr>
            <p:spPr>
              <a:xfrm>
                <a:off x="3333295" y="1279433"/>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2</a:t>
                </a:r>
              </a:p>
            </p:txBody>
          </p:sp>
        </p:grpSp>
        <p:grpSp>
          <p:nvGrpSpPr>
            <p:cNvPr id="30" name="Gruppieren 29">
              <a:extLst>
                <a:ext uri="{FF2B5EF4-FFF2-40B4-BE49-F238E27FC236}">
                  <a16:creationId xmlns:a16="http://schemas.microsoft.com/office/drawing/2014/main" id="{3B33B82C-8E53-4A7E-B7BC-F744D66292DE}"/>
                </a:ext>
              </a:extLst>
            </p:cNvPr>
            <p:cNvGrpSpPr/>
            <p:nvPr/>
          </p:nvGrpSpPr>
          <p:grpSpPr>
            <a:xfrm>
              <a:off x="10771320" y="866134"/>
              <a:ext cx="575012" cy="546890"/>
              <a:chOff x="4349791" y="1291738"/>
              <a:chExt cx="575012" cy="546890"/>
            </a:xfrm>
          </p:grpSpPr>
          <p:sp>
            <p:nvSpPr>
              <p:cNvPr id="31" name="Ellipse 30">
                <a:extLst>
                  <a:ext uri="{FF2B5EF4-FFF2-40B4-BE49-F238E27FC236}">
                    <a16:creationId xmlns:a16="http://schemas.microsoft.com/office/drawing/2014/main" id="{3AB670E8-1BAE-4BA8-BF19-BE45A31E35E5}"/>
                  </a:ext>
                </a:extLst>
              </p:cNvPr>
              <p:cNvSpPr/>
              <p:nvPr/>
            </p:nvSpPr>
            <p:spPr>
              <a:xfrm>
                <a:off x="4349791" y="1298628"/>
                <a:ext cx="540000" cy="540000"/>
              </a:xfrm>
              <a:prstGeom prst="ellipse">
                <a:avLst/>
              </a:prstGeom>
              <a:blipFill>
                <a:blip r:embed="rId4"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32" name="Ellipse 31">
                <a:extLst>
                  <a:ext uri="{FF2B5EF4-FFF2-40B4-BE49-F238E27FC236}">
                    <a16:creationId xmlns:a16="http://schemas.microsoft.com/office/drawing/2014/main" id="{48E57A18-EF7A-437C-958E-82CA5E8BC5BE}"/>
                  </a:ext>
                </a:extLst>
              </p:cNvPr>
              <p:cNvSpPr>
                <a:spLocks noChangeAspect="1"/>
              </p:cNvSpPr>
              <p:nvPr/>
            </p:nvSpPr>
            <p:spPr>
              <a:xfrm>
                <a:off x="4744803" y="1291738"/>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3</a:t>
                </a:r>
              </a:p>
            </p:txBody>
          </p:sp>
        </p:grpSp>
      </p:grpSp>
      <p:grpSp>
        <p:nvGrpSpPr>
          <p:cNvPr id="2" name="Gruppieren 1">
            <a:extLst>
              <a:ext uri="{FF2B5EF4-FFF2-40B4-BE49-F238E27FC236}">
                <a16:creationId xmlns:a16="http://schemas.microsoft.com/office/drawing/2014/main" id="{E9039A6B-FCC1-36FD-13D8-900DF8894B43}"/>
              </a:ext>
            </a:extLst>
          </p:cNvPr>
          <p:cNvGrpSpPr/>
          <p:nvPr/>
        </p:nvGrpSpPr>
        <p:grpSpPr>
          <a:xfrm>
            <a:off x="10866783" y="880660"/>
            <a:ext cx="1160816" cy="368511"/>
            <a:chOff x="9649345" y="1166972"/>
            <a:chExt cx="1852726" cy="588163"/>
          </a:xfrm>
        </p:grpSpPr>
        <p:grpSp>
          <p:nvGrpSpPr>
            <p:cNvPr id="3" name="Gruppieren 2">
              <a:extLst>
                <a:ext uri="{FF2B5EF4-FFF2-40B4-BE49-F238E27FC236}">
                  <a16:creationId xmlns:a16="http://schemas.microsoft.com/office/drawing/2014/main" id="{354A9E7D-401B-1ABC-8337-878AD07827A7}"/>
                </a:ext>
              </a:extLst>
            </p:cNvPr>
            <p:cNvGrpSpPr/>
            <p:nvPr/>
          </p:nvGrpSpPr>
          <p:grpSpPr>
            <a:xfrm>
              <a:off x="9649345" y="1166972"/>
              <a:ext cx="556778" cy="571828"/>
              <a:chOff x="1318820" y="4088740"/>
              <a:chExt cx="556778" cy="571828"/>
            </a:xfrm>
          </p:grpSpPr>
          <p:sp>
            <p:nvSpPr>
              <p:cNvPr id="17" name="Ellipse 16">
                <a:hlinkClick r:id="" action="ppaction://noaction"/>
                <a:extLst>
                  <a:ext uri="{FF2B5EF4-FFF2-40B4-BE49-F238E27FC236}">
                    <a16:creationId xmlns:a16="http://schemas.microsoft.com/office/drawing/2014/main" id="{998085BE-0ED5-A3D3-8419-5E1DDD3D927F}"/>
                  </a:ext>
                </a:extLst>
              </p:cNvPr>
              <p:cNvSpPr/>
              <p:nvPr/>
            </p:nvSpPr>
            <p:spPr>
              <a:xfrm>
                <a:off x="1318820" y="4120568"/>
                <a:ext cx="540000" cy="540000"/>
              </a:xfrm>
              <a:prstGeom prst="ellipse">
                <a:avLst/>
              </a:prstGeom>
              <a:blipFill>
                <a:blip r:embed="rId5"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18" name="Ellipse 17">
                <a:hlinkClick r:id="" action="ppaction://noaction"/>
                <a:extLst>
                  <a:ext uri="{FF2B5EF4-FFF2-40B4-BE49-F238E27FC236}">
                    <a16:creationId xmlns:a16="http://schemas.microsoft.com/office/drawing/2014/main" id="{2C470A43-B49C-3A4E-88E8-69222B28B992}"/>
                  </a:ext>
                </a:extLst>
              </p:cNvPr>
              <p:cNvSpPr>
                <a:spLocks noChangeAspect="1"/>
              </p:cNvSpPr>
              <p:nvPr/>
            </p:nvSpPr>
            <p:spPr>
              <a:xfrm>
                <a:off x="1695598" y="4088740"/>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7</a:t>
                </a:r>
              </a:p>
            </p:txBody>
          </p:sp>
        </p:grpSp>
        <p:grpSp>
          <p:nvGrpSpPr>
            <p:cNvPr id="4" name="Gruppieren 3">
              <a:extLst>
                <a:ext uri="{FF2B5EF4-FFF2-40B4-BE49-F238E27FC236}">
                  <a16:creationId xmlns:a16="http://schemas.microsoft.com/office/drawing/2014/main" id="{A8BD3EB6-646A-D4F8-EF84-BF3DCB56ACA1}"/>
                </a:ext>
              </a:extLst>
            </p:cNvPr>
            <p:cNvGrpSpPr/>
            <p:nvPr/>
          </p:nvGrpSpPr>
          <p:grpSpPr>
            <a:xfrm>
              <a:off x="10309727" y="1182886"/>
              <a:ext cx="546348" cy="571828"/>
              <a:chOff x="2961413" y="4088740"/>
              <a:chExt cx="546348" cy="571828"/>
            </a:xfrm>
          </p:grpSpPr>
          <p:sp>
            <p:nvSpPr>
              <p:cNvPr id="14" name="Ellipse 13">
                <a:hlinkClick r:id="" action="ppaction://noaction"/>
                <a:extLst>
                  <a:ext uri="{FF2B5EF4-FFF2-40B4-BE49-F238E27FC236}">
                    <a16:creationId xmlns:a16="http://schemas.microsoft.com/office/drawing/2014/main" id="{17566D1D-D187-BD5B-70BC-96410E8CC9DD}"/>
                  </a:ext>
                </a:extLst>
              </p:cNvPr>
              <p:cNvSpPr/>
              <p:nvPr/>
            </p:nvSpPr>
            <p:spPr>
              <a:xfrm>
                <a:off x="2961413" y="4120568"/>
                <a:ext cx="540000" cy="540000"/>
              </a:xfrm>
              <a:prstGeom prst="ellipse">
                <a:avLst/>
              </a:prstGeom>
              <a:blipFill>
                <a:blip r:embed="rId6" cstate="print">
                  <a:extLst>
                    <a:ext uri="{28A0092B-C50C-407E-A947-70E740481C1C}">
                      <a14:useLocalDpi xmlns:a14="http://schemas.microsoft.com/office/drawing/2010/main"/>
                    </a:ext>
                  </a:extLst>
                </a:blip>
                <a:srcRect/>
                <a:stretch>
                  <a:fillRect b="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16" name="Ellipse 15">
                <a:hlinkClick r:id="" action="ppaction://noaction"/>
                <a:extLst>
                  <a:ext uri="{FF2B5EF4-FFF2-40B4-BE49-F238E27FC236}">
                    <a16:creationId xmlns:a16="http://schemas.microsoft.com/office/drawing/2014/main" id="{F0D36BB3-CAEF-BF9D-A653-1A08CDC9ECBB}"/>
                  </a:ext>
                </a:extLst>
              </p:cNvPr>
              <p:cNvSpPr>
                <a:spLocks noChangeAspect="1"/>
              </p:cNvSpPr>
              <p:nvPr/>
            </p:nvSpPr>
            <p:spPr>
              <a:xfrm>
                <a:off x="3327761" y="4088740"/>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8</a:t>
                </a:r>
              </a:p>
            </p:txBody>
          </p:sp>
        </p:grpSp>
        <p:grpSp>
          <p:nvGrpSpPr>
            <p:cNvPr id="5" name="Gruppieren 4">
              <a:extLst>
                <a:ext uri="{FF2B5EF4-FFF2-40B4-BE49-F238E27FC236}">
                  <a16:creationId xmlns:a16="http://schemas.microsoft.com/office/drawing/2014/main" id="{8C984606-2AA8-6BB6-6F82-2B4499AE8CEA}"/>
                </a:ext>
              </a:extLst>
            </p:cNvPr>
            <p:cNvGrpSpPr/>
            <p:nvPr/>
          </p:nvGrpSpPr>
          <p:grpSpPr>
            <a:xfrm>
              <a:off x="10930079" y="1182464"/>
              <a:ext cx="571992" cy="572671"/>
              <a:chOff x="4352811" y="4083669"/>
              <a:chExt cx="571992" cy="572671"/>
            </a:xfrm>
          </p:grpSpPr>
          <p:sp>
            <p:nvSpPr>
              <p:cNvPr id="7" name="Ellipse 6">
                <a:hlinkClick r:id="" action="ppaction://noaction"/>
                <a:extLst>
                  <a:ext uri="{FF2B5EF4-FFF2-40B4-BE49-F238E27FC236}">
                    <a16:creationId xmlns:a16="http://schemas.microsoft.com/office/drawing/2014/main" id="{3ACD0472-8735-114E-1570-E8D7158BC9EA}"/>
                  </a:ext>
                </a:extLst>
              </p:cNvPr>
              <p:cNvSpPr/>
              <p:nvPr/>
            </p:nvSpPr>
            <p:spPr>
              <a:xfrm>
                <a:off x="4352811" y="4116340"/>
                <a:ext cx="540000" cy="540000"/>
              </a:xfrm>
              <a:prstGeom prst="ellipse">
                <a:avLst/>
              </a:prstGeom>
              <a:blipFill>
                <a:blip r:embed="rId7"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12" name="Ellipse 11">
                <a:hlinkClick r:id="" action="ppaction://noaction"/>
                <a:extLst>
                  <a:ext uri="{FF2B5EF4-FFF2-40B4-BE49-F238E27FC236}">
                    <a16:creationId xmlns:a16="http://schemas.microsoft.com/office/drawing/2014/main" id="{020A3DA7-DE23-43F5-032A-EF254F666146}"/>
                  </a:ext>
                </a:extLst>
              </p:cNvPr>
              <p:cNvSpPr>
                <a:spLocks noChangeAspect="1"/>
              </p:cNvSpPr>
              <p:nvPr/>
            </p:nvSpPr>
            <p:spPr>
              <a:xfrm>
                <a:off x="4744803" y="4083669"/>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9</a:t>
                </a:r>
              </a:p>
            </p:txBody>
          </p:sp>
        </p:grpSp>
      </p:grpSp>
      <p:grpSp>
        <p:nvGrpSpPr>
          <p:cNvPr id="19" name="Gruppieren 18">
            <a:extLst>
              <a:ext uri="{FF2B5EF4-FFF2-40B4-BE49-F238E27FC236}">
                <a16:creationId xmlns:a16="http://schemas.microsoft.com/office/drawing/2014/main" id="{DDE7DC0B-389F-860C-F15F-3E3E840FC9B5}"/>
              </a:ext>
            </a:extLst>
          </p:cNvPr>
          <p:cNvGrpSpPr/>
          <p:nvPr/>
        </p:nvGrpSpPr>
        <p:grpSpPr>
          <a:xfrm>
            <a:off x="10866783" y="492151"/>
            <a:ext cx="1165987" cy="357445"/>
            <a:chOff x="9592514" y="845140"/>
            <a:chExt cx="1851790" cy="567685"/>
          </a:xfrm>
        </p:grpSpPr>
        <p:grpSp>
          <p:nvGrpSpPr>
            <p:cNvPr id="20" name="Gruppieren 19">
              <a:extLst>
                <a:ext uri="{FF2B5EF4-FFF2-40B4-BE49-F238E27FC236}">
                  <a16:creationId xmlns:a16="http://schemas.microsoft.com/office/drawing/2014/main" id="{97045299-0732-AEC3-F45E-6BCFFCA62544}"/>
                </a:ext>
              </a:extLst>
            </p:cNvPr>
            <p:cNvGrpSpPr/>
            <p:nvPr/>
          </p:nvGrpSpPr>
          <p:grpSpPr>
            <a:xfrm>
              <a:off x="9592514" y="845140"/>
              <a:ext cx="556778" cy="567685"/>
              <a:chOff x="1318820" y="2697151"/>
              <a:chExt cx="556778" cy="567685"/>
            </a:xfrm>
          </p:grpSpPr>
          <p:sp>
            <p:nvSpPr>
              <p:cNvPr id="37" name="Ellipse 36">
                <a:extLst>
                  <a:ext uri="{FF2B5EF4-FFF2-40B4-BE49-F238E27FC236}">
                    <a16:creationId xmlns:a16="http://schemas.microsoft.com/office/drawing/2014/main" id="{A05CDFF7-B5D0-EF63-EDE1-246D43E6F881}"/>
                  </a:ext>
                </a:extLst>
              </p:cNvPr>
              <p:cNvSpPr/>
              <p:nvPr/>
            </p:nvSpPr>
            <p:spPr>
              <a:xfrm>
                <a:off x="1318820" y="2724836"/>
                <a:ext cx="540000" cy="540000"/>
              </a:xfrm>
              <a:prstGeom prst="ellipse">
                <a:avLst/>
              </a:prstGeom>
              <a:blipFill>
                <a:blip r:embed="rId8"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38" name="Ellipse 37">
                <a:hlinkClick r:id="" action="ppaction://noaction"/>
                <a:extLst>
                  <a:ext uri="{FF2B5EF4-FFF2-40B4-BE49-F238E27FC236}">
                    <a16:creationId xmlns:a16="http://schemas.microsoft.com/office/drawing/2014/main" id="{0605FB74-C943-81EF-7D90-64736C154D5F}"/>
                  </a:ext>
                </a:extLst>
              </p:cNvPr>
              <p:cNvSpPr>
                <a:spLocks noChangeAspect="1"/>
              </p:cNvSpPr>
              <p:nvPr/>
            </p:nvSpPr>
            <p:spPr>
              <a:xfrm>
                <a:off x="1695598" y="2697151"/>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dirty="0">
                    <a:solidFill>
                      <a:srgbClr val="FF0000"/>
                    </a:solidFill>
                    <a:latin typeface="Sparkasse Head"/>
                  </a:rPr>
                  <a:t>4</a:t>
                </a:r>
              </a:p>
            </p:txBody>
          </p:sp>
        </p:grpSp>
        <p:grpSp>
          <p:nvGrpSpPr>
            <p:cNvPr id="21" name="Gruppieren 20">
              <a:extLst>
                <a:ext uri="{FF2B5EF4-FFF2-40B4-BE49-F238E27FC236}">
                  <a16:creationId xmlns:a16="http://schemas.microsoft.com/office/drawing/2014/main" id="{4EF6EF1A-A5E6-5218-41EA-419C1CB08242}"/>
                </a:ext>
              </a:extLst>
            </p:cNvPr>
            <p:cNvGrpSpPr/>
            <p:nvPr/>
          </p:nvGrpSpPr>
          <p:grpSpPr>
            <a:xfrm>
              <a:off x="10239292" y="849097"/>
              <a:ext cx="540000" cy="563728"/>
              <a:chOff x="2961413" y="2697151"/>
              <a:chExt cx="551882" cy="589637"/>
            </a:xfrm>
          </p:grpSpPr>
          <p:sp>
            <p:nvSpPr>
              <p:cNvPr id="25" name="Ellipse 24">
                <a:extLst>
                  <a:ext uri="{FF2B5EF4-FFF2-40B4-BE49-F238E27FC236}">
                    <a16:creationId xmlns:a16="http://schemas.microsoft.com/office/drawing/2014/main" id="{F430BD1F-F02D-BD46-284D-4D4787FDE04F}"/>
                  </a:ext>
                </a:extLst>
              </p:cNvPr>
              <p:cNvSpPr/>
              <p:nvPr/>
            </p:nvSpPr>
            <p:spPr>
              <a:xfrm>
                <a:off x="2961413" y="2721970"/>
                <a:ext cx="551882" cy="564818"/>
              </a:xfrm>
              <a:prstGeom prst="ellipse">
                <a:avLst/>
              </a:prstGeom>
              <a:blipFill>
                <a:blip r:embed="rId9"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sz="1600">
                  <a:solidFill>
                    <a:prstClr val="white"/>
                  </a:solidFill>
                  <a:latin typeface="Sparkasse Rg"/>
                </a:endParaRPr>
              </a:p>
            </p:txBody>
          </p:sp>
          <p:sp>
            <p:nvSpPr>
              <p:cNvPr id="26" name="Ellipse 25">
                <a:hlinkClick r:id="" action="ppaction://noaction"/>
                <a:extLst>
                  <a:ext uri="{FF2B5EF4-FFF2-40B4-BE49-F238E27FC236}">
                    <a16:creationId xmlns:a16="http://schemas.microsoft.com/office/drawing/2014/main" id="{3583A5DB-B870-DA0F-4FAB-FDD146FA500F}"/>
                  </a:ext>
                </a:extLst>
              </p:cNvPr>
              <p:cNvSpPr>
                <a:spLocks noChangeAspect="1"/>
              </p:cNvSpPr>
              <p:nvPr/>
            </p:nvSpPr>
            <p:spPr>
              <a:xfrm>
                <a:off x="3333295" y="2697151"/>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dirty="0">
                    <a:solidFill>
                      <a:srgbClr val="FF0000"/>
                    </a:solidFill>
                    <a:latin typeface="Sparkasse Head"/>
                  </a:rPr>
                  <a:t>5</a:t>
                </a:r>
              </a:p>
            </p:txBody>
          </p:sp>
        </p:grpSp>
        <p:grpSp>
          <p:nvGrpSpPr>
            <p:cNvPr id="22" name="Gruppieren 21">
              <a:extLst>
                <a:ext uri="{FF2B5EF4-FFF2-40B4-BE49-F238E27FC236}">
                  <a16:creationId xmlns:a16="http://schemas.microsoft.com/office/drawing/2014/main" id="{4F692ADC-7C64-46AA-CC0B-517C5611F0D9}"/>
                </a:ext>
              </a:extLst>
            </p:cNvPr>
            <p:cNvGrpSpPr/>
            <p:nvPr/>
          </p:nvGrpSpPr>
          <p:grpSpPr>
            <a:xfrm>
              <a:off x="10869292" y="850501"/>
              <a:ext cx="575012" cy="562324"/>
              <a:chOff x="4349791" y="2697151"/>
              <a:chExt cx="575012" cy="562324"/>
            </a:xfrm>
          </p:grpSpPr>
          <p:sp>
            <p:nvSpPr>
              <p:cNvPr id="23" name="Ellipse 22">
                <a:hlinkClick r:id="" action="ppaction://noaction"/>
                <a:extLst>
                  <a:ext uri="{FF2B5EF4-FFF2-40B4-BE49-F238E27FC236}">
                    <a16:creationId xmlns:a16="http://schemas.microsoft.com/office/drawing/2014/main" id="{AD4B73D1-420E-2BFB-3AD7-717135E3034B}"/>
                  </a:ext>
                </a:extLst>
              </p:cNvPr>
              <p:cNvSpPr/>
              <p:nvPr/>
            </p:nvSpPr>
            <p:spPr>
              <a:xfrm>
                <a:off x="4349791" y="2719475"/>
                <a:ext cx="540000" cy="540000"/>
              </a:xfrm>
              <a:prstGeom prst="ellipse">
                <a:avLst/>
              </a:prstGeom>
              <a:blipFill>
                <a:blip r:embed="rId10" cstate="print">
                  <a:extLst>
                    <a:ext uri="{BEBA8EAE-BF5A-486C-A8C5-ECC9F3942E4B}">
                      <a14:imgProps xmlns:a14="http://schemas.microsoft.com/office/drawing/2010/main">
                        <a14:imgLayer r:embed="rId11">
                          <a14:imgEffect>
                            <a14:brightnessContrast bright="-1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de-DE">
                  <a:solidFill>
                    <a:prstClr val="white"/>
                  </a:solidFill>
                  <a:latin typeface="Sparkasse Rg"/>
                </a:endParaRPr>
              </a:p>
            </p:txBody>
          </p:sp>
          <p:sp>
            <p:nvSpPr>
              <p:cNvPr id="24" name="Ellipse 23">
                <a:hlinkClick r:id="" action="ppaction://noaction"/>
                <a:extLst>
                  <a:ext uri="{FF2B5EF4-FFF2-40B4-BE49-F238E27FC236}">
                    <a16:creationId xmlns:a16="http://schemas.microsoft.com/office/drawing/2014/main" id="{1C70D8EC-3131-74FF-5487-7238C60B1EE1}"/>
                  </a:ext>
                </a:extLst>
              </p:cNvPr>
              <p:cNvSpPr>
                <a:spLocks noChangeAspect="1"/>
              </p:cNvSpPr>
              <p:nvPr/>
            </p:nvSpPr>
            <p:spPr>
              <a:xfrm>
                <a:off x="4744803" y="2697151"/>
                <a:ext cx="180000" cy="180000"/>
              </a:xfrm>
              <a:prstGeom prst="ellipse">
                <a:avLst/>
              </a:prstGeom>
              <a:solidFill>
                <a:schemeClr val="bg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r>
                  <a:rPr lang="de-DE" sz="1100">
                    <a:solidFill>
                      <a:srgbClr val="FF0000"/>
                    </a:solidFill>
                    <a:latin typeface="Sparkasse Head"/>
                  </a:rPr>
                  <a:t>6</a:t>
                </a:r>
              </a:p>
            </p:txBody>
          </p:sp>
        </p:grpSp>
      </p:grpSp>
      <p:graphicFrame>
        <p:nvGraphicFramePr>
          <p:cNvPr id="39" name="Tabelle 38">
            <a:extLst>
              <a:ext uri="{FF2B5EF4-FFF2-40B4-BE49-F238E27FC236}">
                <a16:creationId xmlns:a16="http://schemas.microsoft.com/office/drawing/2014/main" id="{3EE93FDD-5A11-722E-0229-DED61783D051}"/>
              </a:ext>
            </a:extLst>
          </p:cNvPr>
          <p:cNvGraphicFramePr>
            <a:graphicFrameLocks noGrp="1"/>
          </p:cNvGraphicFramePr>
          <p:nvPr/>
        </p:nvGraphicFramePr>
        <p:xfrm>
          <a:off x="850800" y="1295935"/>
          <a:ext cx="10775143" cy="3895664"/>
        </p:xfrm>
        <a:graphic>
          <a:graphicData uri="http://schemas.openxmlformats.org/drawingml/2006/table">
            <a:tbl>
              <a:tblPr firstRow="1" bandRow="1">
                <a:tableStyleId>{5940675A-B579-460E-94D1-54222C63F5DA}</a:tableStyleId>
              </a:tblPr>
              <a:tblGrid>
                <a:gridCol w="414091">
                  <a:extLst>
                    <a:ext uri="{9D8B030D-6E8A-4147-A177-3AD203B41FA5}">
                      <a16:colId xmlns:a16="http://schemas.microsoft.com/office/drawing/2014/main" val="1113191905"/>
                    </a:ext>
                  </a:extLst>
                </a:gridCol>
                <a:gridCol w="1939820">
                  <a:extLst>
                    <a:ext uri="{9D8B030D-6E8A-4147-A177-3AD203B41FA5}">
                      <a16:colId xmlns:a16="http://schemas.microsoft.com/office/drawing/2014/main" val="1860076673"/>
                    </a:ext>
                  </a:extLst>
                </a:gridCol>
                <a:gridCol w="3811909">
                  <a:extLst>
                    <a:ext uri="{9D8B030D-6E8A-4147-A177-3AD203B41FA5}">
                      <a16:colId xmlns:a16="http://schemas.microsoft.com/office/drawing/2014/main" val="768707510"/>
                    </a:ext>
                  </a:extLst>
                </a:gridCol>
                <a:gridCol w="895739">
                  <a:extLst>
                    <a:ext uri="{9D8B030D-6E8A-4147-A177-3AD203B41FA5}">
                      <a16:colId xmlns:a16="http://schemas.microsoft.com/office/drawing/2014/main" val="3401095520"/>
                    </a:ext>
                  </a:extLst>
                </a:gridCol>
                <a:gridCol w="1688841">
                  <a:extLst>
                    <a:ext uri="{9D8B030D-6E8A-4147-A177-3AD203B41FA5}">
                      <a16:colId xmlns:a16="http://schemas.microsoft.com/office/drawing/2014/main" val="3712923661"/>
                    </a:ext>
                  </a:extLst>
                </a:gridCol>
                <a:gridCol w="2024743">
                  <a:extLst>
                    <a:ext uri="{9D8B030D-6E8A-4147-A177-3AD203B41FA5}">
                      <a16:colId xmlns:a16="http://schemas.microsoft.com/office/drawing/2014/main" val="3313604331"/>
                    </a:ext>
                  </a:extLst>
                </a:gridCol>
              </a:tblGrid>
              <a:tr h="2358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1" dirty="0">
                        <a:solidFill>
                          <a:schemeClr val="bg1"/>
                        </a:solidFill>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0" b="1" dirty="0">
                          <a:solidFill>
                            <a:schemeClr val="bg1"/>
                          </a:solidFill>
                        </a:rPr>
                        <a:t>Projektname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lvl="1" indent="0">
                        <a:spcBef>
                          <a:spcPts val="0"/>
                        </a:spcBef>
                        <a:buFont typeface="Wingdings" panose="05000000000000000000" pitchFamily="2" charset="2"/>
                        <a:buNone/>
                      </a:pPr>
                      <a:r>
                        <a:rPr lang="de-DE" sz="800" b="1" dirty="0">
                          <a:solidFill>
                            <a:schemeClr val="bg1"/>
                          </a:solidFill>
                        </a:rPr>
                        <a:t>Rolloutobjekte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ctr"/>
                      <a:r>
                        <a:rPr lang="de-DE" sz="800" b="1" i="0" u="none" strike="noStrike" dirty="0">
                          <a:solidFill>
                            <a:srgbClr val="FFFFFF"/>
                          </a:solidFill>
                          <a:effectLst/>
                          <a:latin typeface="+mn-lt"/>
                        </a:rPr>
                        <a:t>Rollout-Klasse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ctr"/>
                      <a:r>
                        <a:rPr lang="de-DE" sz="800" b="1" i="0" u="none" strike="noStrike" dirty="0">
                          <a:solidFill>
                            <a:srgbClr val="FFFFFF"/>
                          </a:solidFill>
                          <a:effectLst/>
                          <a:latin typeface="+mn-lt"/>
                        </a:rPr>
                        <a:t>Rollout-Beginn</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ctr"/>
                      <a:r>
                        <a:rPr lang="de-DE" sz="800" b="1" i="0" u="none" strike="noStrike" dirty="0">
                          <a:solidFill>
                            <a:srgbClr val="FFFFFF"/>
                          </a:solidFill>
                          <a:effectLst/>
                          <a:latin typeface="+mn-lt"/>
                        </a:rPr>
                        <a:t>Rollout-Ende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3759844696"/>
                  </a:ext>
                </a:extLst>
              </a:tr>
              <a:tr h="0">
                <a:tc rowSpan="10">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b="0" i="0" kern="1200" dirty="0">
                          <a:solidFill>
                            <a:schemeClr val="bg1"/>
                          </a:solidFill>
                          <a:effectLst/>
                          <a:latin typeface="+mn-lt"/>
                          <a:ea typeface="+mn-ea"/>
                          <a:cs typeface="+mn-cs"/>
                        </a:rPr>
                        <a:t>4. Personal</a:t>
                      </a: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rowSpan="10">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Interne Verankerung und Aktivierung der Arbeitgeberpositionierung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dirty="0">
                          <a:solidFill>
                            <a:schemeClr val="tx1"/>
                          </a:solidFill>
                          <a:latin typeface="+mn-lt"/>
                          <a:ea typeface="+mn-ea"/>
                          <a:cs typeface="+mn-cs"/>
                        </a:rPr>
                        <a:t>Strategiekonzept (</a:t>
                      </a:r>
                      <a:r>
                        <a:rPr lang="de-DE" sz="900" kern="1200" dirty="0" err="1">
                          <a:solidFill>
                            <a:schemeClr val="tx1"/>
                          </a:solidFill>
                          <a:latin typeface="+mn-lt"/>
                          <a:ea typeface="+mn-ea"/>
                          <a:cs typeface="+mn-cs"/>
                        </a:rPr>
                        <a:t>Roadmaperstellung</a:t>
                      </a:r>
                      <a:r>
                        <a:rPr lang="de-DE" sz="900" kern="1200" dirty="0">
                          <a:solidFill>
                            <a:schemeClr val="tx1"/>
                          </a:solidFill>
                          <a:latin typeface="+mn-lt"/>
                          <a:ea typeface="+mn-ea"/>
                          <a:cs typeface="+mn-cs"/>
                        </a:rPr>
                        <a:t>, Ressourcenplanung </a:t>
                      </a:r>
                      <a:r>
                        <a:rPr lang="de-DE" sz="900" kern="1200" dirty="0" err="1">
                          <a:solidFill>
                            <a:schemeClr val="tx1"/>
                          </a:solidFill>
                          <a:latin typeface="+mn-lt"/>
                          <a:ea typeface="+mn-ea"/>
                          <a:cs typeface="+mn-cs"/>
                        </a:rPr>
                        <a:t>etc</a:t>
                      </a:r>
                      <a:r>
                        <a:rPr lang="de-DE" sz="900" kern="1200" dirty="0">
                          <a:solidFill>
                            <a:schemeClr val="tx1"/>
                          </a:solidFill>
                          <a:latin typeface="+mn-lt"/>
                          <a:ea typeface="+mn-ea"/>
                          <a:cs typeface="+mn-cs"/>
                        </a:rPr>
                        <a:t>)</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Sep.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27905666"/>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a:solidFill>
                            <a:schemeClr val="tx1"/>
                          </a:solidFill>
                          <a:latin typeface="+mn-lt"/>
                          <a:ea typeface="+mn-ea"/>
                          <a:cs typeface="+mn-cs"/>
                        </a:rPr>
                        <a:t>Konzept: Werte-Workshops für Mitarbeitende</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Mai.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9229428"/>
                  </a:ext>
                </a:extLst>
              </a:tr>
              <a:tr h="13449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a:solidFill>
                            <a:schemeClr val="tx1"/>
                          </a:solidFill>
                          <a:latin typeface="+mn-lt"/>
                          <a:ea typeface="+mn-ea"/>
                          <a:cs typeface="+mn-cs"/>
                        </a:rPr>
                        <a:t>Konzept zur werteorientierten Führung</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a:solidFill>
                            <a:schemeClr val="tx1"/>
                          </a:solidFill>
                          <a:latin typeface="+mn-lt"/>
                          <a:ea typeface="+mn-ea"/>
                          <a:cs typeface="+mn-cs"/>
                        </a:rPr>
                        <a:t>Mai.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99294278"/>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dirty="0">
                          <a:solidFill>
                            <a:schemeClr val="tx1"/>
                          </a:solidFill>
                          <a:latin typeface="+mn-lt"/>
                          <a:ea typeface="+mn-ea"/>
                          <a:cs typeface="+mn-cs"/>
                        </a:rPr>
                        <a:t>Werte-Workbook mit "Werte-Experimenten"</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a:solidFill>
                            <a:schemeClr val="tx1"/>
                          </a:solidFill>
                          <a:latin typeface="+mn-lt"/>
                          <a:ea typeface="+mn-ea"/>
                          <a:cs typeface="+mn-cs"/>
                        </a:rPr>
                        <a:t>Mai.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78987587"/>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en-US" sz="900" kern="1200">
                          <a:solidFill>
                            <a:schemeClr val="tx1"/>
                          </a:solidFill>
                          <a:latin typeface="+mn-lt"/>
                          <a:ea typeface="+mn-ea"/>
                          <a:cs typeface="+mn-cs"/>
                        </a:rPr>
                        <a:t>S-VOICES Angebote (Qualiprogramm, Community, Events)</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a:solidFill>
                            <a:schemeClr val="tx1"/>
                          </a:solidFill>
                          <a:latin typeface="+mn-lt"/>
                          <a:ea typeface="+mn-ea"/>
                          <a:cs typeface="+mn-cs"/>
                        </a:rPr>
                        <a:t>Dez. 25</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8113063"/>
                  </a:ext>
                </a:extLst>
              </a:tr>
              <a:tr h="408495">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a:solidFill>
                            <a:schemeClr val="tx1"/>
                          </a:solidFill>
                          <a:latin typeface="+mn-lt"/>
                          <a:ea typeface="+mn-ea"/>
                          <a:cs typeface="+mn-cs"/>
                        </a:rPr>
                        <a:t>Maßnahmen zur Implementierung der Werte in die Personalarbeit (Employee Journey)</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a:solidFill>
                            <a:schemeClr val="tx1"/>
                          </a:solidFill>
                          <a:latin typeface="+mn-lt"/>
                          <a:ea typeface="+mn-ea"/>
                          <a:cs typeface="+mn-cs"/>
                        </a:rPr>
                        <a:t>Mai.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67334238"/>
                  </a:ext>
                </a:extLst>
              </a:tr>
              <a:tr h="229241">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dirty="0">
                          <a:solidFill>
                            <a:schemeClr val="tx1"/>
                          </a:solidFill>
                          <a:latin typeface="+mn-lt"/>
                          <a:ea typeface="+mn-ea"/>
                          <a:cs typeface="+mn-cs"/>
                        </a:rPr>
                        <a:t>Konzept zur ganzheitlichen Wertekulturentwicklung im Institut</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Mai.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11809922"/>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a:solidFill>
                            <a:schemeClr val="tx1"/>
                          </a:solidFill>
                          <a:latin typeface="+mn-lt"/>
                          <a:ea typeface="+mn-ea"/>
                          <a:cs typeface="+mn-cs"/>
                        </a:rPr>
                        <a:t>KI-gestützter Werteabgleich</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C</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02899418"/>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a:solidFill>
                            <a:schemeClr val="tx1"/>
                          </a:solidFill>
                          <a:latin typeface="+mn-lt"/>
                          <a:ea typeface="+mn-ea"/>
                          <a:cs typeface="+mn-cs"/>
                        </a:rPr>
                        <a:t>Maßnahmen zur Implementierung der Werte in die Personalarbeit (Candidate Journey)</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22084"/>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0" i="0" kern="1200" dirty="0">
                        <a:solidFill>
                          <a:schemeClr val="bg1"/>
                        </a:solidFill>
                        <a:effectLst/>
                        <a:latin typeface="+mn-lt"/>
                        <a:ea typeface="+mn-ea"/>
                        <a:cs typeface="+mn-cs"/>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dirty="0">
                          <a:solidFill>
                            <a:schemeClr val="tx1"/>
                          </a:solidFill>
                          <a:latin typeface="+mn-lt"/>
                          <a:ea typeface="+mn-ea"/>
                          <a:cs typeface="+mn-cs"/>
                        </a:rPr>
                        <a:t>Online-Shop bei der SEG zur Arbeitgeberpositionierung</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90227952"/>
                  </a:ext>
                </a:extLst>
              </a:tr>
              <a:tr h="336103">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b="0" i="0" kern="1200" dirty="0">
                          <a:solidFill>
                            <a:schemeClr val="bg1"/>
                          </a:solidFill>
                          <a:effectLst/>
                          <a:latin typeface="+mn-lt"/>
                          <a:ea typeface="+mn-ea"/>
                          <a:cs typeface="+mn-cs"/>
                        </a:rPr>
                        <a:t>6. Effizienz und Standardisierung</a:t>
                      </a:r>
                      <a:endParaRPr lang="de-DE" sz="800" b="1" dirty="0">
                        <a:solidFill>
                          <a:schemeClr val="bg1"/>
                        </a:solidFill>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Gewerbliches Kreditgeschäft der Zukunft (</a:t>
                      </a:r>
                      <a:r>
                        <a:rPr lang="de-DE" sz="900" dirty="0" err="1"/>
                        <a:t>GdZ</a:t>
                      </a:r>
                      <a:r>
                        <a:rPr lang="de-DE" sz="900" dirty="0"/>
                        <a:t>)</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a:spcBef>
                          <a:spcPts val="0"/>
                        </a:spcBef>
                        <a:buFont typeface="Wingdings" panose="05000000000000000000" pitchFamily="2" charset="2"/>
                        <a:buNone/>
                      </a:pPr>
                      <a:r>
                        <a:rPr lang="de-DE" sz="900" dirty="0"/>
                        <a:t>Herstellung Basis-</a:t>
                      </a:r>
                      <a:r>
                        <a:rPr lang="de-DE" sz="900" dirty="0" err="1"/>
                        <a:t>Readiness</a:t>
                      </a:r>
                      <a:r>
                        <a:rPr lang="de-DE" sz="900" dirty="0"/>
                        <a:t> Gewerbliches Kreditgeschäft der Zukunft</a:t>
                      </a:r>
                    </a:p>
                  </a:txBody>
                  <a:tcPr marL="3600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it-IT"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Aug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Jun 28</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44602252"/>
                  </a:ext>
                </a:extLst>
              </a:tr>
              <a:tr h="261381">
                <a:tc vMerge="1">
                  <a:txBody>
                    <a:bodyPr/>
                    <a:lstStyle/>
                    <a:p>
                      <a:endParaRPr lang="de-DE"/>
                    </a:p>
                  </a:txBody>
                  <a:tcPr>
                    <a:lnT w="12700" cap="flat" cmpd="sng" algn="ctr">
                      <a:solidFill>
                        <a:schemeClr val="bg1">
                          <a:lumMod val="85000"/>
                        </a:schemeClr>
                      </a:solidFill>
                      <a:prstDash val="solid"/>
                      <a:round/>
                      <a:headEnd type="none" w="med" len="med"/>
                      <a:tailEnd type="none" w="med" len="med"/>
                    </a:lnT>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ORG/IT. Einfach. Machen.</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a:spcBef>
                          <a:spcPts val="0"/>
                        </a:spcBef>
                        <a:buFont typeface="Wingdings" panose="05000000000000000000" pitchFamily="2" charset="2"/>
                        <a:buNone/>
                      </a:pPr>
                      <a:r>
                        <a:rPr lang="de-DE" sz="900" dirty="0"/>
                        <a:t>ORG/IT-Zielbild</a:t>
                      </a:r>
                    </a:p>
                  </a:txBody>
                  <a:tcPr marL="3600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it-IT"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Okt 26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ctr"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lang="de-DE" sz="800" kern="1200" dirty="0">
                          <a:solidFill>
                            <a:schemeClr val="tx1"/>
                          </a:solidFill>
                          <a:latin typeface="+mn-lt"/>
                          <a:ea typeface="+mn-ea"/>
                          <a:cs typeface="+mn-cs"/>
                        </a:rPr>
                        <a:t>Dez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8843705"/>
                  </a:ext>
                </a:extLst>
              </a:tr>
              <a:tr h="261381">
                <a:tc vMerge="1">
                  <a:txBody>
                    <a:bodyPr/>
                    <a:lstStyle/>
                    <a:p>
                      <a:endParaRPr lang="de-DE"/>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00" dirty="0"/>
                    </a:p>
                  </a:txBody>
                  <a:tcPr anchor="ctr">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a:spcBef>
                          <a:spcPts val="0"/>
                        </a:spcBef>
                        <a:buFont typeface="Wingdings" panose="05000000000000000000" pitchFamily="2" charset="2"/>
                        <a:buNone/>
                      </a:pPr>
                      <a:r>
                        <a:rPr lang="de-DE" sz="900" dirty="0"/>
                        <a:t>Zentrale Dienstleistungsangebote im IT/ORG-Umfeld</a:t>
                      </a:r>
                    </a:p>
                  </a:txBody>
                  <a:tcPr marL="36000" marR="4572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it-IT" sz="800" kern="1200" dirty="0">
                          <a:solidFill>
                            <a:schemeClr val="tx1"/>
                          </a:solidFill>
                          <a:latin typeface="+mn-lt"/>
                          <a:ea typeface="+mn-ea"/>
                          <a:cs typeface="+mn-cs"/>
                        </a:rPr>
                        <a:t>A</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Jul 25</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1" indent="0" algn="ctr"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lang="de-DE" sz="800" kern="1200" dirty="0">
                          <a:solidFill>
                            <a:schemeClr val="tx1"/>
                          </a:solidFill>
                          <a:latin typeface="+mn-lt"/>
                          <a:ea typeface="+mn-ea"/>
                          <a:cs typeface="+mn-cs"/>
                        </a:rPr>
                        <a:t>Dez 30</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8536077"/>
                  </a:ext>
                </a:extLst>
              </a:tr>
              <a:tr h="131003">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1" dirty="0">
                        <a:solidFill>
                          <a:schemeClr val="bg1"/>
                        </a:solidFill>
                      </a:endParaRPr>
                    </a:p>
                  </a:txBody>
                  <a:tcPr vert="vert27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E3E3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dirty="0"/>
                        <a:t>Sparkasse Effizient</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l" defTabSz="914400" rtl="0" eaLnBrk="1" fontAlgn="ctr" latinLnBrk="0" hangingPunct="1">
                        <a:spcBef>
                          <a:spcPts val="0"/>
                        </a:spcBef>
                        <a:buFont typeface="Wingdings" panose="05000000000000000000" pitchFamily="2" charset="2"/>
                        <a:buNone/>
                      </a:pPr>
                      <a:r>
                        <a:rPr lang="de-DE" sz="900" kern="1200" dirty="0">
                          <a:solidFill>
                            <a:schemeClr val="tx1"/>
                          </a:solidFill>
                          <a:latin typeface="+mn-lt"/>
                          <a:ea typeface="+mn-ea"/>
                          <a:cs typeface="+mn-cs"/>
                        </a:rPr>
                        <a:t>Herstellung Basis-</a:t>
                      </a:r>
                      <a:r>
                        <a:rPr lang="de-DE" sz="900" kern="1200" dirty="0" err="1">
                          <a:solidFill>
                            <a:schemeClr val="tx1"/>
                          </a:solidFill>
                          <a:latin typeface="+mn-lt"/>
                          <a:ea typeface="+mn-ea"/>
                          <a:cs typeface="+mn-cs"/>
                        </a:rPr>
                        <a:t>Readiness</a:t>
                      </a:r>
                      <a:r>
                        <a:rPr lang="de-DE" sz="900" kern="1200" dirty="0">
                          <a:solidFill>
                            <a:schemeClr val="tx1"/>
                          </a:solidFill>
                          <a:latin typeface="+mn-lt"/>
                          <a:ea typeface="+mn-ea"/>
                          <a:cs typeface="+mn-cs"/>
                        </a:rPr>
                        <a:t> für Sparkasse Effizient</a:t>
                      </a:r>
                    </a:p>
                  </a:txBody>
                  <a:tcPr marL="3600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latinLnBrk="0" hangingPunct="1">
                        <a:spcBef>
                          <a:spcPts val="0"/>
                        </a:spcBef>
                        <a:buFont typeface="Wingdings" panose="05000000000000000000" pitchFamily="2" charset="2"/>
                        <a:buNone/>
                      </a:pPr>
                      <a:r>
                        <a:rPr lang="it-IT" sz="800" kern="1200" dirty="0">
                          <a:solidFill>
                            <a:schemeClr val="tx1"/>
                          </a:solidFill>
                          <a:latin typeface="+mn-lt"/>
                          <a:ea typeface="+mn-ea"/>
                          <a:cs typeface="+mn-cs"/>
                        </a:rPr>
                        <a:t>B</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Q1 27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1" indent="0" algn="ctr" defTabSz="914400" rtl="0" eaLnBrk="1" fontAlgn="ctr" latinLnBrk="0" hangingPunct="1">
                        <a:spcBef>
                          <a:spcPts val="0"/>
                        </a:spcBef>
                        <a:buFont typeface="Wingdings" panose="05000000000000000000" pitchFamily="2" charset="2"/>
                        <a:buNone/>
                      </a:pPr>
                      <a:r>
                        <a:rPr lang="de-DE" sz="800" kern="1200" dirty="0">
                          <a:solidFill>
                            <a:schemeClr val="tx1"/>
                          </a:solidFill>
                          <a:latin typeface="+mn-lt"/>
                          <a:ea typeface="+mn-ea"/>
                          <a:cs typeface="+mn-cs"/>
                        </a:rPr>
                        <a:t>Tranche 1 bis Q2 28</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Tranche 2 bis Q4 28</a:t>
                      </a:r>
                      <a:br>
                        <a:rPr lang="de-DE" sz="800" kern="1200" dirty="0">
                          <a:solidFill>
                            <a:schemeClr val="tx1"/>
                          </a:solidFill>
                          <a:latin typeface="+mn-lt"/>
                          <a:ea typeface="+mn-ea"/>
                          <a:cs typeface="+mn-cs"/>
                        </a:rPr>
                      </a:br>
                      <a:r>
                        <a:rPr lang="de-DE" sz="800" kern="1200" dirty="0">
                          <a:solidFill>
                            <a:schemeClr val="tx1"/>
                          </a:solidFill>
                          <a:latin typeface="+mn-lt"/>
                          <a:ea typeface="+mn-ea"/>
                          <a:cs typeface="+mn-cs"/>
                        </a:rPr>
                        <a:t>Tranche 3 bis Q4 29</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75750502"/>
                  </a:ext>
                </a:extLst>
              </a:tr>
            </a:tbl>
          </a:graphicData>
        </a:graphic>
      </p:graphicFrame>
    </p:spTree>
    <p:extLst>
      <p:ext uri="{BB962C8B-B14F-4D97-AF65-F5344CB8AC3E}">
        <p14:creationId xmlns:p14="http://schemas.microsoft.com/office/powerpoint/2010/main" val="367227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parkasse Folienmaster">
  <a:themeElements>
    <a:clrScheme name="Sparkasse_colors">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44444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400" dirty="0" smtClean="0"/>
        </a:defPPr>
      </a:lstStyle>
    </a:txDef>
  </a:objectDefaults>
  <a:extraClrSchemeLst/>
  <a:custClrLst>
    <a:custClr name="Sparkassen-Hellgrau">
      <a:srgbClr val="F0F0F0"/>
    </a:custClr>
    <a:custClr name="Sparkassen-Grau 1">
      <a:srgbClr val="E9E9E9"/>
    </a:custClr>
    <a:custClr name="Sparkassen-Grau 2">
      <a:srgbClr val="E3E3E3"/>
    </a:custClr>
    <a:custClr name="Sparkassen-Grau 3">
      <a:srgbClr val="D9D9D9"/>
    </a:custClr>
    <a:custClr name="Sparkassen-Grau 4">
      <a:srgbClr val="CCCCCC"/>
    </a:custClr>
    <a:custClr name="Sparkassen-Grau 5">
      <a:srgbClr val="BBBBBB"/>
    </a:custClr>
    <a:custClr name="Sparkassen-Grau 6">
      <a:srgbClr val="999999"/>
    </a:custClr>
    <a:custClr name="Sparkassen-Dunkelgrau 1">
      <a:srgbClr val="666666"/>
    </a:custClr>
    <a:custClr name="Sparkassen-Dunkelgrau 2">
      <a:srgbClr val="444444"/>
    </a:custClr>
    <a:custClr>
      <a:srgbClr val="000000"/>
    </a:custClr>
    <a:custClr name="Sparkassen-Gelb">
      <a:srgbClr val="FFC900"/>
    </a:custClr>
    <a:custClr name="Sparkassen-Orange">
      <a:srgbClr val="FF8F00"/>
    </a:custClr>
    <a:custClr name="Sparkassen-Rot">
      <a:srgbClr val="EE0000"/>
    </a:custClr>
    <a:custClr name="Sparkassen-Violet">
      <a:srgbClr val="9B348E"/>
    </a:custClr>
    <a:custClr name="Sparkassen-Dunkelblau">
      <a:srgbClr val="2C57D2"/>
    </a:custClr>
    <a:custClr name="Sparkassen-Hellblau">
      <a:srgbClr val="00ACD3"/>
    </a:custClr>
    <a:custClr name="Sparkassen-Dunkelgrün">
      <a:srgbClr val="009864"/>
    </a:custClr>
    <a:custClr name="Sparkassen-Hellgrün">
      <a:srgbClr val="8CD000"/>
    </a:custClr>
    <a:custClr>
      <a:srgbClr val="FFFFFF"/>
    </a:custClr>
    <a:custClr>
      <a:srgbClr val="FFFFFF"/>
    </a:custClr>
    <a:custClr name="Sparkassen-Gelb hell">
      <a:srgbClr val="FFDF66"/>
    </a:custClr>
    <a:custClr name="Sparkassen-Orange hell">
      <a:srgbClr val="FFBC66"/>
    </a:custClr>
    <a:custClr>
      <a:srgbClr val="FFFFFF"/>
    </a:custClr>
    <a:custClr name="Sparkassen-Violet hell">
      <a:srgbClr val="C385BB"/>
    </a:custClr>
    <a:custClr name="Sparkassen-Dunkelblau hell">
      <a:srgbClr val="809AE4"/>
    </a:custClr>
    <a:custClr name="Sparkassen-Hellblau hell">
      <a:srgbClr val="66CDE5"/>
    </a:custClr>
    <a:custClr name="Sparkassen-Dunkelgrün hell">
      <a:srgbClr val="66C1A2"/>
    </a:custClr>
    <a:custClr name="Sparkassen-Hellgrün hell">
      <a:srgbClr val="BAE366"/>
    </a:custClr>
    <a:custClr>
      <a:srgbClr val="FFFFFF"/>
    </a:custClr>
    <a:custClr>
      <a:srgbClr val="FFFFFF"/>
    </a:custClr>
  </a:custClrLst>
  <a:extLst>
    <a:ext uri="{05A4C25C-085E-4340-85A3-A5531E510DB2}">
      <thm15:themeFamily xmlns:thm15="http://schemas.microsoft.com/office/thememl/2012/main" name="Präsentation7" id="{9974900F-96C5-CE4E-A846-3D34937F8D78}" vid="{6A52DC64-26A0-9548-BB7B-D88467A95312}"/>
    </a:ext>
  </a:extLst>
</a:theme>
</file>

<file path=ppt/theme/theme2.xml><?xml version="1.0" encoding="utf-8"?>
<a:theme xmlns:a="http://schemas.openxmlformats.org/drawingml/2006/main" name="1_Sparkasse Folienmaster">
  <a:themeElements>
    <a:clrScheme name="Sparkasse_colors">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44444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400" dirty="0" smtClean="0"/>
        </a:defPPr>
      </a:lstStyle>
    </a:txDef>
  </a:objectDefaults>
  <a:extraClrSchemeLst/>
  <a:custClrLst>
    <a:custClr name="Sparkassen-Hellgrau">
      <a:srgbClr val="F0F0F0"/>
    </a:custClr>
    <a:custClr name="Sparkassen-Grau 1">
      <a:srgbClr val="E9E9E9"/>
    </a:custClr>
    <a:custClr name="Sparkassen-Grau 2">
      <a:srgbClr val="E3E3E3"/>
    </a:custClr>
    <a:custClr name="Sparkassen-Grau 3">
      <a:srgbClr val="D9D9D9"/>
    </a:custClr>
    <a:custClr name="Sparkassen-Grau 4">
      <a:srgbClr val="CCCCCC"/>
    </a:custClr>
    <a:custClr name="Sparkassen-Grau 5">
      <a:srgbClr val="BBBBBB"/>
    </a:custClr>
    <a:custClr name="Sparkassen-Grau 6">
      <a:srgbClr val="999999"/>
    </a:custClr>
    <a:custClr name="Sparkassen-Dunkelgrau 1">
      <a:srgbClr val="666666"/>
    </a:custClr>
    <a:custClr name="Sparkassen-Dunkelgrau 2">
      <a:srgbClr val="444444"/>
    </a:custClr>
    <a:custClr>
      <a:srgbClr val="000000"/>
    </a:custClr>
    <a:custClr name="Sparkassen-Gelb">
      <a:srgbClr val="FFC900"/>
    </a:custClr>
    <a:custClr name="Sparkassen-Orange">
      <a:srgbClr val="FF8F00"/>
    </a:custClr>
    <a:custClr name="Sparkassen-Rot">
      <a:srgbClr val="EE0000"/>
    </a:custClr>
    <a:custClr name="Sparkassen-Violet">
      <a:srgbClr val="9B348E"/>
    </a:custClr>
    <a:custClr name="Sparkassen-Dunkelblau">
      <a:srgbClr val="2C57D2"/>
    </a:custClr>
    <a:custClr name="Sparkassen-Hellblau">
      <a:srgbClr val="00ACD3"/>
    </a:custClr>
    <a:custClr name="Sparkassen-Dunkelgrün">
      <a:srgbClr val="009864"/>
    </a:custClr>
    <a:custClr name="Sparkassen-Hellgrün">
      <a:srgbClr val="8CD000"/>
    </a:custClr>
    <a:custClr>
      <a:srgbClr val="FFFFFF"/>
    </a:custClr>
    <a:custClr>
      <a:srgbClr val="FFFFFF"/>
    </a:custClr>
    <a:custClr name="Sparkassen-Gelb hell">
      <a:srgbClr val="FFDF66"/>
    </a:custClr>
    <a:custClr name="Sparkassen-Orange hell">
      <a:srgbClr val="FFBC66"/>
    </a:custClr>
    <a:custClr>
      <a:srgbClr val="FFFFFF"/>
    </a:custClr>
    <a:custClr name="Sparkassen-Violet hell">
      <a:srgbClr val="C385BB"/>
    </a:custClr>
    <a:custClr name="Sparkassen-Dunkelblau hell">
      <a:srgbClr val="809AE4"/>
    </a:custClr>
    <a:custClr name="Sparkassen-Hellblau hell">
      <a:srgbClr val="66CDE5"/>
    </a:custClr>
    <a:custClr name="Sparkassen-Dunkelgrün hell">
      <a:srgbClr val="66C1A2"/>
    </a:custClr>
    <a:custClr name="Sparkassen-Hellgrün hell">
      <a:srgbClr val="BAE366"/>
    </a:custClr>
    <a:custClr>
      <a:srgbClr val="FFFFFF"/>
    </a:custClr>
    <a:custClr>
      <a:srgbClr val="FFFFFF"/>
    </a:custClr>
  </a:custClrLst>
  <a:extLst>
    <a:ext uri="{05A4C25C-085E-4340-85A3-A5531E510DB2}">
      <thm15:themeFamily xmlns:thm15="http://schemas.microsoft.com/office/thememl/2012/main" name="Präsentation8" id="{503FC137-9F80-6E43-AD5B-F3EDDD0CBD63}" vid="{F9E02860-CB98-9C4D-8C4C-291C96CDFFD5}"/>
    </a:ext>
  </a:extLst>
</a:theme>
</file>

<file path=ppt/theme/theme3.xml><?xml version="1.0" encoding="utf-8"?>
<a:theme xmlns:a="http://schemas.openxmlformats.org/drawingml/2006/main" name="3_Sparkasse Folienmaster">
  <a:themeElements>
    <a:clrScheme name="Sparkasse_colors">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44444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400" dirty="0" smtClean="0"/>
        </a:defPPr>
      </a:lstStyle>
    </a:txDef>
  </a:objectDefaults>
  <a:extraClrSchemeLst/>
  <a:custClrLst>
    <a:custClr name="Sparkassen-Hellgrau">
      <a:srgbClr val="F0F0F0"/>
    </a:custClr>
    <a:custClr name="Sparkassen-Grau 1">
      <a:srgbClr val="E9E9E9"/>
    </a:custClr>
    <a:custClr name="Sparkassen-Grau 2">
      <a:srgbClr val="E3E3E3"/>
    </a:custClr>
    <a:custClr name="Sparkassen-Grau 3">
      <a:srgbClr val="D9D9D9"/>
    </a:custClr>
    <a:custClr name="Sparkassen-Grau 4">
      <a:srgbClr val="CCCCCC"/>
    </a:custClr>
    <a:custClr name="Sparkassen-Grau 5">
      <a:srgbClr val="BBBBBB"/>
    </a:custClr>
    <a:custClr name="Sparkassen-Grau 6">
      <a:srgbClr val="999999"/>
    </a:custClr>
    <a:custClr name="Sparkassen-Dunkelgrau 1">
      <a:srgbClr val="666666"/>
    </a:custClr>
    <a:custClr name="Sparkassen-Dunkelgrau 2">
      <a:srgbClr val="444444"/>
    </a:custClr>
    <a:custClr>
      <a:srgbClr val="000000"/>
    </a:custClr>
    <a:custClr name="Sparkassen-Gelb">
      <a:srgbClr val="FFC900"/>
    </a:custClr>
    <a:custClr name="Sparkassen-Orange">
      <a:srgbClr val="FF8F00"/>
    </a:custClr>
    <a:custClr name="Sparkassen-Rot">
      <a:srgbClr val="EE0000"/>
    </a:custClr>
    <a:custClr name="Sparkassen-Violet">
      <a:srgbClr val="9B348E"/>
    </a:custClr>
    <a:custClr name="Sparkassen-Dunkelblau">
      <a:srgbClr val="2C57D2"/>
    </a:custClr>
    <a:custClr name="Sparkassen-Hellblau">
      <a:srgbClr val="00ACD3"/>
    </a:custClr>
    <a:custClr name="Sparkassen-Dunkelgrün">
      <a:srgbClr val="009864"/>
    </a:custClr>
    <a:custClr name="Sparkassen-Hellgrün">
      <a:srgbClr val="8CD000"/>
    </a:custClr>
    <a:custClr>
      <a:srgbClr val="FFFFFF"/>
    </a:custClr>
    <a:custClr>
      <a:srgbClr val="FFFFFF"/>
    </a:custClr>
    <a:custClr name="Sparkassen-Gelb hell">
      <a:srgbClr val="FFDF66"/>
    </a:custClr>
    <a:custClr name="Sparkassen-Orange hell">
      <a:srgbClr val="FFBC66"/>
    </a:custClr>
    <a:custClr>
      <a:srgbClr val="FFFFFF"/>
    </a:custClr>
    <a:custClr name="Sparkassen-Violet hell">
      <a:srgbClr val="C385BB"/>
    </a:custClr>
    <a:custClr name="Sparkassen-Dunkelblau hell">
      <a:srgbClr val="809AE4"/>
    </a:custClr>
    <a:custClr name="Sparkassen-Hellblau hell">
      <a:srgbClr val="66CDE5"/>
    </a:custClr>
    <a:custClr name="Sparkassen-Dunkelgrün hell">
      <a:srgbClr val="66C1A2"/>
    </a:custClr>
    <a:custClr name="Sparkassen-Hellgrün hell">
      <a:srgbClr val="BAE366"/>
    </a:custClr>
    <a:custClr>
      <a:srgbClr val="FFFFFF"/>
    </a:custClr>
    <a:custClr>
      <a:srgbClr val="FFFFFF"/>
    </a:custClr>
  </a:custClrLst>
  <a:extLst>
    <a:ext uri="{05A4C25C-085E-4340-85A3-A5531E510DB2}">
      <thm15:themeFamily xmlns:thm15="http://schemas.microsoft.com/office/thememl/2012/main" name="Präsentation7" id="{9974900F-96C5-CE4E-A846-3D34937F8D78}" vid="{6A52DC64-26A0-9548-BB7B-D88467A95312}"/>
    </a:ext>
  </a:extLst>
</a:theme>
</file>

<file path=ppt/theme/theme4.xml><?xml version="1.0" encoding="utf-8"?>
<a:theme xmlns:a="http://schemas.openxmlformats.org/drawingml/2006/main" name="6_Sparkasse Folienmaster">
  <a:themeElements>
    <a:clrScheme name="Sparkasse_colors">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44444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400" dirty="0" smtClean="0"/>
        </a:defPPr>
      </a:lstStyle>
    </a:txDef>
  </a:objectDefaults>
  <a:extraClrSchemeLst/>
  <a:custClrLst>
    <a:custClr name="Sparkassen-Hellgrau">
      <a:srgbClr val="F0F0F0"/>
    </a:custClr>
    <a:custClr name="Sparkassen-Grau 1">
      <a:srgbClr val="E9E9E9"/>
    </a:custClr>
    <a:custClr name="Sparkassen-Grau 2">
      <a:srgbClr val="E3E3E3"/>
    </a:custClr>
    <a:custClr name="Sparkassen-Grau 3">
      <a:srgbClr val="D9D9D9"/>
    </a:custClr>
    <a:custClr name="Sparkassen-Grau 4">
      <a:srgbClr val="CCCCCC"/>
    </a:custClr>
    <a:custClr name="Sparkassen-Grau 5">
      <a:srgbClr val="BBBBBB"/>
    </a:custClr>
    <a:custClr name="Sparkassen-Grau 6">
      <a:srgbClr val="999999"/>
    </a:custClr>
    <a:custClr name="Sparkassen-Dunkelgrau 1">
      <a:srgbClr val="666666"/>
    </a:custClr>
    <a:custClr name="Sparkassen-Dunkelgrau 2">
      <a:srgbClr val="444444"/>
    </a:custClr>
    <a:custClr>
      <a:srgbClr val="000000"/>
    </a:custClr>
    <a:custClr name="Sparkassen-Gelb">
      <a:srgbClr val="FFC900"/>
    </a:custClr>
    <a:custClr name="Sparkassen-Orange">
      <a:srgbClr val="FF8F00"/>
    </a:custClr>
    <a:custClr name="Sparkassen-Rot">
      <a:srgbClr val="EE0000"/>
    </a:custClr>
    <a:custClr name="Sparkassen-Violet">
      <a:srgbClr val="9B348E"/>
    </a:custClr>
    <a:custClr name="Sparkassen-Dunkelblau">
      <a:srgbClr val="2C57D2"/>
    </a:custClr>
    <a:custClr name="Sparkassen-Hellblau">
      <a:srgbClr val="00ACD3"/>
    </a:custClr>
    <a:custClr name="Sparkassen-Dunkelgrün">
      <a:srgbClr val="009864"/>
    </a:custClr>
    <a:custClr name="Sparkassen-Hellgrün">
      <a:srgbClr val="8CD000"/>
    </a:custClr>
    <a:custClr>
      <a:srgbClr val="FFFFFF"/>
    </a:custClr>
    <a:custClr>
      <a:srgbClr val="FFFFFF"/>
    </a:custClr>
    <a:custClr name="Sparkassen-Gelb hell">
      <a:srgbClr val="FFDF66"/>
    </a:custClr>
    <a:custClr name="Sparkassen-Orange hell">
      <a:srgbClr val="FFBC66"/>
    </a:custClr>
    <a:custClr>
      <a:srgbClr val="FFFFFF"/>
    </a:custClr>
    <a:custClr name="Sparkassen-Violet hell">
      <a:srgbClr val="C385BB"/>
    </a:custClr>
    <a:custClr name="Sparkassen-Dunkelblau hell">
      <a:srgbClr val="809AE4"/>
    </a:custClr>
    <a:custClr name="Sparkassen-Hellblau hell">
      <a:srgbClr val="66CDE5"/>
    </a:custClr>
    <a:custClr name="Sparkassen-Dunkelgrün hell">
      <a:srgbClr val="66C1A2"/>
    </a:custClr>
    <a:custClr name="Sparkassen-Hellgrün hell">
      <a:srgbClr val="BAE366"/>
    </a:custClr>
    <a:custClr>
      <a:srgbClr val="FFFFFF"/>
    </a:custClr>
    <a:custClr>
      <a:srgbClr val="FFFFFF"/>
    </a:custClr>
  </a:custClrLst>
  <a:extLst>
    <a:ext uri="{05A4C25C-085E-4340-85A3-A5531E510DB2}">
      <thm15:themeFamily xmlns:thm15="http://schemas.microsoft.com/office/thememl/2012/main" name="Präsentation8" id="{503FC137-9F80-6E43-AD5B-F3EDDD0CBD63}" vid="{F9E02860-CB98-9C4D-8C4C-291C96CDFFD5}"/>
    </a:ext>
  </a:extLst>
</a:theme>
</file>

<file path=ppt/theme/theme5.xml><?xml version="1.0" encoding="utf-8"?>
<a:theme xmlns:a="http://schemas.openxmlformats.org/drawingml/2006/main" name="Office">
  <a:themeElements>
    <a:clrScheme name="Sparkasse">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DSGV_PPT-Vorlage</Template>
  <TotalTime>0</TotalTime>
  <Words>485</Words>
  <Application>Microsoft Office PowerPoint</Application>
  <PresentationFormat>Breitbild</PresentationFormat>
  <Paragraphs>158</Paragraphs>
  <Slides>2</Slides>
  <Notes>0</Notes>
  <HiddenSlides>0</HiddenSlides>
  <MMClips>0</MMClips>
  <ScaleCrop>false</ScaleCrop>
  <HeadingPairs>
    <vt:vector size="8" baseType="variant">
      <vt:variant>
        <vt:lpstr>Verwendete Schriftarten</vt:lpstr>
      </vt:variant>
      <vt:variant>
        <vt:i4>7</vt:i4>
      </vt:variant>
      <vt:variant>
        <vt:lpstr>Design</vt:lpstr>
      </vt:variant>
      <vt:variant>
        <vt:i4>4</vt:i4>
      </vt:variant>
      <vt:variant>
        <vt:lpstr>Eingebettete OLE-Server</vt:lpstr>
      </vt:variant>
      <vt:variant>
        <vt:i4>1</vt:i4>
      </vt:variant>
      <vt:variant>
        <vt:lpstr>Folientitel</vt:lpstr>
      </vt:variant>
      <vt:variant>
        <vt:i4>2</vt:i4>
      </vt:variant>
    </vt:vector>
  </HeadingPairs>
  <TitlesOfParts>
    <vt:vector size="14" baseType="lpstr">
      <vt:lpstr>Sparkasse Lt</vt:lpstr>
      <vt:lpstr>Wingdings</vt:lpstr>
      <vt:lpstr>Sparkasse Rg</vt:lpstr>
      <vt:lpstr>Sparkasse Medium</vt:lpstr>
      <vt:lpstr>Tahoma</vt:lpstr>
      <vt:lpstr>Sparkasse Head</vt:lpstr>
      <vt:lpstr>Arial</vt:lpstr>
      <vt:lpstr>Sparkasse Folienmaster</vt:lpstr>
      <vt:lpstr>1_Sparkasse Folienmaster</vt:lpstr>
      <vt:lpstr>3_Sparkasse Folienmaster</vt:lpstr>
      <vt:lpstr>6_Sparkasse Folienmaster</vt:lpstr>
      <vt:lpstr>think-cell Folie</vt:lpstr>
      <vt:lpstr>Rolloutschwerpunkte 2027</vt:lpstr>
      <vt:lpstr>Rolloutschwerpunkte 2027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Erhöhung der Rollout-Fähigkeit</dc:title>
  <dc:creator>Post, Matthias</dc:creator>
  <cp:lastModifiedBy>Post, Matthias</cp:lastModifiedBy>
  <cp:revision>312</cp:revision>
  <cp:lastPrinted>2026-06-02T11:32:10Z</cp:lastPrinted>
  <dcterms:created xsi:type="dcterms:W3CDTF">2025-03-06T06:53:41Z</dcterms:created>
  <dcterms:modified xsi:type="dcterms:W3CDTF">2026-10-14T12:39:55Z</dcterms:modified>
  <cp:contentStatus>V6</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06759c1-cf29-4ba5-b000-82dc808f576f_Enabled">
    <vt:lpwstr>true</vt:lpwstr>
  </property>
  <property fmtid="{D5CDD505-2E9C-101B-9397-08002B2CF9AE}" pid="3" name="MSIP_Label_606759c1-cf29-4ba5-b000-82dc808f576f_SetDate">
    <vt:lpwstr>2024-02-07T11:33:12Z</vt:lpwstr>
  </property>
  <property fmtid="{D5CDD505-2E9C-101B-9397-08002B2CF9AE}" pid="4" name="MSIP_Label_606759c1-cf29-4ba5-b000-82dc808f576f_Method">
    <vt:lpwstr>Standard</vt:lpwstr>
  </property>
  <property fmtid="{D5CDD505-2E9C-101B-9397-08002B2CF9AE}" pid="5" name="MSIP_Label_606759c1-cf29-4ba5-b000-82dc808f576f_Name">
    <vt:lpwstr>Intern (V1)</vt:lpwstr>
  </property>
  <property fmtid="{D5CDD505-2E9C-101B-9397-08002B2CF9AE}" pid="6" name="MSIP_Label_606759c1-cf29-4ba5-b000-82dc808f576f_SiteId">
    <vt:lpwstr>3f9b2fc2-2122-4a25-96ca-781cf0359e8b</vt:lpwstr>
  </property>
  <property fmtid="{D5CDD505-2E9C-101B-9397-08002B2CF9AE}" pid="7" name="MSIP_Label_606759c1-cf29-4ba5-b000-82dc808f576f_ActionId">
    <vt:lpwstr>b031ca2c-5c68-4929-80df-47c963202680</vt:lpwstr>
  </property>
  <property fmtid="{D5CDD505-2E9C-101B-9397-08002B2CF9AE}" pid="8" name="MSIP_Label_606759c1-cf29-4ba5-b000-82dc808f576f_ContentBits">
    <vt:lpwstr>0</vt:lpwstr>
  </property>
</Properties>
</file>